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1022" r:id="rId2"/>
    <p:sldId id="1023" r:id="rId3"/>
    <p:sldId id="1039" r:id="rId4"/>
    <p:sldId id="1024" r:id="rId5"/>
    <p:sldId id="1025" r:id="rId6"/>
    <p:sldId id="1026" r:id="rId7"/>
    <p:sldId id="1027" r:id="rId8"/>
    <p:sldId id="1028" r:id="rId9"/>
    <p:sldId id="1029" r:id="rId10"/>
    <p:sldId id="1030" r:id="rId11"/>
    <p:sldId id="1031" r:id="rId12"/>
    <p:sldId id="1032" r:id="rId13"/>
    <p:sldId id="1033" r:id="rId14"/>
    <p:sldId id="1034" r:id="rId15"/>
    <p:sldId id="1035" r:id="rId16"/>
    <p:sldId id="1037" r:id="rId17"/>
  </p:sldIdLst>
  <p:sldSz cx="9144000" cy="6858000" type="screen4x3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170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  <p15:guide id="4" orient="horz" pos="1457" userDrawn="1">
          <p15:clr>
            <a:srgbClr val="A4A3A4"/>
          </p15:clr>
        </p15:guide>
        <p15:guide id="5" pos="260" userDrawn="1">
          <p15:clr>
            <a:srgbClr val="A4A3A4"/>
          </p15:clr>
        </p15:guide>
        <p15:guide id="6" pos="541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  <a:srgbClr val="4472C4"/>
    <a:srgbClr val="597AB4"/>
    <a:srgbClr val="ED7D31"/>
    <a:srgbClr val="294577"/>
    <a:srgbClr val="FF9933"/>
    <a:srgbClr val="9F5421"/>
    <a:srgbClr val="044E97"/>
    <a:srgbClr val="6B3952"/>
    <a:srgbClr val="965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3922" autoAdjust="0"/>
  </p:normalViewPr>
  <p:slideViewPr>
    <p:cSldViewPr snapToGrid="0">
      <p:cViewPr varScale="1">
        <p:scale>
          <a:sx n="86" d="100"/>
          <a:sy n="86" d="100"/>
        </p:scale>
        <p:origin x="1382" y="72"/>
      </p:cViewPr>
      <p:guideLst>
        <p:guide orient="horz" pos="2228"/>
        <p:guide pos="3170"/>
        <p:guide orient="horz" pos="799"/>
        <p:guide orient="horz" pos="1457"/>
        <p:guide pos="260"/>
        <p:guide pos="541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83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>
              <a:defRPr sz="1200"/>
            </a:lvl1pPr>
          </a:lstStyle>
          <a:p>
            <a:fld id="{FBC12878-48A7-4E00-9784-8601DBFD98DF}" type="datetimeFigureOut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430092"/>
            <a:ext cx="2945659" cy="49813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>
              <a:defRPr sz="1200"/>
            </a:lvl1pPr>
          </a:lstStyle>
          <a:p>
            <a:fld id="{A4126E9B-D8B1-497D-8DA4-176176F650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517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>
              <a:defRPr sz="1200"/>
            </a:lvl1pPr>
          </a:lstStyle>
          <a:p>
            <a:fld id="{3482C6A3-7F43-4DDA-9F27-8475B8D8F4E7}" type="datetimeFigureOut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8"/>
          </a:xfrm>
          <a:prstGeom prst="rect">
            <a:avLst/>
          </a:prstGeom>
        </p:spPr>
        <p:txBody>
          <a:bodyPr vert="horz" lIns="91321" tIns="45661" rIns="91321" bIns="45661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30092"/>
            <a:ext cx="2945659" cy="49813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>
              <a:defRPr sz="1200"/>
            </a:lvl1pPr>
          </a:lstStyle>
          <a:p>
            <a:fld id="{2E6D59C6-D22B-4231-A780-E8304779B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676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9961C-96FC-437D-8B8B-79CBBB84F8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954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9961C-96FC-437D-8B8B-79CBBB84F8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582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9961C-96FC-437D-8B8B-79CBBB84F8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575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9961C-96FC-437D-8B8B-79CBBB84F8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24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9961C-96FC-437D-8B8B-79CBBB84F8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026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9961C-96FC-437D-8B8B-79CBBB84F8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166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9961C-96FC-437D-8B8B-79CBBB84F8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285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9961C-96FC-437D-8B8B-79CBBB84F8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800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9961C-96FC-437D-8B8B-79CBBB84F82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482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9961C-96FC-437D-8B8B-79CBBB84F82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98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9961C-96FC-437D-8B8B-79CBBB84F82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116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9961C-96FC-437D-8B8B-79CBBB84F82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1197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9961C-96FC-437D-8B8B-79CBBB84F82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310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9961C-96FC-437D-8B8B-79CBBB84F82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2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9961C-96FC-437D-8B8B-79CBBB84F82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702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DC23C-1DA2-4689-8396-449431FF309F}" type="datetime1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8E2F-8AC7-40B6-879D-25D04BDF2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02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B22E6-13A5-4A4D-8074-5131FD2F1C58}" type="datetime1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8E2F-8AC7-40B6-879D-25D04BDF2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688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74D0-F698-4B69-B9DA-E691D810CCE1}" type="datetime1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8E2F-8AC7-40B6-879D-25D04BDF2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99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C230-32D1-4C05-9151-B7897337C3B8}" type="datetime1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8E2F-8AC7-40B6-879D-25D04BDF2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895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A6E0-C9A3-4501-A790-FA5D8D3FAE3A}" type="datetime1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8E2F-8AC7-40B6-879D-25D04BDF2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111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3B8A1-8DD7-455B-80E4-4814AC2E149B}" type="datetime1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8E2F-8AC7-40B6-879D-25D04BDF2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1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C7A-5817-4C82-A650-5F321C1076A3}" type="datetime1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8E2F-8AC7-40B6-879D-25D04BDF2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740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44B06-C1AC-4ACE-8C07-B55BBF0BC5D3}" type="datetime1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8E2F-8AC7-40B6-879D-25D04BDF2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674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516C-E406-4FBC-8A66-F95C940A7335}" type="datetime1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8E2F-8AC7-40B6-879D-25D04BDF2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69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4C0CC-4D0A-4FF4-A6D9-15FC109BD243}" type="datetime1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8E2F-8AC7-40B6-879D-25D04BDF2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431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440DE-EBBC-4FF5-BF24-22B733EBDDDD}" type="datetime1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8E2F-8AC7-40B6-879D-25D04BDF2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087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CA113-C7D4-4E6C-9476-D9CC4312C9CB}" type="datetime1">
              <a:rPr lang="zh-CN" altLang="en-US" smtClean="0"/>
              <a:t>2022/10/10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B8E2F-8AC7-40B6-879D-25D04BDF2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93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>
            <a:off x="0" y="987994"/>
            <a:ext cx="9142242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"/>
          <p:cNvSpPr/>
          <p:nvPr/>
        </p:nvSpPr>
        <p:spPr>
          <a:xfrm>
            <a:off x="0" y="2079400"/>
            <a:ext cx="9144000" cy="26992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HDL Simulation Based on Modelsim</a:t>
            </a:r>
          </a:p>
        </p:txBody>
      </p:sp>
      <p:grpSp>
        <p:nvGrpSpPr>
          <p:cNvPr id="10" name="组合 15"/>
          <p:cNvGrpSpPr>
            <a:grpSpLocks noChangeAspect="1"/>
          </p:cNvGrpSpPr>
          <p:nvPr/>
        </p:nvGrpSpPr>
        <p:grpSpPr bwMode="auto">
          <a:xfrm>
            <a:off x="57220" y="101984"/>
            <a:ext cx="708728" cy="729641"/>
            <a:chOff x="5147936" y="2726630"/>
            <a:chExt cx="1896132" cy="1896132"/>
          </a:xfrm>
        </p:grpSpPr>
        <p:sp>
          <p:nvSpPr>
            <p:cNvPr id="13" name="椭圆 12"/>
            <p:cNvSpPr/>
            <p:nvPr/>
          </p:nvSpPr>
          <p:spPr>
            <a:xfrm>
              <a:off x="5147936" y="2726630"/>
              <a:ext cx="1896132" cy="18961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232235" y="2826989"/>
              <a:ext cx="1727534" cy="1727534"/>
            </a:xfrm>
            <a:prstGeom prst="ellipse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C0E2EB6-A832-4560-97CA-270026555FE5}"/>
              </a:ext>
            </a:extLst>
          </p:cNvPr>
          <p:cNvGrpSpPr/>
          <p:nvPr/>
        </p:nvGrpSpPr>
        <p:grpSpPr>
          <a:xfrm>
            <a:off x="765948" y="238330"/>
            <a:ext cx="8311518" cy="565557"/>
            <a:chOff x="1893247" y="2135267"/>
            <a:chExt cx="4964755" cy="781248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73906589-65E6-4995-907E-BAFF2CFC7B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4300" b="94708" l="2848" r="96203"/>
                      </a14:imgEffect>
                      <a14:imgEffect>
                        <a14:colorTemperature colorTemp="112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7" t="4744" r="6648" b="6220"/>
            <a:stretch>
              <a:fillRect/>
            </a:stretch>
          </p:blipFill>
          <p:spPr bwMode="auto">
            <a:xfrm>
              <a:off x="1893247" y="2135267"/>
              <a:ext cx="4956904" cy="7020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82DEA04F-EFCF-4265-9B2D-9DCF8C83159B}"/>
                </a:ext>
              </a:extLst>
            </p:cNvPr>
            <p:cNvCxnSpPr/>
            <p:nvPr/>
          </p:nvCxnSpPr>
          <p:spPr>
            <a:xfrm flipH="1">
              <a:off x="1923679" y="2148049"/>
              <a:ext cx="4926472" cy="20729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8A6326C-7CE9-4FB2-B76E-FE91645327E6}"/>
                </a:ext>
              </a:extLst>
            </p:cNvPr>
            <p:cNvCxnSpPr/>
            <p:nvPr/>
          </p:nvCxnSpPr>
          <p:spPr>
            <a:xfrm flipH="1">
              <a:off x="1931530" y="2895786"/>
              <a:ext cx="4926472" cy="20729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A961073-1EC4-4F54-87FA-4E21BFF4F12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01" t="9001" r="5882" b="31435"/>
          <a:stretch>
            <a:fillRect/>
          </a:stretch>
        </p:blipFill>
        <p:spPr>
          <a:xfrm>
            <a:off x="8244550" y="91218"/>
            <a:ext cx="867176" cy="77492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65513C-C812-49EF-BF25-E9F55F70F28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" t="9001" r="5882" b="67509"/>
          <a:stretch>
            <a:fillRect/>
          </a:stretch>
        </p:blipFill>
        <p:spPr>
          <a:xfrm>
            <a:off x="8311518" y="91219"/>
            <a:ext cx="800130" cy="28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64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>
            <a:off x="-2" y="565195"/>
            <a:ext cx="9142242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F7F278BD-77ED-4959-85C8-3C2FE67F5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732" y="5531249"/>
            <a:ext cx="866775" cy="10858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3827ECA-1C11-4DE8-B3AB-0FCECA0AE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427" y="904432"/>
            <a:ext cx="7283301" cy="409685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2904161-DA30-4739-85AA-82B24B9FEABA}"/>
              </a:ext>
            </a:extLst>
          </p:cNvPr>
          <p:cNvSpPr txBox="1"/>
          <p:nvPr/>
        </p:nvSpPr>
        <p:spPr>
          <a:xfrm>
            <a:off x="0" y="41349"/>
            <a:ext cx="2179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Software Interface</a:t>
            </a:r>
            <a:endParaRPr lang="zh-CN" altLang="en-US" sz="2000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2A2D3F5-550E-44A3-82C5-477E31818448}"/>
              </a:ext>
            </a:extLst>
          </p:cNvPr>
          <p:cNvCxnSpPr/>
          <p:nvPr/>
        </p:nvCxnSpPr>
        <p:spPr>
          <a:xfrm>
            <a:off x="1046427" y="5001289"/>
            <a:ext cx="3091305" cy="529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5811725-5BB0-485D-8E7D-63E59CDA398D}"/>
              </a:ext>
            </a:extLst>
          </p:cNvPr>
          <p:cNvCxnSpPr>
            <a:cxnSpLocks/>
          </p:cNvCxnSpPr>
          <p:nvPr/>
        </p:nvCxnSpPr>
        <p:spPr>
          <a:xfrm flipV="1">
            <a:off x="5004507" y="5001289"/>
            <a:ext cx="3325221" cy="529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323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>
            <a:off x="1758" y="412412"/>
            <a:ext cx="9142242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2904161-DA30-4739-85AA-82B24B9FEABA}"/>
              </a:ext>
            </a:extLst>
          </p:cNvPr>
          <p:cNvSpPr txBox="1"/>
          <p:nvPr/>
        </p:nvSpPr>
        <p:spPr>
          <a:xfrm>
            <a:off x="0" y="0"/>
            <a:ext cx="248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Source Files</a:t>
            </a:r>
            <a:endParaRPr lang="zh-CN" altLang="en-US" sz="2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9F53BEF-838B-45C6-B20E-5CB4D74AB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0" y="1016794"/>
            <a:ext cx="4178347" cy="482441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A56FC21-4100-4EAC-82C2-F24AD213B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16794"/>
            <a:ext cx="4494980" cy="467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66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>
            <a:off x="-2" y="565195"/>
            <a:ext cx="9142242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2904161-DA30-4739-85AA-82B24B9FEABA}"/>
              </a:ext>
            </a:extLst>
          </p:cNvPr>
          <p:cNvSpPr txBox="1"/>
          <p:nvPr/>
        </p:nvSpPr>
        <p:spPr>
          <a:xfrm>
            <a:off x="-2" y="74079"/>
            <a:ext cx="2179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Create Project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4253F0-C6DB-4F8D-9802-8DE53A63C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21" y="1025543"/>
            <a:ext cx="8674690" cy="487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467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>
            <a:off x="-2" y="565195"/>
            <a:ext cx="9142242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2904161-DA30-4739-85AA-82B24B9FEABA}"/>
              </a:ext>
            </a:extLst>
          </p:cNvPr>
          <p:cNvSpPr txBox="1"/>
          <p:nvPr/>
        </p:nvSpPr>
        <p:spPr>
          <a:xfrm>
            <a:off x="-2" y="74079"/>
            <a:ext cx="248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Add Files into Project</a:t>
            </a:r>
            <a:endParaRPr lang="zh-CN" altLang="en-US" sz="2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F1DA78F-2E60-4F86-AFA2-027A64E33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011" y="758823"/>
            <a:ext cx="6210223" cy="456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323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>
            <a:off x="-2" y="565195"/>
            <a:ext cx="9142242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2904161-DA30-4739-85AA-82B24B9FEABA}"/>
              </a:ext>
            </a:extLst>
          </p:cNvPr>
          <p:cNvSpPr txBox="1"/>
          <p:nvPr/>
        </p:nvSpPr>
        <p:spPr>
          <a:xfrm>
            <a:off x="-2" y="74079"/>
            <a:ext cx="248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Add Files into Project</a:t>
            </a:r>
            <a:endParaRPr lang="zh-CN" altLang="en-US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7FFC07-6112-451A-B97D-9101051E1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896" y="1665437"/>
            <a:ext cx="6270446" cy="352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206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>
            <a:off x="-2" y="565195"/>
            <a:ext cx="9142242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2904161-DA30-4739-85AA-82B24B9FEABA}"/>
              </a:ext>
            </a:extLst>
          </p:cNvPr>
          <p:cNvSpPr txBox="1"/>
          <p:nvPr/>
        </p:nvSpPr>
        <p:spPr>
          <a:xfrm>
            <a:off x="-2" y="74079"/>
            <a:ext cx="248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Add Files into Project</a:t>
            </a:r>
            <a:endParaRPr lang="zh-CN" altLang="en-US" sz="2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45AF38F-7C59-4185-AB7F-95CD0B63C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6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385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>
            <a:off x="-2" y="565195"/>
            <a:ext cx="9142242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2904161-DA30-4739-85AA-82B24B9FEABA}"/>
              </a:ext>
            </a:extLst>
          </p:cNvPr>
          <p:cNvSpPr txBox="1"/>
          <p:nvPr/>
        </p:nvSpPr>
        <p:spPr>
          <a:xfrm>
            <a:off x="-2" y="74079"/>
            <a:ext cx="248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Compile</a:t>
            </a:r>
            <a:endParaRPr lang="zh-CN" altLang="en-US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BDB5B3-6180-4FE7-B33D-67EA1D237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336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0F2F8B-AC07-4BBA-ADAD-0E5581B57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655" y="2976108"/>
            <a:ext cx="6920345" cy="3829962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>
            <a:off x="1758" y="442439"/>
            <a:ext cx="9142242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2904161-DA30-4739-85AA-82B24B9FEABA}"/>
              </a:ext>
            </a:extLst>
          </p:cNvPr>
          <p:cNvSpPr txBox="1"/>
          <p:nvPr/>
        </p:nvSpPr>
        <p:spPr>
          <a:xfrm>
            <a:off x="0" y="10534"/>
            <a:ext cx="248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Compile</a:t>
            </a:r>
            <a:endParaRPr lang="zh-CN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3588072-CC07-4044-935F-F87EFA2BD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4825"/>
            <a:ext cx="4042242" cy="29241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06D7E82-7D0D-4C9A-A97C-1FA37BB10D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011341"/>
            <a:ext cx="4391025" cy="1333500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FF776AD0-94FE-4604-A1A6-CDDFD80EB639}"/>
              </a:ext>
            </a:extLst>
          </p:cNvPr>
          <p:cNvSpPr/>
          <p:nvPr/>
        </p:nvSpPr>
        <p:spPr>
          <a:xfrm rot="5400000">
            <a:off x="3069216" y="3850700"/>
            <a:ext cx="585786" cy="1043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B164E4A6-2B7C-4539-8AFC-187B009DD005}"/>
              </a:ext>
            </a:extLst>
          </p:cNvPr>
          <p:cNvSpPr/>
          <p:nvPr/>
        </p:nvSpPr>
        <p:spPr>
          <a:xfrm rot="16200000">
            <a:off x="6627452" y="2717225"/>
            <a:ext cx="585786" cy="1043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388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>
            <a:off x="-2" y="565195"/>
            <a:ext cx="9142242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2904161-DA30-4739-85AA-82B24B9FEABA}"/>
              </a:ext>
            </a:extLst>
          </p:cNvPr>
          <p:cNvSpPr txBox="1"/>
          <p:nvPr/>
        </p:nvSpPr>
        <p:spPr>
          <a:xfrm>
            <a:off x="-2" y="74079"/>
            <a:ext cx="248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Load Design</a:t>
            </a:r>
            <a:endParaRPr lang="zh-CN" altLang="en-US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689DF7-6E65-4F22-A6AC-38223F663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803185"/>
            <a:ext cx="5422945" cy="542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606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>
            <a:off x="-2" y="565195"/>
            <a:ext cx="9142242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2904161-DA30-4739-85AA-82B24B9FEABA}"/>
              </a:ext>
            </a:extLst>
          </p:cNvPr>
          <p:cNvSpPr txBox="1"/>
          <p:nvPr/>
        </p:nvSpPr>
        <p:spPr>
          <a:xfrm>
            <a:off x="-2" y="74079"/>
            <a:ext cx="248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Load Design</a:t>
            </a:r>
            <a:endParaRPr lang="zh-CN" altLang="en-US" sz="2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66F9D0B-F57E-479B-B64C-51249904E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41" y="986930"/>
            <a:ext cx="8682917" cy="488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383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>
            <a:off x="1758" y="412412"/>
            <a:ext cx="9142242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2904161-DA30-4739-85AA-82B24B9FEABA}"/>
              </a:ext>
            </a:extLst>
          </p:cNvPr>
          <p:cNvSpPr txBox="1"/>
          <p:nvPr/>
        </p:nvSpPr>
        <p:spPr>
          <a:xfrm>
            <a:off x="0" y="0"/>
            <a:ext cx="248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Add Signals</a:t>
            </a:r>
            <a:endParaRPr lang="zh-CN" altLang="en-US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889D75-25F9-4A51-AF13-FA20DC490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581" y="691705"/>
            <a:ext cx="5030882" cy="575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282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>
            <a:off x="1758" y="412412"/>
            <a:ext cx="9142242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2904161-DA30-4739-85AA-82B24B9FEABA}"/>
              </a:ext>
            </a:extLst>
          </p:cNvPr>
          <p:cNvSpPr txBox="1"/>
          <p:nvPr/>
        </p:nvSpPr>
        <p:spPr>
          <a:xfrm>
            <a:off x="0" y="0"/>
            <a:ext cx="248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Add Signals</a:t>
            </a:r>
            <a:endParaRPr lang="zh-CN" altLang="en-US" sz="2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05857CC-361D-4F34-89C1-41161E14A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684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>
            <a:off x="1758" y="412412"/>
            <a:ext cx="9142242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2904161-DA30-4739-85AA-82B24B9FEABA}"/>
              </a:ext>
            </a:extLst>
          </p:cNvPr>
          <p:cNvSpPr txBox="1"/>
          <p:nvPr/>
        </p:nvSpPr>
        <p:spPr>
          <a:xfrm>
            <a:off x="0" y="0"/>
            <a:ext cx="248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Run Simulation</a:t>
            </a:r>
            <a:endParaRPr lang="zh-CN" altLang="en-US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0D96EA7-01A2-44E5-A9A8-388AA0C39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534" y="581025"/>
            <a:ext cx="5254932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24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>
            <a:off x="1758" y="412412"/>
            <a:ext cx="9142242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2904161-DA30-4739-85AA-82B24B9FEABA}"/>
              </a:ext>
            </a:extLst>
          </p:cNvPr>
          <p:cNvSpPr txBox="1"/>
          <p:nvPr/>
        </p:nvSpPr>
        <p:spPr>
          <a:xfrm>
            <a:off x="0" y="0"/>
            <a:ext cx="248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Run Simulation</a:t>
            </a:r>
            <a:endParaRPr lang="zh-CN" altLang="en-US" sz="2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46EBE2D-D85A-4E56-8637-C3057F79F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48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>
            <a:off x="1758" y="412412"/>
            <a:ext cx="9142242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2904161-DA30-4739-85AA-82B24B9FEABA}"/>
              </a:ext>
            </a:extLst>
          </p:cNvPr>
          <p:cNvSpPr txBox="1"/>
          <p:nvPr/>
        </p:nvSpPr>
        <p:spPr>
          <a:xfrm>
            <a:off x="0" y="0"/>
            <a:ext cx="248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Quit Simulation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98022F-62F2-40CA-BB6E-C19FB3DDD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725" y="1178330"/>
            <a:ext cx="440055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9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35494</TotalTime>
  <Words>54</Words>
  <Application>Microsoft Office PowerPoint</Application>
  <PresentationFormat>全屏显示(4:3)</PresentationFormat>
  <Paragraphs>31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微软雅黑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1595317015@qq.com</dc:creator>
  <cp:lastModifiedBy>nwpu soc</cp:lastModifiedBy>
  <cp:revision>2301</cp:revision>
  <cp:lastPrinted>2020-08-22T03:38:01Z</cp:lastPrinted>
  <dcterms:created xsi:type="dcterms:W3CDTF">2017-02-10T17:44:00Z</dcterms:created>
  <dcterms:modified xsi:type="dcterms:W3CDTF">2022-10-10T13:15:30Z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2052-10.1.0.6749</vt:lpwstr>
  </property>
</Properties>
</file>