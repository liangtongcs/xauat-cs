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0"/>
  </p:handoutMasterIdLst>
  <p:sldIdLst>
    <p:sldId id="1730" r:id="rId3"/>
    <p:sldId id="3015" r:id="rId5"/>
    <p:sldId id="3044" r:id="rId6"/>
    <p:sldId id="3016" r:id="rId7"/>
    <p:sldId id="3067" r:id="rId8"/>
    <p:sldId id="3045" r:id="rId9"/>
    <p:sldId id="2968" r:id="rId10"/>
    <p:sldId id="2992" r:id="rId11"/>
    <p:sldId id="2993" r:id="rId12"/>
    <p:sldId id="2994" r:id="rId13"/>
    <p:sldId id="2998" r:id="rId14"/>
    <p:sldId id="2999" r:id="rId15"/>
    <p:sldId id="3000" r:id="rId16"/>
    <p:sldId id="2995" r:id="rId17"/>
    <p:sldId id="3001" r:id="rId18"/>
    <p:sldId id="2996" r:id="rId19"/>
    <p:sldId id="3038" r:id="rId20"/>
    <p:sldId id="3003" r:id="rId21"/>
    <p:sldId id="3004" r:id="rId22"/>
    <p:sldId id="3005" r:id="rId23"/>
    <p:sldId id="3006" r:id="rId24"/>
    <p:sldId id="3007" r:id="rId25"/>
    <p:sldId id="2997" r:id="rId26"/>
    <p:sldId id="3008" r:id="rId27"/>
    <p:sldId id="3009" r:id="rId28"/>
    <p:sldId id="3010" r:id="rId29"/>
  </p:sldIdLst>
  <p:sldSz cx="9906000" cy="6858000" type="A4"/>
  <p:notesSz cx="6797675" cy="9874250"/>
  <p:custDataLst>
    <p:tags r:id="rId35"/>
  </p:custDataLst>
  <p:defaultTextStyle>
    <a:defPPr>
      <a:defRPr lang="zh-CN"/>
    </a:defPPr>
    <a:lvl1pPr algn="ctr" rtl="0" fontAlgn="base">
      <a:spcBef>
        <a:spcPct val="0"/>
      </a:spcBef>
      <a:spcAft>
        <a:spcPct val="0"/>
      </a:spcAft>
      <a:defRPr kumimoji="1" sz="2400" b="1" kern="1200">
        <a:solidFill>
          <a:schemeClr val="bg2"/>
        </a:solidFill>
        <a:latin typeface="Times New Roman" panose="02020603050405020304" pitchFamily="18" charset="0"/>
        <a:ea typeface="楷体_GB2312" pitchFamily="49" charset="-122"/>
        <a:cs typeface="+mn-cs"/>
      </a:defRPr>
    </a:lvl1pPr>
    <a:lvl2pPr marL="457200" algn="ctr" rtl="0" fontAlgn="base">
      <a:spcBef>
        <a:spcPct val="0"/>
      </a:spcBef>
      <a:spcAft>
        <a:spcPct val="0"/>
      </a:spcAft>
      <a:defRPr kumimoji="1" sz="2400" b="1" kern="1200">
        <a:solidFill>
          <a:schemeClr val="bg2"/>
        </a:solidFill>
        <a:latin typeface="Times New Roman" panose="02020603050405020304" pitchFamily="18" charset="0"/>
        <a:ea typeface="楷体_GB2312" pitchFamily="49" charset="-122"/>
        <a:cs typeface="+mn-cs"/>
      </a:defRPr>
    </a:lvl2pPr>
    <a:lvl3pPr marL="914400" algn="ctr" rtl="0" fontAlgn="base">
      <a:spcBef>
        <a:spcPct val="0"/>
      </a:spcBef>
      <a:spcAft>
        <a:spcPct val="0"/>
      </a:spcAft>
      <a:defRPr kumimoji="1" sz="2400" b="1" kern="1200">
        <a:solidFill>
          <a:schemeClr val="bg2"/>
        </a:solidFill>
        <a:latin typeface="Times New Roman" panose="02020603050405020304" pitchFamily="18" charset="0"/>
        <a:ea typeface="楷体_GB2312" pitchFamily="49" charset="-122"/>
        <a:cs typeface="+mn-cs"/>
      </a:defRPr>
    </a:lvl3pPr>
    <a:lvl4pPr marL="1371600" algn="ctr" rtl="0" fontAlgn="base">
      <a:spcBef>
        <a:spcPct val="0"/>
      </a:spcBef>
      <a:spcAft>
        <a:spcPct val="0"/>
      </a:spcAft>
      <a:defRPr kumimoji="1" sz="2400" b="1" kern="1200">
        <a:solidFill>
          <a:schemeClr val="bg2"/>
        </a:solidFill>
        <a:latin typeface="Times New Roman" panose="02020603050405020304" pitchFamily="18" charset="0"/>
        <a:ea typeface="楷体_GB2312" pitchFamily="49" charset="-122"/>
        <a:cs typeface="+mn-cs"/>
      </a:defRPr>
    </a:lvl4pPr>
    <a:lvl5pPr marL="1828800" algn="ctr" rtl="0" fontAlgn="base">
      <a:spcBef>
        <a:spcPct val="0"/>
      </a:spcBef>
      <a:spcAft>
        <a:spcPct val="0"/>
      </a:spcAft>
      <a:defRPr kumimoji="1" sz="2400" b="1" kern="1200">
        <a:solidFill>
          <a:schemeClr val="bg2"/>
        </a:solidFill>
        <a:latin typeface="Times New Roman" panose="02020603050405020304" pitchFamily="18" charset="0"/>
        <a:ea typeface="楷体_GB2312" pitchFamily="49" charset="-122"/>
        <a:cs typeface="+mn-cs"/>
      </a:defRPr>
    </a:lvl5pPr>
    <a:lvl6pPr marL="2286000" algn="l" defTabSz="914400" rtl="0" eaLnBrk="1" latinLnBrk="0" hangingPunct="1">
      <a:defRPr kumimoji="1" sz="2400" b="1" kern="1200">
        <a:solidFill>
          <a:schemeClr val="bg2"/>
        </a:solidFill>
        <a:latin typeface="Times New Roman" panose="02020603050405020304" pitchFamily="18" charset="0"/>
        <a:ea typeface="楷体_GB2312" pitchFamily="49" charset="-122"/>
        <a:cs typeface="+mn-cs"/>
      </a:defRPr>
    </a:lvl6pPr>
    <a:lvl7pPr marL="2743200" algn="l" defTabSz="914400" rtl="0" eaLnBrk="1" latinLnBrk="0" hangingPunct="1">
      <a:defRPr kumimoji="1" sz="2400" b="1" kern="1200">
        <a:solidFill>
          <a:schemeClr val="bg2"/>
        </a:solidFill>
        <a:latin typeface="Times New Roman" panose="02020603050405020304" pitchFamily="18" charset="0"/>
        <a:ea typeface="楷体_GB2312" pitchFamily="49" charset="-122"/>
        <a:cs typeface="+mn-cs"/>
      </a:defRPr>
    </a:lvl7pPr>
    <a:lvl8pPr marL="3200400" algn="l" defTabSz="914400" rtl="0" eaLnBrk="1" latinLnBrk="0" hangingPunct="1">
      <a:defRPr kumimoji="1" sz="2400" b="1" kern="1200">
        <a:solidFill>
          <a:schemeClr val="bg2"/>
        </a:solidFill>
        <a:latin typeface="Times New Roman" panose="02020603050405020304" pitchFamily="18" charset="0"/>
        <a:ea typeface="楷体_GB2312" pitchFamily="49" charset="-122"/>
        <a:cs typeface="+mn-cs"/>
      </a:defRPr>
    </a:lvl8pPr>
    <a:lvl9pPr marL="3657600" algn="l" defTabSz="914400" rtl="0" eaLnBrk="1" latinLnBrk="0" hangingPunct="1">
      <a:defRPr kumimoji="1" sz="2400" b="1" kern="1200">
        <a:solidFill>
          <a:schemeClr val="bg2"/>
        </a:solidFill>
        <a:latin typeface="Times New Roman" panose="02020603050405020304" pitchFamily="18" charset="0"/>
        <a:ea typeface="楷体_GB2312" pitchFamily="49"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12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ouling" initials="z"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2929"/>
    <a:srgbClr val="333333"/>
    <a:srgbClr val="FFFFFF"/>
    <a:srgbClr val="1C49D2"/>
    <a:srgbClr val="0033CC"/>
    <a:srgbClr val="3B9D3B"/>
    <a:srgbClr val="405081"/>
    <a:srgbClr val="42428E"/>
    <a:srgbClr val="E7E8F6"/>
    <a:srgbClr val="D3D4E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279" autoAdjust="0"/>
    <p:restoredTop sz="83221" autoAdjust="0"/>
  </p:normalViewPr>
  <p:slideViewPr>
    <p:cSldViewPr showGuides="1">
      <p:cViewPr varScale="1">
        <p:scale>
          <a:sx n="62" d="100"/>
          <a:sy n="62" d="100"/>
        </p:scale>
        <p:origin x="1410" y="66"/>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30" d="100"/>
        <a:sy n="130" d="100"/>
      </p:scale>
      <p:origin x="0" y="-6168"/>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5" Type="http://schemas.openxmlformats.org/officeDocument/2006/relationships/tags" Target="tags/tag2.xml"/><Relationship Id="rId34" Type="http://schemas.openxmlformats.org/officeDocument/2006/relationships/commentAuthors" Target="commentAuthors.xml"/><Relationship Id="rId33" Type="http://schemas.openxmlformats.org/officeDocument/2006/relationships/tableStyles" Target="tableStyles.xml"/><Relationship Id="rId32" Type="http://schemas.openxmlformats.org/officeDocument/2006/relationships/viewProps" Target="viewProps.xml"/><Relationship Id="rId31" Type="http://schemas.openxmlformats.org/officeDocument/2006/relationships/presProps" Target="presProps.xml"/><Relationship Id="rId30" Type="http://schemas.openxmlformats.org/officeDocument/2006/relationships/handoutMaster" Target="handoutMasters/handoutMaster1.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42786" name="Rectangle 2"/>
          <p:cNvSpPr>
            <a:spLocks noGrp="1" noChangeArrowheads="1"/>
          </p:cNvSpPr>
          <p:nvPr>
            <p:ph type="hdr" sz="quarter"/>
          </p:nvPr>
        </p:nvSpPr>
        <p:spPr bwMode="auto">
          <a:xfrm>
            <a:off x="0" y="0"/>
            <a:ext cx="2944813" cy="493713"/>
          </a:xfrm>
          <a:prstGeom prst="rect">
            <a:avLst/>
          </a:prstGeom>
          <a:noFill/>
          <a:ln w="9525">
            <a:noFill/>
            <a:miter lim="800000"/>
          </a:ln>
          <a:effectLst/>
        </p:spPr>
        <p:txBody>
          <a:bodyPr vert="horz" wrap="square" lIns="91122" tIns="45561" rIns="91122" bIns="45561" numCol="1" anchor="t" anchorCtr="0" compatLnSpc="1"/>
          <a:lstStyle>
            <a:lvl1pPr algn="l" defTabSz="909955">
              <a:defRPr sz="1200"/>
            </a:lvl1pPr>
          </a:lstStyle>
          <a:p>
            <a:pPr>
              <a:defRPr/>
            </a:pPr>
            <a:endParaRPr lang="en-US" altLang="zh-CN"/>
          </a:p>
        </p:txBody>
      </p:sp>
      <p:sp>
        <p:nvSpPr>
          <p:cNvPr id="1142787" name="Rectangle 3"/>
          <p:cNvSpPr>
            <a:spLocks noGrp="1" noChangeArrowheads="1"/>
          </p:cNvSpPr>
          <p:nvPr>
            <p:ph type="dt" sz="quarter" idx="1"/>
          </p:nvPr>
        </p:nvSpPr>
        <p:spPr bwMode="auto">
          <a:xfrm>
            <a:off x="3852863" y="0"/>
            <a:ext cx="2944812" cy="493713"/>
          </a:xfrm>
          <a:prstGeom prst="rect">
            <a:avLst/>
          </a:prstGeom>
          <a:noFill/>
          <a:ln w="9525">
            <a:noFill/>
            <a:miter lim="800000"/>
          </a:ln>
          <a:effectLst/>
        </p:spPr>
        <p:txBody>
          <a:bodyPr vert="horz" wrap="square" lIns="91122" tIns="45561" rIns="91122" bIns="45561" numCol="1" anchor="t" anchorCtr="0" compatLnSpc="1"/>
          <a:lstStyle>
            <a:lvl1pPr algn="r" defTabSz="909955">
              <a:defRPr sz="1200"/>
            </a:lvl1pPr>
          </a:lstStyle>
          <a:p>
            <a:pPr>
              <a:defRPr/>
            </a:pPr>
            <a:endParaRPr lang="en-US" altLang="zh-CN"/>
          </a:p>
        </p:txBody>
      </p:sp>
      <p:sp>
        <p:nvSpPr>
          <p:cNvPr id="1142788" name="Rectangle 4"/>
          <p:cNvSpPr>
            <a:spLocks noGrp="1" noChangeArrowheads="1"/>
          </p:cNvSpPr>
          <p:nvPr>
            <p:ph type="ftr" sz="quarter" idx="2"/>
          </p:nvPr>
        </p:nvSpPr>
        <p:spPr bwMode="auto">
          <a:xfrm>
            <a:off x="0" y="9380538"/>
            <a:ext cx="2944813" cy="493712"/>
          </a:xfrm>
          <a:prstGeom prst="rect">
            <a:avLst/>
          </a:prstGeom>
          <a:noFill/>
          <a:ln w="9525">
            <a:noFill/>
            <a:miter lim="800000"/>
          </a:ln>
          <a:effectLst/>
        </p:spPr>
        <p:txBody>
          <a:bodyPr vert="horz" wrap="square" lIns="91122" tIns="45561" rIns="91122" bIns="45561" numCol="1" anchor="b" anchorCtr="0" compatLnSpc="1"/>
          <a:lstStyle>
            <a:lvl1pPr algn="l" defTabSz="909955">
              <a:defRPr sz="1200"/>
            </a:lvl1pPr>
          </a:lstStyle>
          <a:p>
            <a:pPr>
              <a:defRPr/>
            </a:pPr>
            <a:endParaRPr lang="en-US" altLang="zh-CN"/>
          </a:p>
        </p:txBody>
      </p:sp>
      <p:sp>
        <p:nvSpPr>
          <p:cNvPr id="1142789" name="Rectangle 5"/>
          <p:cNvSpPr>
            <a:spLocks noGrp="1" noChangeArrowheads="1"/>
          </p:cNvSpPr>
          <p:nvPr>
            <p:ph type="sldNum" sz="quarter" idx="3"/>
          </p:nvPr>
        </p:nvSpPr>
        <p:spPr bwMode="auto">
          <a:xfrm>
            <a:off x="3852863" y="9380538"/>
            <a:ext cx="2944812" cy="493712"/>
          </a:xfrm>
          <a:prstGeom prst="rect">
            <a:avLst/>
          </a:prstGeom>
          <a:noFill/>
          <a:ln w="9525">
            <a:noFill/>
            <a:miter lim="800000"/>
          </a:ln>
          <a:effectLst/>
        </p:spPr>
        <p:txBody>
          <a:bodyPr vert="horz" wrap="square" lIns="91122" tIns="45561" rIns="91122" bIns="45561" numCol="1" anchor="b" anchorCtr="0" compatLnSpc="1"/>
          <a:lstStyle>
            <a:lvl1pPr algn="r" defTabSz="909955">
              <a:defRPr sz="1200"/>
            </a:lvl1pPr>
          </a:lstStyle>
          <a:p>
            <a:pPr>
              <a:defRPr/>
            </a:pPr>
            <a:fld id="{F00621A3-AF9D-44CC-8CA6-C2BA8BA5DBE7}"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p:cNvSpPr>
            <a:spLocks noGrp="1" noChangeArrowheads="1"/>
          </p:cNvSpPr>
          <p:nvPr>
            <p:ph type="hdr" sz="quarter"/>
          </p:nvPr>
        </p:nvSpPr>
        <p:spPr bwMode="auto">
          <a:xfrm>
            <a:off x="0" y="0"/>
            <a:ext cx="2944813" cy="493713"/>
          </a:xfrm>
          <a:prstGeom prst="rect">
            <a:avLst/>
          </a:prstGeom>
          <a:noFill/>
          <a:ln w="9525">
            <a:noFill/>
            <a:miter lim="800000"/>
          </a:ln>
          <a:effectLst/>
        </p:spPr>
        <p:txBody>
          <a:bodyPr vert="horz" wrap="square" lIns="91122" tIns="45561" rIns="91122" bIns="45561" numCol="1" anchor="t" anchorCtr="0" compatLnSpc="1"/>
          <a:lstStyle>
            <a:lvl1pPr algn="l" defTabSz="909955">
              <a:defRPr sz="1200" b="0">
                <a:solidFill>
                  <a:schemeClr val="tx1"/>
                </a:solidFill>
                <a:ea typeface="宋体" panose="02010600030101010101" pitchFamily="2" charset="-122"/>
              </a:defRPr>
            </a:lvl1pPr>
          </a:lstStyle>
          <a:p>
            <a:pPr>
              <a:defRPr/>
            </a:pPr>
            <a:endParaRPr lang="en-US" altLang="zh-CN"/>
          </a:p>
        </p:txBody>
      </p:sp>
      <p:sp>
        <p:nvSpPr>
          <p:cNvPr id="43011" name="Rectangle 3"/>
          <p:cNvSpPr>
            <a:spLocks noGrp="1" noChangeArrowheads="1"/>
          </p:cNvSpPr>
          <p:nvPr>
            <p:ph type="dt" idx="1"/>
          </p:nvPr>
        </p:nvSpPr>
        <p:spPr bwMode="auto">
          <a:xfrm>
            <a:off x="3852863" y="0"/>
            <a:ext cx="2944812" cy="493713"/>
          </a:xfrm>
          <a:prstGeom prst="rect">
            <a:avLst/>
          </a:prstGeom>
          <a:noFill/>
          <a:ln w="9525">
            <a:noFill/>
            <a:miter lim="800000"/>
          </a:ln>
          <a:effectLst/>
        </p:spPr>
        <p:txBody>
          <a:bodyPr vert="horz" wrap="square" lIns="91122" tIns="45561" rIns="91122" bIns="45561" numCol="1" anchor="t" anchorCtr="0" compatLnSpc="1"/>
          <a:lstStyle>
            <a:lvl1pPr algn="r" defTabSz="909955">
              <a:defRPr sz="1200" b="0">
                <a:solidFill>
                  <a:schemeClr val="tx1"/>
                </a:solidFill>
                <a:ea typeface="宋体" panose="02010600030101010101" pitchFamily="2" charset="-122"/>
              </a:defRPr>
            </a:lvl1pPr>
          </a:lstStyle>
          <a:p>
            <a:pPr>
              <a:defRPr/>
            </a:pPr>
            <a:endParaRPr lang="en-US" altLang="zh-CN"/>
          </a:p>
        </p:txBody>
      </p:sp>
      <p:sp>
        <p:nvSpPr>
          <p:cNvPr id="25604" name="Rectangle 4"/>
          <p:cNvSpPr>
            <a:spLocks noGrp="1" noRot="1" noChangeAspect="1" noChangeArrowheads="1" noTextEdit="1"/>
          </p:cNvSpPr>
          <p:nvPr>
            <p:ph type="sldImg" idx="2"/>
          </p:nvPr>
        </p:nvSpPr>
        <p:spPr bwMode="auto">
          <a:xfrm>
            <a:off x="725488" y="741363"/>
            <a:ext cx="5346700" cy="3702050"/>
          </a:xfrm>
          <a:prstGeom prst="rect">
            <a:avLst/>
          </a:prstGeom>
          <a:noFill/>
          <a:ln w="9525">
            <a:solidFill>
              <a:srgbClr val="000000"/>
            </a:solidFill>
            <a:miter lim="800000"/>
          </a:ln>
        </p:spPr>
      </p:sp>
      <p:sp>
        <p:nvSpPr>
          <p:cNvPr id="43013" name="Rectangle 5"/>
          <p:cNvSpPr>
            <a:spLocks noGrp="1" noChangeArrowheads="1"/>
          </p:cNvSpPr>
          <p:nvPr>
            <p:ph type="body" sz="quarter" idx="3"/>
          </p:nvPr>
        </p:nvSpPr>
        <p:spPr bwMode="auto">
          <a:xfrm>
            <a:off x="906463" y="4687888"/>
            <a:ext cx="4984750" cy="4445000"/>
          </a:xfrm>
          <a:prstGeom prst="rect">
            <a:avLst/>
          </a:prstGeom>
          <a:noFill/>
          <a:ln w="9525">
            <a:noFill/>
            <a:miter lim="800000"/>
          </a:ln>
          <a:effectLst/>
        </p:spPr>
        <p:txBody>
          <a:bodyPr vert="horz" wrap="square" lIns="91122" tIns="45561" rIns="91122" bIns="45561"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43014" name="Rectangle 6"/>
          <p:cNvSpPr>
            <a:spLocks noGrp="1" noChangeArrowheads="1"/>
          </p:cNvSpPr>
          <p:nvPr>
            <p:ph type="ftr" sz="quarter" idx="4"/>
          </p:nvPr>
        </p:nvSpPr>
        <p:spPr bwMode="auto">
          <a:xfrm>
            <a:off x="0" y="9380538"/>
            <a:ext cx="2944813" cy="493712"/>
          </a:xfrm>
          <a:prstGeom prst="rect">
            <a:avLst/>
          </a:prstGeom>
          <a:noFill/>
          <a:ln w="9525">
            <a:noFill/>
            <a:miter lim="800000"/>
          </a:ln>
          <a:effectLst/>
        </p:spPr>
        <p:txBody>
          <a:bodyPr vert="horz" wrap="square" lIns="91122" tIns="45561" rIns="91122" bIns="45561" numCol="1" anchor="b" anchorCtr="0" compatLnSpc="1"/>
          <a:lstStyle>
            <a:lvl1pPr algn="l" defTabSz="909955">
              <a:defRPr sz="1200" b="0">
                <a:solidFill>
                  <a:schemeClr val="tx1"/>
                </a:solidFill>
                <a:ea typeface="宋体" panose="02010600030101010101" pitchFamily="2" charset="-122"/>
              </a:defRPr>
            </a:lvl1pPr>
          </a:lstStyle>
          <a:p>
            <a:pPr>
              <a:defRPr/>
            </a:pPr>
            <a:endParaRPr lang="en-US" altLang="zh-CN"/>
          </a:p>
        </p:txBody>
      </p:sp>
      <p:sp>
        <p:nvSpPr>
          <p:cNvPr id="43015" name="Rectangle 7"/>
          <p:cNvSpPr>
            <a:spLocks noGrp="1" noChangeArrowheads="1"/>
          </p:cNvSpPr>
          <p:nvPr>
            <p:ph type="sldNum" sz="quarter" idx="5"/>
          </p:nvPr>
        </p:nvSpPr>
        <p:spPr bwMode="auto">
          <a:xfrm>
            <a:off x="3852863" y="9380538"/>
            <a:ext cx="2944812" cy="493712"/>
          </a:xfrm>
          <a:prstGeom prst="rect">
            <a:avLst/>
          </a:prstGeom>
          <a:noFill/>
          <a:ln w="9525">
            <a:noFill/>
            <a:miter lim="800000"/>
          </a:ln>
          <a:effectLst/>
        </p:spPr>
        <p:txBody>
          <a:bodyPr vert="horz" wrap="square" lIns="91122" tIns="45561" rIns="91122" bIns="45561" numCol="1" anchor="b" anchorCtr="0" compatLnSpc="1"/>
          <a:lstStyle>
            <a:lvl1pPr algn="r" defTabSz="909955">
              <a:defRPr sz="1200" b="0">
                <a:solidFill>
                  <a:schemeClr val="tx1"/>
                </a:solidFill>
                <a:ea typeface="宋体" panose="02010600030101010101" pitchFamily="2" charset="-122"/>
              </a:defRPr>
            </a:lvl1pPr>
          </a:lstStyle>
          <a:p>
            <a:pPr>
              <a:defRPr/>
            </a:pPr>
            <a:fld id="{B21D2498-DA12-44B9-93A4-06D5BEA34E78}"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1AA80CA2-DDAB-4EDF-ACD7-3819DF3A06E6}" type="slidenum">
              <a:rPr lang="en-US" altLang="zh-CN"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参考：</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B21D2498-DA12-44B9-93A4-06D5BEA34E78}" type="slidenum">
              <a:rPr lang="en-US" altLang="zh-CN"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21D2498-DA12-44B9-93A4-06D5BEA34E78}" type="slidenum">
              <a:rPr lang="en-US" altLang="zh-CN"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21D2498-DA12-44B9-93A4-06D5BEA34E78}" type="slidenum">
              <a:rPr lang="en-US" altLang="zh-CN"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dirty="0">
              <a:ea typeface="黑体" panose="02010609060101010101" pitchFamily="2" charset="-122"/>
            </a:endParaRP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21D2498-DA12-44B9-93A4-06D5BEA34E78}" type="slidenum">
              <a:rPr lang="en-US" altLang="zh-CN"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dirty="0">
              <a:ea typeface="黑体" panose="02010609060101010101" pitchFamily="2" charset="-122"/>
            </a:endParaRP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21D2498-DA12-44B9-93A4-06D5BEA34E78}" type="slidenum">
              <a:rPr lang="en-US" altLang="zh-CN"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dirty="0">
              <a:ea typeface="黑体" panose="02010609060101010101" pitchFamily="2" charset="-122"/>
            </a:endParaRP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21D2498-DA12-44B9-93A4-06D5BEA34E78}" type="slidenum">
              <a:rPr lang="en-US" altLang="zh-CN"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参考：</a:t>
            </a:r>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B21D2498-DA12-44B9-93A4-06D5BEA34E78}" type="slidenum">
              <a:rPr lang="en-US" altLang="zh-CN"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dirty="0">
              <a:ea typeface="黑体" panose="02010609060101010101" pitchFamily="2" charset="-122"/>
            </a:endParaRP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21D2498-DA12-44B9-93A4-06D5BEA34E78}" type="slidenum">
              <a:rPr lang="en-US" altLang="zh-CN" smtClean="0"/>
            </a:fld>
            <a:endParaRPr lang="en-US"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dirty="0">
              <a:ea typeface="黑体" panose="02010609060101010101" pitchFamily="2" charset="-122"/>
            </a:endParaRP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21D2498-DA12-44B9-93A4-06D5BEA34E78}" type="slidenum">
              <a:rPr lang="en-US" altLang="zh-CN" smtClean="0"/>
            </a:fld>
            <a:endParaRPr lang="en-US"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dirty="0">
              <a:ea typeface="黑体" panose="02010609060101010101" pitchFamily="2" charset="-122"/>
            </a:endParaRP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21D2498-DA12-44B9-93A4-06D5BEA34E78}" type="slidenum">
              <a:rPr lang="en-US" altLang="zh-CN"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a:defRPr/>
            </a:pPr>
            <a:fld id="{B21D2498-DA12-44B9-93A4-06D5BEA34E78}" type="slidenum">
              <a:rPr lang="en-US" altLang="zh-CN"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sz="1200" dirty="0">
              <a:ea typeface="黑体" panose="02010609060101010101" pitchFamily="2" charset="-122"/>
            </a:endParaRP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21D2498-DA12-44B9-93A4-06D5BEA34E78}" type="slidenum">
              <a:rPr lang="en-US" altLang="zh-CN"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pPr>
              <a:defRPr/>
            </a:pPr>
            <a:fld id="{B21D2498-DA12-44B9-93A4-06D5BEA34E78}" type="slidenum">
              <a:rPr lang="en-US" altLang="zh-CN"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a:t>
            </a:r>
            <a:endParaRPr lang="zh-CN" altLang="en-US" dirty="0"/>
          </a:p>
        </p:txBody>
      </p:sp>
      <p:sp>
        <p:nvSpPr>
          <p:cNvPr id="4" name="灯片编号占位符 3"/>
          <p:cNvSpPr>
            <a:spLocks noGrp="1"/>
          </p:cNvSpPr>
          <p:nvPr>
            <p:ph type="sldNum" sz="quarter" idx="5"/>
          </p:nvPr>
        </p:nvSpPr>
        <p:spPr/>
        <p:txBody>
          <a:bodyPr/>
          <a:lstStyle/>
          <a:p>
            <a:pPr>
              <a:defRPr/>
            </a:pPr>
            <a:fld id="{B21D2498-DA12-44B9-93A4-06D5BEA34E78}" type="slidenum">
              <a:rPr lang="en-US" altLang="zh-CN"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dirty="0">
                <a:ea typeface="黑体" panose="02010609060101010101" pitchFamily="2" charset="-122"/>
              </a:rPr>
              <a:t>参考：</a:t>
            </a:r>
            <a:r>
              <a:rPr lang="en-US" altLang="zh-CN" sz="1200" dirty="0">
                <a:ea typeface="黑体" panose="02010609060101010101" pitchFamily="2" charset="-122"/>
              </a:rPr>
              <a:t>https://blog.csdn.net/u013246898/article/details/53055490</a:t>
            </a:r>
            <a:endParaRPr lang="en-US" altLang="zh-CN" sz="1200" dirty="0">
              <a:ea typeface="黑体" panose="02010609060101010101" pitchFamily="2" charset="-122"/>
            </a:endParaRPr>
          </a:p>
          <a:p>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21D2498-DA12-44B9-93A4-06D5BEA34E78}" type="slidenum">
              <a:rPr lang="en-US" altLang="zh-CN" smtClean="0"/>
            </a:fld>
            <a:endParaRPr lang="en-US"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21D2498-DA12-44B9-93A4-06D5BEA34E78}" type="slidenum">
              <a:rPr lang="en-US" altLang="zh-CN" smtClean="0"/>
            </a:fld>
            <a:endParaRPr lang="en-US"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说明：上述命令在</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/dev/</a:t>
            </a:r>
            <a:r>
              <a:rPr kumimoji="1" lang="en-US" altLang="zh-CN" sz="1200" kern="1200" dirty="0" err="1">
                <a:solidFill>
                  <a:schemeClr val="tx1"/>
                </a:solidFill>
                <a:effectLst/>
                <a:latin typeface="Times New Roman" panose="02020603050405020304" pitchFamily="18" charset="0"/>
                <a:ea typeface="宋体" panose="02010600030101010101" pitchFamily="2" charset="-122"/>
                <a:cs typeface="+mn-cs"/>
              </a:rPr>
              <a:t>cgroup</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下创建了一个</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memory</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子系统，</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-t </a:t>
            </a:r>
            <a:r>
              <a:rPr kumimoji="1" lang="en-US" altLang="zh-CN" sz="1200" kern="1200" dirty="0" err="1">
                <a:solidFill>
                  <a:schemeClr val="tx1"/>
                </a:solidFill>
                <a:effectLst/>
                <a:latin typeface="Times New Roman" panose="02020603050405020304" pitchFamily="18" charset="0"/>
                <a:ea typeface="宋体" panose="02010600030101010101" pitchFamily="2" charset="-122"/>
                <a:cs typeface="+mn-cs"/>
              </a:rPr>
              <a:t>cgroup</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表明是</a:t>
            </a:r>
            <a:r>
              <a:rPr kumimoji="1" lang="en-US" altLang="zh-CN" sz="1200" kern="1200" dirty="0" err="1">
                <a:solidFill>
                  <a:schemeClr val="tx1"/>
                </a:solidFill>
                <a:effectLst/>
                <a:latin typeface="Times New Roman" panose="02020603050405020304" pitchFamily="18" charset="0"/>
                <a:ea typeface="宋体" panose="02010600030101010101" pitchFamily="2" charset="-122"/>
                <a:cs typeface="+mn-cs"/>
              </a:rPr>
              <a:t>cgroup</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类型的挂载，</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-o memory</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表明是</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memory</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子系统，</a:t>
            </a:r>
            <a:r>
              <a:rPr kumimoji="1" lang="en-US" altLang="zh-CN" sz="1200" kern="1200" dirty="0" err="1">
                <a:solidFill>
                  <a:schemeClr val="tx1"/>
                </a:solidFill>
                <a:effectLst/>
                <a:latin typeface="Times New Roman" panose="02020603050405020304" pitchFamily="18" charset="0"/>
                <a:ea typeface="宋体" panose="02010600030101010101" pitchFamily="2" charset="-122"/>
                <a:cs typeface="+mn-cs"/>
              </a:rPr>
              <a:t>memory_cgroup</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就是设备名，</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/dev/</a:t>
            </a:r>
            <a:r>
              <a:rPr kumimoji="1" lang="en-US" altLang="zh-CN" sz="1200" kern="1200" dirty="0" err="1">
                <a:solidFill>
                  <a:schemeClr val="tx1"/>
                </a:solidFill>
                <a:effectLst/>
                <a:latin typeface="Times New Roman" panose="02020603050405020304" pitchFamily="18" charset="0"/>
                <a:ea typeface="宋体" panose="02010600030101010101" pitchFamily="2" charset="-122"/>
                <a:cs typeface="+mn-cs"/>
              </a:rPr>
              <a:t>cgroup</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是加载路径。</a:t>
            </a:r>
            <a:endParaRPr lang="zh-CN" altLang="en-US" dirty="0"/>
          </a:p>
          <a:p>
            <a:endParaRPr lang="zh-CN" altLang="en-US" dirty="0"/>
          </a:p>
        </p:txBody>
      </p:sp>
      <p:sp>
        <p:nvSpPr>
          <p:cNvPr id="4" name="灯片编号占位符 3"/>
          <p:cNvSpPr>
            <a:spLocks noGrp="1"/>
          </p:cNvSpPr>
          <p:nvPr>
            <p:ph type="sldNum" sz="quarter" idx="5"/>
          </p:nvPr>
        </p:nvSpPr>
        <p:spPr/>
        <p:txBody>
          <a:bodyPr/>
          <a:lstStyle/>
          <a:p>
            <a:pPr>
              <a:defRPr/>
            </a:pPr>
            <a:fld id="{B21D2498-DA12-44B9-93A4-06D5BEA34E78}" type="slidenum">
              <a:rPr lang="en-US" altLang="zh-CN" smtClean="0"/>
            </a:fld>
            <a:endParaRPr lang="en-US"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说明：</a:t>
            </a:r>
            <a:endParaRPr kumimoji="1" lang="en-US" altLang="zh-CN" sz="1200" kern="1200" dirty="0">
              <a:solidFill>
                <a:schemeClr val="tx1"/>
              </a:solidFill>
              <a:effectLst/>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f =&gt; 0x0F</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（十六进制）</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 =&gt; 1111</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（二进制），从最右起第一个</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1</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表示</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CPU</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核心</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#0</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，第二个</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1</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表示</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CPU</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核心</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#1</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a:t>
            </a:r>
            <a:endParaRPr kumimoji="1" lang="en-US" altLang="zh-CN" sz="1200" kern="1200" dirty="0">
              <a:solidFill>
                <a:schemeClr val="tx1"/>
              </a:solidFill>
              <a:effectLst/>
              <a:latin typeface="Times New Roman" panose="02020603050405020304" pitchFamily="18" charset="0"/>
              <a:ea typeface="宋体" panose="02010600030101010101" pitchFamily="2" charset="-122"/>
              <a:cs typeface="+mn-cs"/>
            </a:endParaRPr>
          </a:p>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也就是说，线程</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11698</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可使用</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0-3</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号</a:t>
            </a:r>
            <a:r>
              <a:rPr kumimoji="1" lang="en-US" altLang="zh-CN" sz="1200" kern="1200" dirty="0">
                <a:solidFill>
                  <a:schemeClr val="tx1"/>
                </a:solidFill>
                <a:effectLst/>
                <a:latin typeface="Times New Roman" panose="02020603050405020304" pitchFamily="18" charset="0"/>
                <a:ea typeface="宋体" panose="02010600030101010101" pitchFamily="2" charset="-122"/>
                <a:cs typeface="+mn-cs"/>
              </a:rPr>
              <a:t>CPU</a:t>
            </a:r>
            <a:r>
              <a:rPr kumimoji="1" lang="zh-CN" altLang="zh-CN" sz="1200" kern="1200" dirty="0">
                <a:solidFill>
                  <a:schemeClr val="tx1"/>
                </a:solidFill>
                <a:effectLst/>
                <a:latin typeface="Times New Roman" panose="02020603050405020304" pitchFamily="18" charset="0"/>
                <a:ea typeface="宋体" panose="02010600030101010101" pitchFamily="2" charset="-122"/>
                <a:cs typeface="+mn-cs"/>
              </a:rPr>
              <a:t>核心。</a:t>
            </a:r>
            <a:r>
              <a:rPr kumimoji="1" lang="zh-CN" altLang="en-US" sz="1200" kern="1200" dirty="0">
                <a:solidFill>
                  <a:schemeClr val="tx1"/>
                </a:solidFill>
                <a:effectLst/>
                <a:latin typeface="Times New Roman" panose="02020603050405020304" pitchFamily="18" charset="0"/>
                <a:ea typeface="宋体" panose="02010600030101010101" pitchFamily="2" charset="-122"/>
                <a:cs typeface="+mn-cs"/>
              </a:rPr>
              <a:t>前后两个命令输出结果一致。</a:t>
            </a:r>
            <a:endParaRPr kumimoji="1" lang="zh-CN" altLang="zh-CN" sz="1200" kern="1200" dirty="0">
              <a:solidFill>
                <a:schemeClr val="tx1"/>
              </a:solidFill>
              <a:effectLst/>
              <a:latin typeface="Times New Roman" panose="02020603050405020304" pitchFamily="18" charset="0"/>
              <a:ea typeface="宋体" panose="02010600030101010101" pitchFamily="2" charset="-122"/>
              <a:cs typeface="+mn-cs"/>
            </a:endParaRPr>
          </a:p>
          <a:p>
            <a:endParaRPr lang="zh-CN" altLang="en-US" dirty="0"/>
          </a:p>
        </p:txBody>
      </p:sp>
      <p:sp>
        <p:nvSpPr>
          <p:cNvPr id="4" name="灯片编号占位符 3"/>
          <p:cNvSpPr>
            <a:spLocks noGrp="1"/>
          </p:cNvSpPr>
          <p:nvPr>
            <p:ph type="sldNum" sz="quarter" idx="5"/>
          </p:nvPr>
        </p:nvSpPr>
        <p:spPr/>
        <p:txBody>
          <a:bodyPr/>
          <a:lstStyle/>
          <a:p>
            <a:pPr>
              <a:defRPr/>
            </a:pPr>
            <a:fld id="{B21D2498-DA12-44B9-93A4-06D5BEA34E78}" type="slidenum">
              <a:rPr lang="en-US" altLang="zh-CN" smtClean="0"/>
            </a:fld>
            <a:endParaRPr lang="en-US"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a:t>
            </a:r>
            <a:endParaRPr lang="zh-CN" altLang="en-US" dirty="0"/>
          </a:p>
        </p:txBody>
      </p:sp>
      <p:sp>
        <p:nvSpPr>
          <p:cNvPr id="4" name="灯片编号占位符 3"/>
          <p:cNvSpPr>
            <a:spLocks noGrp="1"/>
          </p:cNvSpPr>
          <p:nvPr>
            <p:ph type="sldNum" sz="quarter" idx="5"/>
          </p:nvPr>
        </p:nvSpPr>
        <p:spPr/>
        <p:txBody>
          <a:bodyPr/>
          <a:lstStyle/>
          <a:p>
            <a:pPr>
              <a:defRPr/>
            </a:pPr>
            <a:fld id="{B21D2498-DA12-44B9-93A4-06D5BEA34E78}" type="slidenum">
              <a:rPr lang="en-US" altLang="zh-CN" smtClean="0"/>
            </a:fld>
            <a:endParaRPr lang="en-US"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B21D2498-DA12-44B9-93A4-06D5BEA34E78}" type="slidenum">
              <a:rPr lang="en-US" altLang="zh-CN" smtClean="0"/>
            </a:fld>
            <a:endParaRPr lang="en-US" altLang="zh-CN"/>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21D2498-DA12-44B9-93A4-06D5BEA34E78}" type="slidenum">
              <a:rPr lang="en-US" altLang="zh-CN" smtClean="0"/>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count=1</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指仅拷贝一个块；</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bs=512</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指块大小为</a:t>
            </a:r>
            <a:r>
              <a:rPr kumimoji="1" lang="en-US" altLang="zh-CN" sz="1200" b="0" i="0" kern="1200" dirty="0">
                <a:solidFill>
                  <a:schemeClr val="tx1"/>
                </a:solidFill>
                <a:effectLst/>
                <a:latin typeface="Times New Roman" panose="02020603050405020304" pitchFamily="18" charset="0"/>
                <a:ea typeface="宋体" panose="02010600030101010101" pitchFamily="2" charset="-122"/>
                <a:cs typeface="+mn-cs"/>
              </a:rPr>
              <a:t>512</a:t>
            </a:r>
            <a:r>
              <a:rPr kumimoji="1" lang="zh-CN" altLang="en-US" sz="1200" b="0" i="0" kern="1200" dirty="0">
                <a:solidFill>
                  <a:schemeClr val="tx1"/>
                </a:solidFill>
                <a:effectLst/>
                <a:latin typeface="Times New Roman" panose="02020603050405020304" pitchFamily="18" charset="0"/>
                <a:ea typeface="宋体" panose="02010600030101010101" pitchFamily="2" charset="-122"/>
                <a:cs typeface="+mn-cs"/>
              </a:rPr>
              <a:t>个字节。</a:t>
            </a:r>
            <a:endParaRPr lang="zh-CN" altLang="en-US" dirty="0"/>
          </a:p>
        </p:txBody>
      </p:sp>
      <p:sp>
        <p:nvSpPr>
          <p:cNvPr id="4" name="灯片编号占位符 3"/>
          <p:cNvSpPr>
            <a:spLocks noGrp="1"/>
          </p:cNvSpPr>
          <p:nvPr>
            <p:ph type="sldNum" sz="quarter" idx="5"/>
          </p:nvPr>
        </p:nvSpPr>
        <p:spPr/>
        <p:txBody>
          <a:bodyPr/>
          <a:lstStyle/>
          <a:p>
            <a:pPr>
              <a:defRPr/>
            </a:pPr>
            <a:fld id="{B21D2498-DA12-44B9-93A4-06D5BEA34E78}" type="slidenum">
              <a:rPr lang="en-US" altLang="zh-CN" smtClean="0"/>
            </a:fld>
            <a:endParaRPr lang="en-US" altLang="zh-CN"/>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21D2498-DA12-44B9-93A4-06D5BEA34E78}" type="slidenum">
              <a:rPr lang="en-US" altLang="zh-CN" smtClean="0"/>
            </a:fld>
            <a:endParaRPr lang="en-US" altLang="zh-CN"/>
          </a:p>
        </p:txBody>
      </p:sp>
    </p:spTree>
  </p:cSld>
  <p:clrMapOvr>
    <a:masterClrMapping/>
  </p:clrMapOvr>
</p:notes>
</file>

<file path=ppt/slideLayouts/_rels/slideLayout1.xml.rels><?xml version="1.0" encoding="UTF-8" standalone="yes"?>
<Relationships xmlns="http://schemas.openxmlformats.org/package/2006/relationships"><Relationship Id="rId4" Type="http://schemas.openxmlformats.org/officeDocument/2006/relationships/image" Target="../media/image3.jpeg"/><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4" name="Picture 11" descr="backgroud-blueframe"/>
          <p:cNvPicPr>
            <a:picLocks noChangeAspect="1" noChangeArrowheads="1"/>
          </p:cNvPicPr>
          <p:nvPr userDrawn="1"/>
        </p:nvPicPr>
        <p:blipFill>
          <a:blip r:embed="rId2" cstate="print"/>
          <a:srcRect/>
          <a:stretch>
            <a:fillRect/>
          </a:stretch>
        </p:blipFill>
        <p:spPr bwMode="auto">
          <a:xfrm>
            <a:off x="-9525" y="561975"/>
            <a:ext cx="9925050" cy="6296025"/>
          </a:xfrm>
          <a:prstGeom prst="rect">
            <a:avLst/>
          </a:prstGeom>
          <a:noFill/>
          <a:ln w="9525">
            <a:noFill/>
            <a:miter lim="800000"/>
            <a:headEnd/>
            <a:tailEnd/>
          </a:ln>
        </p:spPr>
      </p:pic>
      <p:pic>
        <p:nvPicPr>
          <p:cNvPr id="5" name="Picture 2" descr="软件所所徽"/>
          <p:cNvPicPr>
            <a:picLocks noChangeAspect="1" noChangeArrowheads="1"/>
          </p:cNvPicPr>
          <p:nvPr/>
        </p:nvPicPr>
        <p:blipFill>
          <a:blip r:embed="rId3" cstate="print"/>
          <a:srcRect/>
          <a:stretch>
            <a:fillRect/>
          </a:stretch>
        </p:blipFill>
        <p:spPr bwMode="auto">
          <a:xfrm>
            <a:off x="5529263" y="112713"/>
            <a:ext cx="1366837" cy="412750"/>
          </a:xfrm>
          <a:prstGeom prst="rect">
            <a:avLst/>
          </a:prstGeom>
          <a:noFill/>
          <a:ln w="9525">
            <a:noFill/>
            <a:miter lim="800000"/>
            <a:headEnd/>
            <a:tailEnd/>
          </a:ln>
        </p:spPr>
      </p:pic>
      <p:pic>
        <p:nvPicPr>
          <p:cNvPr id="6" name="Picture 4" descr="iscas-mzd"/>
          <p:cNvPicPr>
            <a:picLocks noChangeAspect="1" noChangeArrowheads="1"/>
          </p:cNvPicPr>
          <p:nvPr userDrawn="1"/>
        </p:nvPicPr>
        <p:blipFill>
          <a:blip r:embed="rId4" cstate="print"/>
          <a:srcRect/>
          <a:stretch>
            <a:fillRect/>
          </a:stretch>
        </p:blipFill>
        <p:spPr bwMode="auto">
          <a:xfrm>
            <a:off x="7113588" y="96838"/>
            <a:ext cx="2141537" cy="334962"/>
          </a:xfrm>
          <a:prstGeom prst="rect">
            <a:avLst/>
          </a:prstGeom>
          <a:noFill/>
          <a:ln w="9525">
            <a:noFill/>
            <a:miter lim="800000"/>
            <a:headEnd/>
            <a:tailEnd/>
          </a:ln>
        </p:spPr>
      </p:pic>
      <p:sp>
        <p:nvSpPr>
          <p:cNvPr id="7" name="Text Box 5"/>
          <p:cNvSpPr txBox="1">
            <a:spLocks noChangeArrowheads="1"/>
          </p:cNvSpPr>
          <p:nvPr/>
        </p:nvSpPr>
        <p:spPr bwMode="auto">
          <a:xfrm>
            <a:off x="6824663" y="333375"/>
            <a:ext cx="2808287" cy="244475"/>
          </a:xfrm>
          <a:prstGeom prst="rect">
            <a:avLst/>
          </a:prstGeom>
          <a:noFill/>
          <a:ln w="9525">
            <a:noFill/>
            <a:miter lim="800000"/>
          </a:ln>
          <a:effectLst/>
        </p:spPr>
        <p:txBody>
          <a:bodyPr wrap="none">
            <a:spAutoFit/>
          </a:bodyPr>
          <a:lstStyle/>
          <a:p>
            <a:pPr>
              <a:defRPr/>
            </a:pPr>
            <a:r>
              <a:rPr lang="en-US" altLang="zh-CN" sz="1000" b="0">
                <a:solidFill>
                  <a:srgbClr val="777777"/>
                </a:solidFill>
                <a:ea typeface="华文行楷" panose="02010800040101010101" pitchFamily="2" charset="-122"/>
              </a:rPr>
              <a:t>Institute of Software,Chinese Academy of Sciences</a:t>
            </a:r>
            <a:endParaRPr lang="en-US" altLang="zh-CN" sz="1000" b="0">
              <a:solidFill>
                <a:srgbClr val="777777"/>
              </a:solidFill>
              <a:ea typeface="华文行楷" panose="02010800040101010101" pitchFamily="2" charset="-122"/>
            </a:endParaRPr>
          </a:p>
        </p:txBody>
      </p:sp>
      <p:sp>
        <p:nvSpPr>
          <p:cNvPr id="1913862" name="Rectangle 6"/>
          <p:cNvSpPr>
            <a:spLocks noGrp="1" noChangeArrowheads="1"/>
          </p:cNvSpPr>
          <p:nvPr>
            <p:ph type="ctrTitle"/>
          </p:nvPr>
        </p:nvSpPr>
        <p:spPr>
          <a:xfrm>
            <a:off x="488950" y="1828800"/>
            <a:ext cx="8928100" cy="1744663"/>
          </a:xfrm>
          <a:noFill/>
        </p:spPr>
        <p:txBody>
          <a:bodyPr lIns="91440" rIns="91440"/>
          <a:lstStyle>
            <a:lvl1pPr algn="ctr">
              <a:defRPr sz="4000" b="0">
                <a:solidFill>
                  <a:srgbClr val="000066"/>
                </a:solidFill>
                <a:effectLst>
                  <a:outerShdw blurRad="38100" dist="38100" dir="2700000" algn="tl">
                    <a:srgbClr val="C0C0C0"/>
                  </a:outerShdw>
                </a:effectLst>
                <a:latin typeface="微软雅黑" panose="020B0503020204020204" pitchFamily="34" charset="-122"/>
                <a:ea typeface="微软雅黑" panose="020B0503020204020204" pitchFamily="34" charset="-122"/>
              </a:defRPr>
            </a:lvl1pPr>
          </a:lstStyle>
          <a:p>
            <a:r>
              <a:rPr lang="zh-CN" altLang="en-US" dirty="0"/>
              <a:t>单击此处编辑母版标题样式</a:t>
            </a:r>
            <a:endParaRPr lang="zh-CN" altLang="en-US" dirty="0"/>
          </a:p>
        </p:txBody>
      </p:sp>
      <p:sp>
        <p:nvSpPr>
          <p:cNvPr id="1913863" name="Rectangle 7"/>
          <p:cNvSpPr>
            <a:spLocks noGrp="1" noChangeArrowheads="1"/>
          </p:cNvSpPr>
          <p:nvPr>
            <p:ph type="subTitle" idx="1"/>
          </p:nvPr>
        </p:nvSpPr>
        <p:spPr>
          <a:xfrm>
            <a:off x="1647825" y="3886200"/>
            <a:ext cx="6400800" cy="1752600"/>
          </a:xfrm>
        </p:spPr>
        <p:txBody>
          <a:bodyPr/>
          <a:lstStyle>
            <a:lvl1pPr marL="0" indent="0" algn="ctr">
              <a:buFont typeface="Wingdings" panose="05000000000000000000" pitchFamily="2" charset="2"/>
              <a:buNone/>
              <a:defRPr sz="3200"/>
            </a:lvl1pPr>
          </a:lstStyle>
          <a:p>
            <a:r>
              <a:rPr lang="zh-CN" altLang="en-US" dirty="0"/>
              <a:t>单击此处编辑母版副标题样式</a:t>
            </a:r>
            <a:endParaRPr lang="zh-CN" alt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488950" y="1340768"/>
            <a:ext cx="8928100" cy="4896543"/>
          </a:xfrm>
        </p:spPr>
        <p:txBody>
          <a:bodyPr/>
          <a:lstStyle>
            <a:lvl1pPr>
              <a:defRPr sz="2800">
                <a:latin typeface="Times New Roman" panose="02020603050405020304" pitchFamily="18" charset="0"/>
                <a:ea typeface="+mn-ea"/>
                <a:cs typeface="Times New Roman" panose="02020603050405020304" pitchFamily="18" charset="0"/>
              </a:defRPr>
            </a:lvl1pPr>
            <a:lvl2pPr>
              <a:lnSpc>
                <a:spcPct val="100000"/>
              </a:lnSpc>
              <a:defRPr sz="2000" b="1">
                <a:solidFill>
                  <a:schemeClr val="tx1"/>
                </a:solidFill>
                <a:latin typeface="Times New Roman" panose="02020603050405020304" pitchFamily="18" charset="0"/>
                <a:ea typeface="幼圆" panose="02010509060101010101" pitchFamily="49" charset="-122"/>
                <a:cs typeface="Times New Roman" panose="02020603050405020304" pitchFamily="18" charset="0"/>
              </a:defRPr>
            </a:lvl2pPr>
            <a:lvl3pPr>
              <a:buFont typeface="Wingdings" panose="05000000000000000000" pitchFamily="2" charset="2"/>
              <a:buChar char="Ø"/>
              <a:defRPr b="1">
                <a:solidFill>
                  <a:srgbClr val="CC3300"/>
                </a:solidFill>
                <a:latin typeface="Times New Roman" panose="02020603050405020304" pitchFamily="18" charset="0"/>
                <a:cs typeface="Times New Roman" panose="02020603050405020304" pitchFamily="18" charset="0"/>
              </a:defRPr>
            </a:lvl3pPr>
            <a:lvl4pPr>
              <a:defRPr>
                <a:latin typeface="Times New Roman" panose="02020603050405020304" pitchFamily="18" charset="0"/>
                <a:cs typeface="Times New Roman" panose="02020603050405020304" pitchFamily="18" charset="0"/>
              </a:defRPr>
            </a:lvl4pPr>
            <a:lvl5pPr>
              <a:defRPr>
                <a:latin typeface="Times New Roman" panose="02020603050405020304" pitchFamily="18" charset="0"/>
                <a:cs typeface="Times New Roman" panose="02020603050405020304" pitchFamily="18" charset="0"/>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Rectangle 1057"/>
          <p:cNvSpPr>
            <a:spLocks noGrp="1" noChangeArrowheads="1"/>
          </p:cNvSpPr>
          <p:nvPr>
            <p:ph type="dt" sz="half" idx="10"/>
          </p:nvPr>
        </p:nvSpPr>
        <p:spPr/>
        <p:txBody>
          <a:bodyPr/>
          <a:lstStyle>
            <a:lvl1pPr>
              <a:defRPr/>
            </a:lvl1pPr>
          </a:lstStyle>
          <a:p>
            <a:pPr>
              <a:defRPr/>
            </a:pPr>
            <a:endParaRPr lang="en-US" altLang="zh-CN"/>
          </a:p>
        </p:txBody>
      </p:sp>
      <p:sp>
        <p:nvSpPr>
          <p:cNvPr id="5" name="Rectangle 1058"/>
          <p:cNvSpPr>
            <a:spLocks noGrp="1" noChangeArrowheads="1"/>
          </p:cNvSpPr>
          <p:nvPr>
            <p:ph type="ftr" sz="quarter" idx="11"/>
          </p:nvPr>
        </p:nvSpPr>
        <p:spPr/>
        <p:txBody>
          <a:bodyPr/>
          <a:lstStyle>
            <a:lvl1pPr>
              <a:defRPr/>
            </a:lvl1pPr>
          </a:lstStyle>
          <a:p>
            <a:pPr>
              <a:defRPr/>
            </a:pPr>
            <a:endParaRPr lang="en-US" altLang="zh-CN"/>
          </a:p>
        </p:txBody>
      </p:sp>
      <p:sp>
        <p:nvSpPr>
          <p:cNvPr id="6" name="Rectangle 1059"/>
          <p:cNvSpPr>
            <a:spLocks noGrp="1" noChangeArrowheads="1"/>
          </p:cNvSpPr>
          <p:nvPr>
            <p:ph type="sldNum" sz="quarter" idx="12"/>
          </p:nvPr>
        </p:nvSpPr>
        <p:spPr/>
        <p:txBody>
          <a:bodyPr/>
          <a:lstStyle>
            <a:lvl1pPr>
              <a:defRPr/>
            </a:lvl1pPr>
          </a:lstStyle>
          <a:p>
            <a:pPr>
              <a:defRPr/>
            </a:pPr>
            <a:fld id="{26865495-C111-4C7C-9322-8F1EB441798D}" type="slidenum">
              <a:rPr lang="en-US" altLang="zh-CN"/>
            </a:fld>
            <a:endParaRPr lang="en-US" altLang="zh-CN"/>
          </a:p>
        </p:txBody>
      </p:sp>
      <p:sp>
        <p:nvSpPr>
          <p:cNvPr id="2" name="标题 1"/>
          <p:cNvSpPr>
            <a:spLocks noGrp="1"/>
          </p:cNvSpPr>
          <p:nvPr>
            <p:ph type="title"/>
          </p:nvPr>
        </p:nvSpPr>
        <p:spPr>
          <a:xfrm>
            <a:off x="0" y="548680"/>
            <a:ext cx="9906000" cy="557213"/>
          </a:xfrm>
        </p:spPr>
        <p:txBody>
          <a:bodyPr tIns="144000"/>
          <a:lstStyle>
            <a:lvl1pPr>
              <a:defRPr sz="2800" b="1">
                <a:latin typeface="黑体" panose="02010609060101010101" pitchFamily="2" charset="-122"/>
                <a:ea typeface="黑体" panose="02010609060101010101" pitchFamily="2" charset="-122"/>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4201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82638"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Rectangle 1057"/>
          <p:cNvSpPr>
            <a:spLocks noGrp="1" noChangeArrowheads="1"/>
          </p:cNvSpPr>
          <p:nvPr>
            <p:ph type="dt" sz="half" idx="10"/>
          </p:nvPr>
        </p:nvSpPr>
        <p:spPr/>
        <p:txBody>
          <a:bodyPr/>
          <a:lstStyle>
            <a:lvl1pPr>
              <a:defRPr/>
            </a:lvl1pPr>
          </a:lstStyle>
          <a:p>
            <a:pPr>
              <a:defRPr/>
            </a:pPr>
            <a:endParaRPr lang="en-US" altLang="zh-CN"/>
          </a:p>
        </p:txBody>
      </p:sp>
      <p:sp>
        <p:nvSpPr>
          <p:cNvPr id="5" name="Rectangle 1058"/>
          <p:cNvSpPr>
            <a:spLocks noGrp="1" noChangeArrowheads="1"/>
          </p:cNvSpPr>
          <p:nvPr>
            <p:ph type="ftr" sz="quarter" idx="11"/>
          </p:nvPr>
        </p:nvSpPr>
        <p:spPr/>
        <p:txBody>
          <a:bodyPr/>
          <a:lstStyle>
            <a:lvl1pPr>
              <a:defRPr/>
            </a:lvl1pPr>
          </a:lstStyle>
          <a:p>
            <a:pPr>
              <a:defRPr/>
            </a:pPr>
            <a:endParaRPr lang="en-US" altLang="zh-CN"/>
          </a:p>
        </p:txBody>
      </p:sp>
      <p:sp>
        <p:nvSpPr>
          <p:cNvPr id="6" name="Rectangle 1059"/>
          <p:cNvSpPr>
            <a:spLocks noGrp="1" noChangeArrowheads="1"/>
          </p:cNvSpPr>
          <p:nvPr>
            <p:ph type="sldNum" sz="quarter" idx="12"/>
          </p:nvPr>
        </p:nvSpPr>
        <p:spPr/>
        <p:txBody>
          <a:bodyPr/>
          <a:lstStyle>
            <a:lvl1pPr>
              <a:defRPr/>
            </a:lvl1pPr>
          </a:lstStyle>
          <a:p>
            <a:pPr>
              <a:defRPr/>
            </a:pPr>
            <a:fld id="{D2782C1A-C5B3-42D5-AF87-DBD5476B7BE4}" type="slidenum">
              <a:rPr lang="en-US" altLang="zh-CN"/>
            </a:fld>
            <a:endParaRPr lang="en-US" altLang="zh-CN"/>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88950" y="1412875"/>
            <a:ext cx="4387850" cy="46085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5029200" y="1412875"/>
            <a:ext cx="4387850" cy="46085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Rectangle 1057"/>
          <p:cNvSpPr>
            <a:spLocks noGrp="1" noChangeArrowheads="1"/>
          </p:cNvSpPr>
          <p:nvPr>
            <p:ph type="dt" sz="half" idx="10"/>
          </p:nvPr>
        </p:nvSpPr>
        <p:spPr/>
        <p:txBody>
          <a:bodyPr/>
          <a:lstStyle>
            <a:lvl1pPr>
              <a:defRPr/>
            </a:lvl1pPr>
          </a:lstStyle>
          <a:p>
            <a:pPr>
              <a:defRPr/>
            </a:pPr>
            <a:endParaRPr lang="en-US" altLang="zh-CN"/>
          </a:p>
        </p:txBody>
      </p:sp>
      <p:sp>
        <p:nvSpPr>
          <p:cNvPr id="6" name="Rectangle 1058"/>
          <p:cNvSpPr>
            <a:spLocks noGrp="1" noChangeArrowheads="1"/>
          </p:cNvSpPr>
          <p:nvPr>
            <p:ph type="ftr" sz="quarter" idx="11"/>
          </p:nvPr>
        </p:nvSpPr>
        <p:spPr/>
        <p:txBody>
          <a:bodyPr/>
          <a:lstStyle>
            <a:lvl1pPr>
              <a:defRPr/>
            </a:lvl1pPr>
          </a:lstStyle>
          <a:p>
            <a:pPr>
              <a:defRPr/>
            </a:pPr>
            <a:endParaRPr lang="en-US" altLang="zh-CN"/>
          </a:p>
        </p:txBody>
      </p:sp>
      <p:sp>
        <p:nvSpPr>
          <p:cNvPr id="7" name="Rectangle 1059"/>
          <p:cNvSpPr>
            <a:spLocks noGrp="1" noChangeArrowheads="1"/>
          </p:cNvSpPr>
          <p:nvPr>
            <p:ph type="sldNum" sz="quarter" idx="12"/>
          </p:nvPr>
        </p:nvSpPr>
        <p:spPr/>
        <p:txBody>
          <a:bodyPr/>
          <a:lstStyle>
            <a:lvl1pPr>
              <a:defRPr/>
            </a:lvl1pPr>
          </a:lstStyle>
          <a:p>
            <a:pPr>
              <a:defRPr/>
            </a:pPr>
            <a:fld id="{E4B3FC63-DC1C-492E-BE4D-1055C8A0177F}" type="slidenum">
              <a:rPr lang="en-US" altLang="zh-CN"/>
            </a:fld>
            <a:endParaRPr lang="en-US" altLang="zh-CN"/>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95300" y="274638"/>
            <a:ext cx="89154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Rectangle 1057"/>
          <p:cNvSpPr>
            <a:spLocks noGrp="1" noChangeArrowheads="1"/>
          </p:cNvSpPr>
          <p:nvPr>
            <p:ph type="dt" sz="half" idx="10"/>
          </p:nvPr>
        </p:nvSpPr>
        <p:spPr/>
        <p:txBody>
          <a:bodyPr/>
          <a:lstStyle>
            <a:lvl1pPr>
              <a:defRPr/>
            </a:lvl1pPr>
          </a:lstStyle>
          <a:p>
            <a:pPr>
              <a:defRPr/>
            </a:pPr>
            <a:endParaRPr lang="en-US" altLang="zh-CN"/>
          </a:p>
        </p:txBody>
      </p:sp>
      <p:sp>
        <p:nvSpPr>
          <p:cNvPr id="8" name="Rectangle 1058"/>
          <p:cNvSpPr>
            <a:spLocks noGrp="1" noChangeArrowheads="1"/>
          </p:cNvSpPr>
          <p:nvPr>
            <p:ph type="ftr" sz="quarter" idx="11"/>
          </p:nvPr>
        </p:nvSpPr>
        <p:spPr/>
        <p:txBody>
          <a:bodyPr/>
          <a:lstStyle>
            <a:lvl1pPr>
              <a:defRPr/>
            </a:lvl1pPr>
          </a:lstStyle>
          <a:p>
            <a:pPr>
              <a:defRPr/>
            </a:pPr>
            <a:endParaRPr lang="en-US" altLang="zh-CN"/>
          </a:p>
        </p:txBody>
      </p:sp>
      <p:sp>
        <p:nvSpPr>
          <p:cNvPr id="9" name="Rectangle 1059"/>
          <p:cNvSpPr>
            <a:spLocks noGrp="1" noChangeArrowheads="1"/>
          </p:cNvSpPr>
          <p:nvPr>
            <p:ph type="sldNum" sz="quarter" idx="12"/>
          </p:nvPr>
        </p:nvSpPr>
        <p:spPr/>
        <p:txBody>
          <a:bodyPr/>
          <a:lstStyle>
            <a:lvl1pPr>
              <a:defRPr/>
            </a:lvl1pPr>
          </a:lstStyle>
          <a:p>
            <a:pPr>
              <a:defRPr/>
            </a:pPr>
            <a:fld id="{AABE4DC1-00FC-4933-8396-B0E01B53869E}" type="slidenum">
              <a:rPr lang="en-US" altLang="zh-CN"/>
            </a:fld>
            <a:endParaRPr lang="en-US" altLang="zh-CN"/>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3" name="Rectangle 1057"/>
          <p:cNvSpPr>
            <a:spLocks noGrp="1" noChangeArrowheads="1"/>
          </p:cNvSpPr>
          <p:nvPr>
            <p:ph type="dt" sz="half" idx="10"/>
          </p:nvPr>
        </p:nvSpPr>
        <p:spPr/>
        <p:txBody>
          <a:bodyPr/>
          <a:lstStyle>
            <a:lvl1pPr>
              <a:defRPr/>
            </a:lvl1pPr>
          </a:lstStyle>
          <a:p>
            <a:pPr>
              <a:defRPr/>
            </a:pPr>
            <a:endParaRPr lang="en-US" altLang="zh-CN"/>
          </a:p>
        </p:txBody>
      </p:sp>
      <p:sp>
        <p:nvSpPr>
          <p:cNvPr id="4" name="Rectangle 1058"/>
          <p:cNvSpPr>
            <a:spLocks noGrp="1" noChangeArrowheads="1"/>
          </p:cNvSpPr>
          <p:nvPr>
            <p:ph type="ftr" sz="quarter" idx="11"/>
          </p:nvPr>
        </p:nvSpPr>
        <p:spPr/>
        <p:txBody>
          <a:bodyPr/>
          <a:lstStyle>
            <a:lvl1pPr>
              <a:defRPr/>
            </a:lvl1pPr>
          </a:lstStyle>
          <a:p>
            <a:pPr>
              <a:defRPr/>
            </a:pPr>
            <a:endParaRPr lang="en-US" altLang="zh-CN"/>
          </a:p>
        </p:txBody>
      </p:sp>
      <p:sp>
        <p:nvSpPr>
          <p:cNvPr id="5" name="Rectangle 1059"/>
          <p:cNvSpPr>
            <a:spLocks noGrp="1" noChangeArrowheads="1"/>
          </p:cNvSpPr>
          <p:nvPr>
            <p:ph type="sldNum" sz="quarter" idx="12"/>
          </p:nvPr>
        </p:nvSpPr>
        <p:spPr/>
        <p:txBody>
          <a:bodyPr/>
          <a:lstStyle>
            <a:lvl1pPr>
              <a:defRPr/>
            </a:lvl1pPr>
          </a:lstStyle>
          <a:p>
            <a:pPr>
              <a:defRPr/>
            </a:pPr>
            <a:fld id="{D886664B-AA12-4858-9E22-C1219749D76A}" type="slidenum">
              <a:rPr lang="en-US" altLang="zh-CN"/>
            </a:fld>
            <a:endParaRPr lang="en-US" altLang="zh-CN"/>
          </a:p>
        </p:txBody>
      </p:sp>
      <p:sp>
        <p:nvSpPr>
          <p:cNvPr id="6" name="标题 1"/>
          <p:cNvSpPr>
            <a:spLocks noGrp="1"/>
          </p:cNvSpPr>
          <p:nvPr>
            <p:ph type="title"/>
          </p:nvPr>
        </p:nvSpPr>
        <p:spPr>
          <a:xfrm>
            <a:off x="0" y="548680"/>
            <a:ext cx="9906000" cy="557213"/>
          </a:xfrm>
        </p:spPr>
        <p:txBody>
          <a:bodyPr tIns="144000"/>
          <a:lstStyle>
            <a:lvl1pPr>
              <a:defRPr sz="2800" b="1">
                <a:latin typeface="黑体" panose="02010609060101010101" pitchFamily="2" charset="-122"/>
                <a:ea typeface="黑体" panose="02010609060101010101" pitchFamily="2" charset="-122"/>
              </a:defRPr>
            </a:lvl1pPr>
          </a:lstStyle>
          <a:p>
            <a:r>
              <a:rPr lang="zh-CN" altLang="en-US" dirty="0"/>
              <a:t>单击此处编辑母版标题样式</a:t>
            </a:r>
            <a:endParaRPr lang="zh-CN" alt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57"/>
          <p:cNvSpPr>
            <a:spLocks noGrp="1" noChangeArrowheads="1"/>
          </p:cNvSpPr>
          <p:nvPr>
            <p:ph type="dt" sz="half" idx="10"/>
          </p:nvPr>
        </p:nvSpPr>
        <p:spPr/>
        <p:txBody>
          <a:bodyPr/>
          <a:lstStyle>
            <a:lvl1pPr>
              <a:defRPr/>
            </a:lvl1pPr>
          </a:lstStyle>
          <a:p>
            <a:pPr>
              <a:defRPr/>
            </a:pPr>
            <a:endParaRPr lang="en-US" altLang="zh-CN"/>
          </a:p>
        </p:txBody>
      </p:sp>
      <p:sp>
        <p:nvSpPr>
          <p:cNvPr id="3" name="Rectangle 1058"/>
          <p:cNvSpPr>
            <a:spLocks noGrp="1" noChangeArrowheads="1"/>
          </p:cNvSpPr>
          <p:nvPr>
            <p:ph type="ftr" sz="quarter" idx="11"/>
          </p:nvPr>
        </p:nvSpPr>
        <p:spPr/>
        <p:txBody>
          <a:bodyPr/>
          <a:lstStyle>
            <a:lvl1pPr>
              <a:defRPr/>
            </a:lvl1pPr>
          </a:lstStyle>
          <a:p>
            <a:pPr>
              <a:defRPr/>
            </a:pPr>
            <a:endParaRPr lang="en-US" altLang="zh-CN"/>
          </a:p>
        </p:txBody>
      </p:sp>
      <p:sp>
        <p:nvSpPr>
          <p:cNvPr id="4" name="Rectangle 1059"/>
          <p:cNvSpPr>
            <a:spLocks noGrp="1" noChangeArrowheads="1"/>
          </p:cNvSpPr>
          <p:nvPr>
            <p:ph type="sldNum" sz="quarter" idx="12"/>
          </p:nvPr>
        </p:nvSpPr>
        <p:spPr/>
        <p:txBody>
          <a:bodyPr/>
          <a:lstStyle>
            <a:lvl1pPr>
              <a:defRPr/>
            </a:lvl1pPr>
          </a:lstStyle>
          <a:p>
            <a:pPr>
              <a:defRPr/>
            </a:pPr>
            <a:fld id="{57E13D05-8C78-47A2-8570-EF6F17F897A0}" type="slidenum">
              <a:rPr lang="en-US" altLang="zh-CN"/>
            </a:fld>
            <a:endParaRPr lang="en-US" altLang="zh-CN"/>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1057"/>
          <p:cNvSpPr>
            <a:spLocks noGrp="1" noChangeArrowheads="1"/>
          </p:cNvSpPr>
          <p:nvPr>
            <p:ph type="dt" sz="half" idx="10"/>
          </p:nvPr>
        </p:nvSpPr>
        <p:spPr/>
        <p:txBody>
          <a:bodyPr/>
          <a:lstStyle>
            <a:lvl1pPr>
              <a:defRPr/>
            </a:lvl1pPr>
          </a:lstStyle>
          <a:p>
            <a:pPr>
              <a:defRPr/>
            </a:pPr>
            <a:endParaRPr lang="en-US" altLang="zh-CN"/>
          </a:p>
        </p:txBody>
      </p:sp>
      <p:sp>
        <p:nvSpPr>
          <p:cNvPr id="6" name="Rectangle 1058"/>
          <p:cNvSpPr>
            <a:spLocks noGrp="1" noChangeArrowheads="1"/>
          </p:cNvSpPr>
          <p:nvPr>
            <p:ph type="ftr" sz="quarter" idx="11"/>
          </p:nvPr>
        </p:nvSpPr>
        <p:spPr/>
        <p:txBody>
          <a:bodyPr/>
          <a:lstStyle>
            <a:lvl1pPr>
              <a:defRPr/>
            </a:lvl1pPr>
          </a:lstStyle>
          <a:p>
            <a:pPr>
              <a:defRPr/>
            </a:pPr>
            <a:endParaRPr lang="en-US" altLang="zh-CN"/>
          </a:p>
        </p:txBody>
      </p:sp>
      <p:sp>
        <p:nvSpPr>
          <p:cNvPr id="7" name="Rectangle 1059"/>
          <p:cNvSpPr>
            <a:spLocks noGrp="1" noChangeArrowheads="1"/>
          </p:cNvSpPr>
          <p:nvPr>
            <p:ph type="sldNum" sz="quarter" idx="12"/>
          </p:nvPr>
        </p:nvSpPr>
        <p:spPr/>
        <p:txBody>
          <a:bodyPr/>
          <a:lstStyle>
            <a:lvl1pPr>
              <a:defRPr/>
            </a:lvl1pPr>
          </a:lstStyle>
          <a:p>
            <a:pPr>
              <a:defRPr/>
            </a:pPr>
            <a:fld id="{7CF24378-1C3B-44E6-BF5E-36164A66F8F1}" type="slidenum">
              <a:rPr lang="en-US" altLang="zh-CN"/>
            </a:fld>
            <a:endParaRPr lang="en-US" altLang="zh-CN"/>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Rectangle 1057"/>
          <p:cNvSpPr>
            <a:spLocks noGrp="1" noChangeArrowheads="1"/>
          </p:cNvSpPr>
          <p:nvPr>
            <p:ph type="dt" sz="half" idx="10"/>
          </p:nvPr>
        </p:nvSpPr>
        <p:spPr/>
        <p:txBody>
          <a:bodyPr/>
          <a:lstStyle>
            <a:lvl1pPr>
              <a:defRPr/>
            </a:lvl1pPr>
          </a:lstStyle>
          <a:p>
            <a:pPr>
              <a:defRPr/>
            </a:pPr>
            <a:endParaRPr lang="en-US" altLang="zh-CN"/>
          </a:p>
        </p:txBody>
      </p:sp>
      <p:sp>
        <p:nvSpPr>
          <p:cNvPr id="6" name="Rectangle 1058"/>
          <p:cNvSpPr>
            <a:spLocks noGrp="1" noChangeArrowheads="1"/>
          </p:cNvSpPr>
          <p:nvPr>
            <p:ph type="ftr" sz="quarter" idx="11"/>
          </p:nvPr>
        </p:nvSpPr>
        <p:spPr/>
        <p:txBody>
          <a:bodyPr/>
          <a:lstStyle>
            <a:lvl1pPr>
              <a:defRPr/>
            </a:lvl1pPr>
          </a:lstStyle>
          <a:p>
            <a:pPr>
              <a:defRPr/>
            </a:pPr>
            <a:endParaRPr lang="en-US" altLang="zh-CN"/>
          </a:p>
        </p:txBody>
      </p:sp>
      <p:sp>
        <p:nvSpPr>
          <p:cNvPr id="7" name="Rectangle 1059"/>
          <p:cNvSpPr>
            <a:spLocks noGrp="1" noChangeArrowheads="1"/>
          </p:cNvSpPr>
          <p:nvPr>
            <p:ph type="sldNum" sz="quarter" idx="12"/>
          </p:nvPr>
        </p:nvSpPr>
        <p:spPr/>
        <p:txBody>
          <a:bodyPr/>
          <a:lstStyle>
            <a:lvl1pPr>
              <a:defRPr/>
            </a:lvl1pPr>
          </a:lstStyle>
          <a:p>
            <a:pPr>
              <a:defRPr/>
            </a:pPr>
            <a:fld id="{EE945347-3C44-40D5-A17B-53A0D031698D}" type="slidenum">
              <a:rPr lang="en-US" altLang="zh-CN"/>
            </a:fld>
            <a:endParaRPr lang="en-US" altLang="zh-CN"/>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057"/>
          <p:cNvSpPr>
            <a:spLocks noGrp="1" noChangeArrowheads="1"/>
          </p:cNvSpPr>
          <p:nvPr>
            <p:ph type="dt" sz="half" idx="10"/>
          </p:nvPr>
        </p:nvSpPr>
        <p:spPr/>
        <p:txBody>
          <a:bodyPr/>
          <a:lstStyle>
            <a:lvl1pPr>
              <a:defRPr/>
            </a:lvl1pPr>
          </a:lstStyle>
          <a:p>
            <a:pPr>
              <a:defRPr/>
            </a:pPr>
            <a:endParaRPr lang="en-US" altLang="zh-CN"/>
          </a:p>
        </p:txBody>
      </p:sp>
      <p:sp>
        <p:nvSpPr>
          <p:cNvPr id="5" name="Rectangle 1058"/>
          <p:cNvSpPr>
            <a:spLocks noGrp="1" noChangeArrowheads="1"/>
          </p:cNvSpPr>
          <p:nvPr>
            <p:ph type="ftr" sz="quarter" idx="11"/>
          </p:nvPr>
        </p:nvSpPr>
        <p:spPr/>
        <p:txBody>
          <a:bodyPr/>
          <a:lstStyle>
            <a:lvl1pPr>
              <a:defRPr/>
            </a:lvl1pPr>
          </a:lstStyle>
          <a:p>
            <a:pPr>
              <a:defRPr/>
            </a:pPr>
            <a:endParaRPr lang="en-US" altLang="zh-CN"/>
          </a:p>
        </p:txBody>
      </p:sp>
      <p:sp>
        <p:nvSpPr>
          <p:cNvPr id="6" name="Rectangle 1059"/>
          <p:cNvSpPr>
            <a:spLocks noGrp="1" noChangeArrowheads="1"/>
          </p:cNvSpPr>
          <p:nvPr>
            <p:ph type="sldNum" sz="quarter" idx="12"/>
          </p:nvPr>
        </p:nvSpPr>
        <p:spPr/>
        <p:txBody>
          <a:bodyPr/>
          <a:lstStyle>
            <a:lvl1pPr>
              <a:defRPr/>
            </a:lvl1pPr>
          </a:lstStyle>
          <a:p>
            <a:pPr>
              <a:defRPr/>
            </a:pPr>
            <a:fld id="{71D8CAA4-D073-466F-8D95-83D121EDC3B5}" type="slidenum">
              <a:rPr lang="en-US" altLang="zh-CN"/>
            </a:fld>
            <a:endParaRPr lang="en-US" altLang="zh-CN"/>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429500" y="568325"/>
            <a:ext cx="2476500" cy="5453063"/>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0" y="568325"/>
            <a:ext cx="7277100" cy="5453063"/>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Rectangle 1057"/>
          <p:cNvSpPr>
            <a:spLocks noGrp="1" noChangeArrowheads="1"/>
          </p:cNvSpPr>
          <p:nvPr>
            <p:ph type="dt" sz="half" idx="10"/>
          </p:nvPr>
        </p:nvSpPr>
        <p:spPr/>
        <p:txBody>
          <a:bodyPr/>
          <a:lstStyle>
            <a:lvl1pPr>
              <a:defRPr/>
            </a:lvl1pPr>
          </a:lstStyle>
          <a:p>
            <a:pPr>
              <a:defRPr/>
            </a:pPr>
            <a:endParaRPr lang="en-US" altLang="zh-CN"/>
          </a:p>
        </p:txBody>
      </p:sp>
      <p:sp>
        <p:nvSpPr>
          <p:cNvPr id="5" name="Rectangle 1058"/>
          <p:cNvSpPr>
            <a:spLocks noGrp="1" noChangeArrowheads="1"/>
          </p:cNvSpPr>
          <p:nvPr>
            <p:ph type="ftr" sz="quarter" idx="11"/>
          </p:nvPr>
        </p:nvSpPr>
        <p:spPr/>
        <p:txBody>
          <a:bodyPr/>
          <a:lstStyle>
            <a:lvl1pPr>
              <a:defRPr/>
            </a:lvl1pPr>
          </a:lstStyle>
          <a:p>
            <a:pPr>
              <a:defRPr/>
            </a:pPr>
            <a:endParaRPr lang="en-US" altLang="zh-CN"/>
          </a:p>
        </p:txBody>
      </p:sp>
      <p:sp>
        <p:nvSpPr>
          <p:cNvPr id="6" name="Rectangle 1059"/>
          <p:cNvSpPr>
            <a:spLocks noGrp="1" noChangeArrowheads="1"/>
          </p:cNvSpPr>
          <p:nvPr>
            <p:ph type="sldNum" sz="quarter" idx="12"/>
          </p:nvPr>
        </p:nvSpPr>
        <p:spPr/>
        <p:txBody>
          <a:bodyPr/>
          <a:lstStyle>
            <a:lvl1pPr>
              <a:defRPr/>
            </a:lvl1pPr>
          </a:lstStyle>
          <a:p>
            <a:pPr>
              <a:defRPr/>
            </a:pPr>
            <a:fld id="{94CB4ECF-B331-4F26-9EDB-E08F759F9BE6}" type="slidenum">
              <a:rPr lang="en-US" altLang="zh-CN"/>
            </a:fld>
            <a:endParaRPr lang="en-US" altLang="zh-CN"/>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1_空白">
    <p:spTree>
      <p:nvGrpSpPr>
        <p:cNvPr id="1" name=""/>
        <p:cNvGrpSpPr/>
        <p:nvPr/>
      </p:nvGrpSpPr>
      <p:grpSpPr>
        <a:xfrm>
          <a:off x="0" y="0"/>
          <a:ext cx="0" cy="0"/>
          <a:chOff x="0" y="0"/>
          <a:chExt cx="0" cy="0"/>
        </a:xfrm>
      </p:grpSpPr>
      <p:sp>
        <p:nvSpPr>
          <p:cNvPr id="2" name="Rectangle 1057"/>
          <p:cNvSpPr>
            <a:spLocks noGrp="1" noChangeArrowheads="1"/>
          </p:cNvSpPr>
          <p:nvPr>
            <p:ph type="dt" sz="half" idx="10"/>
          </p:nvPr>
        </p:nvSpPr>
        <p:spPr/>
        <p:txBody>
          <a:bodyPr/>
          <a:lstStyle>
            <a:lvl1pPr>
              <a:defRPr/>
            </a:lvl1pPr>
          </a:lstStyle>
          <a:p>
            <a:pPr>
              <a:defRPr/>
            </a:pPr>
            <a:endParaRPr lang="en-US" altLang="zh-CN"/>
          </a:p>
        </p:txBody>
      </p:sp>
      <p:sp>
        <p:nvSpPr>
          <p:cNvPr id="3" name="Rectangle 1058"/>
          <p:cNvSpPr>
            <a:spLocks noGrp="1" noChangeArrowheads="1"/>
          </p:cNvSpPr>
          <p:nvPr>
            <p:ph type="ftr" sz="quarter" idx="11"/>
          </p:nvPr>
        </p:nvSpPr>
        <p:spPr/>
        <p:txBody>
          <a:bodyPr/>
          <a:lstStyle>
            <a:lvl1pPr>
              <a:defRPr/>
            </a:lvl1pPr>
          </a:lstStyle>
          <a:p>
            <a:pPr>
              <a:defRPr/>
            </a:pPr>
            <a:endParaRPr lang="en-US" altLang="zh-CN"/>
          </a:p>
        </p:txBody>
      </p:sp>
      <p:sp>
        <p:nvSpPr>
          <p:cNvPr id="5" name="Rectangle 1059"/>
          <p:cNvSpPr>
            <a:spLocks noGrp="1" noChangeArrowheads="1"/>
          </p:cNvSpPr>
          <p:nvPr>
            <p:ph type="sldNum" sz="quarter" idx="12"/>
          </p:nvPr>
        </p:nvSpPr>
        <p:spPr>
          <a:xfrm>
            <a:off x="7512050" y="6242050"/>
            <a:ext cx="1905000" cy="457200"/>
          </a:xfrm>
        </p:spPr>
        <p:txBody>
          <a:bodyPr/>
          <a:lstStyle>
            <a:lvl1pPr>
              <a:defRPr/>
            </a:lvl1pPr>
          </a:lstStyle>
          <a:p>
            <a:pPr>
              <a:defRPr/>
            </a:pPr>
            <a:fld id="{891DE90A-06C3-47CE-BA8B-3C8F01A40176}" type="slidenum">
              <a:rPr lang="en-US" altLang="zh-CN"/>
            </a:fld>
            <a:endParaRPr lang="en-US" altLang="zh-CN"/>
          </a:p>
        </p:txBody>
      </p:sp>
      <p:sp>
        <p:nvSpPr>
          <p:cNvPr id="3109" name="Rectangle 1061"/>
          <p:cNvSpPr>
            <a:spLocks noGrp="1" noChangeAspect="1" noChangeArrowheads="1"/>
          </p:cNvSpPr>
          <p:nvPr>
            <p:ph type="title" hasCustomPrompt="1"/>
          </p:nvPr>
        </p:nvSpPr>
        <p:spPr bwMode="auto">
          <a:xfrm>
            <a:off x="0" y="561975"/>
            <a:ext cx="9906000" cy="557213"/>
          </a:xfrm>
          <a:prstGeom prst="rect">
            <a:avLst/>
          </a:prstGeom>
          <a:solidFill>
            <a:srgbClr val="336699"/>
          </a:solidFill>
          <a:ln w="9525">
            <a:noFill/>
            <a:miter lim="800000"/>
          </a:ln>
          <a:effectLst/>
        </p:spPr>
        <p:txBody>
          <a:bodyPr vert="horz" wrap="square" lIns="288000" tIns="45720" rIns="288000" bIns="45720" numCol="1" anchor="ctr" anchorCtr="0" compatLnSpc="1"/>
          <a:lstStyle/>
          <a:p>
            <a:pPr lvl="0"/>
            <a:r>
              <a:rPr lang="zh-CN" altLang="en-US" dirty="0"/>
              <a:t>单击此处编辑母版标题样式文件</a:t>
            </a:r>
            <a:endParaRPr lang="zh-CN" altLang="en-US" dirty="0"/>
          </a:p>
        </p:txBody>
      </p:sp>
      <p:sp>
        <p:nvSpPr>
          <p:cNvPr id="4" name="内容占位符 3"/>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1_节标题">
    <p:spTree>
      <p:nvGrpSpPr>
        <p:cNvPr id="1" name=""/>
        <p:cNvGrpSpPr/>
        <p:nvPr/>
      </p:nvGrpSpPr>
      <p:grpSpPr>
        <a:xfrm>
          <a:off x="0" y="0"/>
          <a:ext cx="0" cy="0"/>
          <a:chOff x="0" y="0"/>
          <a:chExt cx="0" cy="0"/>
        </a:xfrm>
      </p:grpSpPr>
      <p:sp>
        <p:nvSpPr>
          <p:cNvPr id="4" name="Rectangle 1057"/>
          <p:cNvSpPr>
            <a:spLocks noGrp="1" noChangeArrowheads="1"/>
          </p:cNvSpPr>
          <p:nvPr>
            <p:ph type="dt" sz="half" idx="10"/>
          </p:nvPr>
        </p:nvSpPr>
        <p:spPr/>
        <p:txBody>
          <a:bodyPr/>
          <a:lstStyle>
            <a:lvl1pPr>
              <a:defRPr/>
            </a:lvl1pPr>
          </a:lstStyle>
          <a:p>
            <a:pPr>
              <a:defRPr/>
            </a:pPr>
            <a:endParaRPr lang="en-US" altLang="zh-CN"/>
          </a:p>
        </p:txBody>
      </p:sp>
      <p:sp>
        <p:nvSpPr>
          <p:cNvPr id="5" name="Rectangle 1058"/>
          <p:cNvSpPr>
            <a:spLocks noGrp="1" noChangeArrowheads="1"/>
          </p:cNvSpPr>
          <p:nvPr>
            <p:ph type="ftr" sz="quarter" idx="11"/>
          </p:nvPr>
        </p:nvSpPr>
        <p:spPr/>
        <p:txBody>
          <a:bodyPr/>
          <a:lstStyle>
            <a:lvl1pPr>
              <a:defRPr/>
            </a:lvl1pPr>
          </a:lstStyle>
          <a:p>
            <a:pPr>
              <a:defRPr/>
            </a:pPr>
            <a:endParaRPr lang="en-US" altLang="zh-CN"/>
          </a:p>
        </p:txBody>
      </p:sp>
      <p:sp>
        <p:nvSpPr>
          <p:cNvPr id="6" name="Rectangle 1059"/>
          <p:cNvSpPr>
            <a:spLocks noGrp="1" noChangeArrowheads="1"/>
          </p:cNvSpPr>
          <p:nvPr>
            <p:ph type="sldNum" sz="quarter" idx="12"/>
          </p:nvPr>
        </p:nvSpPr>
        <p:spPr/>
        <p:txBody>
          <a:bodyPr/>
          <a:lstStyle>
            <a:lvl1pPr>
              <a:defRPr/>
            </a:lvl1pPr>
          </a:lstStyle>
          <a:p>
            <a:pPr>
              <a:defRPr/>
            </a:pPr>
            <a:fld id="{0A503701-8B22-4BF9-B83D-C544728963A7}" type="slidenum">
              <a:rPr lang="en-US" altLang="zh-CN"/>
            </a:fld>
            <a:endParaRPr lang="en-US" altLang="zh-CN"/>
          </a:p>
        </p:txBody>
      </p:sp>
      <p:sp>
        <p:nvSpPr>
          <p:cNvPr id="7" name="标题 6"/>
          <p:cNvSpPr>
            <a:spLocks noGrp="1"/>
          </p:cNvSpPr>
          <p:nvPr>
            <p:ph type="title"/>
          </p:nvPr>
        </p:nvSpPr>
        <p:spPr/>
        <p:txBody>
          <a:bodyPr tIns="107950" bIns="0"/>
          <a:lstStyle/>
          <a:p>
            <a:r>
              <a:rPr lang="zh-CN" altLang="en-US"/>
              <a:t>单击此处编辑母版标题样式</a:t>
            </a:r>
            <a:endParaRPr lang="zh-CN" altLang="en-US"/>
          </a:p>
        </p:txBody>
      </p:sp>
      <p:sp>
        <p:nvSpPr>
          <p:cNvPr id="8" name="内容占位符 7"/>
          <p:cNvSpPr>
            <a:spLocks noGrp="1"/>
          </p:cNvSpPr>
          <p:nvPr>
            <p:ph idx="13"/>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image" Target="../media/image4.png"/><Relationship Id="rId16" Type="http://schemas.openxmlformats.org/officeDocument/2006/relationships/image" Target="../media/image3.jpeg"/><Relationship Id="rId15" Type="http://schemas.openxmlformats.org/officeDocument/2006/relationships/image" Target="../media/image2.jpeg"/><Relationship Id="rId14" Type="http://schemas.openxmlformats.org/officeDocument/2006/relationships/image" Target="../media/image1.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1063" descr="backgroud-blueframe"/>
          <p:cNvPicPr>
            <a:picLocks noChangeAspect="1" noChangeArrowheads="1"/>
          </p:cNvPicPr>
          <p:nvPr userDrawn="1"/>
        </p:nvPicPr>
        <p:blipFill>
          <a:blip r:embed="rId14" cstate="print"/>
          <a:srcRect/>
          <a:stretch>
            <a:fillRect/>
          </a:stretch>
        </p:blipFill>
        <p:spPr bwMode="auto">
          <a:xfrm>
            <a:off x="-9525" y="561975"/>
            <a:ext cx="9925050" cy="6296025"/>
          </a:xfrm>
          <a:prstGeom prst="rect">
            <a:avLst/>
          </a:prstGeom>
          <a:noFill/>
          <a:ln w="9525">
            <a:noFill/>
            <a:miter lim="800000"/>
            <a:headEnd/>
            <a:tailEnd/>
          </a:ln>
        </p:spPr>
      </p:pic>
      <p:pic>
        <p:nvPicPr>
          <p:cNvPr id="2051" name="Picture 1047" descr="软件所所徽"/>
          <p:cNvPicPr>
            <a:picLocks noChangeAspect="1" noChangeArrowheads="1"/>
          </p:cNvPicPr>
          <p:nvPr/>
        </p:nvPicPr>
        <p:blipFill>
          <a:blip r:embed="rId15" cstate="print"/>
          <a:srcRect/>
          <a:stretch>
            <a:fillRect/>
          </a:stretch>
        </p:blipFill>
        <p:spPr bwMode="auto">
          <a:xfrm>
            <a:off x="5241032" y="112713"/>
            <a:ext cx="1366838" cy="412750"/>
          </a:xfrm>
          <a:prstGeom prst="rect">
            <a:avLst/>
          </a:prstGeom>
          <a:noFill/>
          <a:ln w="9525">
            <a:noFill/>
            <a:miter lim="800000"/>
            <a:headEnd/>
            <a:tailEnd/>
          </a:ln>
        </p:spPr>
      </p:pic>
      <p:pic>
        <p:nvPicPr>
          <p:cNvPr id="2052" name="Picture 1056" descr="iscas-mzd"/>
          <p:cNvPicPr>
            <a:picLocks noChangeAspect="1" noChangeArrowheads="1"/>
          </p:cNvPicPr>
          <p:nvPr userDrawn="1"/>
        </p:nvPicPr>
        <p:blipFill>
          <a:blip r:embed="rId16" cstate="print"/>
          <a:srcRect/>
          <a:stretch>
            <a:fillRect/>
          </a:stretch>
        </p:blipFill>
        <p:spPr bwMode="auto">
          <a:xfrm>
            <a:off x="6823770" y="96838"/>
            <a:ext cx="2141537" cy="334962"/>
          </a:xfrm>
          <a:prstGeom prst="rect">
            <a:avLst/>
          </a:prstGeom>
          <a:noFill/>
          <a:ln w="9525">
            <a:noFill/>
            <a:miter lim="800000"/>
            <a:headEnd/>
            <a:tailEnd/>
          </a:ln>
        </p:spPr>
      </p:pic>
      <p:sp>
        <p:nvSpPr>
          <p:cNvPr id="3093" name="Text Box 1045"/>
          <p:cNvSpPr txBox="1">
            <a:spLocks noChangeArrowheads="1"/>
          </p:cNvSpPr>
          <p:nvPr/>
        </p:nvSpPr>
        <p:spPr bwMode="auto">
          <a:xfrm>
            <a:off x="6534845" y="333375"/>
            <a:ext cx="2808287" cy="244475"/>
          </a:xfrm>
          <a:prstGeom prst="rect">
            <a:avLst/>
          </a:prstGeom>
          <a:noFill/>
          <a:ln w="9525">
            <a:noFill/>
            <a:miter lim="800000"/>
          </a:ln>
          <a:effectLst/>
        </p:spPr>
        <p:txBody>
          <a:bodyPr wrap="none">
            <a:spAutoFit/>
          </a:bodyPr>
          <a:lstStyle/>
          <a:p>
            <a:pPr>
              <a:defRPr/>
            </a:pPr>
            <a:r>
              <a:rPr lang="en-US" altLang="zh-CN" sz="1000" b="0">
                <a:solidFill>
                  <a:srgbClr val="777777"/>
                </a:solidFill>
                <a:ea typeface="华文行楷" panose="02010800040101010101" pitchFamily="2" charset="-122"/>
              </a:rPr>
              <a:t>Institute of Software,Chinese Academy of Sciences</a:t>
            </a:r>
            <a:endParaRPr lang="en-US" altLang="zh-CN" sz="1000" b="0">
              <a:solidFill>
                <a:srgbClr val="777777"/>
              </a:solidFill>
              <a:ea typeface="华文行楷" panose="02010800040101010101" pitchFamily="2" charset="-122"/>
            </a:endParaRPr>
          </a:p>
        </p:txBody>
      </p:sp>
      <p:sp>
        <p:nvSpPr>
          <p:cNvPr id="3105" name="Rectangle 1057"/>
          <p:cNvSpPr>
            <a:spLocks noGrp="1" noChangeArrowheads="1"/>
          </p:cNvSpPr>
          <p:nvPr>
            <p:ph type="dt" sz="half" idx="2"/>
          </p:nvPr>
        </p:nvSpPr>
        <p:spPr bwMode="auto">
          <a:xfrm>
            <a:off x="685800" y="6242050"/>
            <a:ext cx="1905000" cy="457200"/>
          </a:xfrm>
          <a:prstGeom prst="rect">
            <a:avLst/>
          </a:prstGeom>
          <a:noFill/>
          <a:ln w="9525">
            <a:noFill/>
            <a:miter lim="800000"/>
          </a:ln>
          <a:effectLst/>
        </p:spPr>
        <p:txBody>
          <a:bodyPr vert="horz" wrap="square" lIns="91440" tIns="45720" rIns="91440" bIns="45720" numCol="1" anchor="t" anchorCtr="0" compatLnSpc="1"/>
          <a:lstStyle>
            <a:lvl1pPr algn="l">
              <a:defRPr sz="1400" b="0">
                <a:solidFill>
                  <a:schemeClr val="tx1"/>
                </a:solidFill>
                <a:ea typeface="+mn-ea"/>
              </a:defRPr>
            </a:lvl1pPr>
          </a:lstStyle>
          <a:p>
            <a:pPr>
              <a:defRPr/>
            </a:pPr>
            <a:endParaRPr lang="en-US" altLang="zh-CN"/>
          </a:p>
        </p:txBody>
      </p:sp>
      <p:sp>
        <p:nvSpPr>
          <p:cNvPr id="3106" name="Rectangle 1058"/>
          <p:cNvSpPr>
            <a:spLocks noGrp="1" noChangeArrowheads="1"/>
          </p:cNvSpPr>
          <p:nvPr>
            <p:ph type="ftr" sz="quarter" idx="3"/>
          </p:nvPr>
        </p:nvSpPr>
        <p:spPr bwMode="auto">
          <a:xfrm>
            <a:off x="3124200" y="6242050"/>
            <a:ext cx="2895600" cy="457200"/>
          </a:xfrm>
          <a:prstGeom prst="rect">
            <a:avLst/>
          </a:prstGeom>
          <a:noFill/>
          <a:ln w="9525">
            <a:noFill/>
            <a:miter lim="800000"/>
          </a:ln>
          <a:effectLst/>
        </p:spPr>
        <p:txBody>
          <a:bodyPr vert="horz" wrap="square" lIns="91440" tIns="45720" rIns="91440" bIns="45720" numCol="1" anchor="t" anchorCtr="0" compatLnSpc="1"/>
          <a:lstStyle>
            <a:lvl1pPr>
              <a:defRPr sz="1400" b="0">
                <a:solidFill>
                  <a:schemeClr val="tx1"/>
                </a:solidFill>
                <a:ea typeface="+mn-ea"/>
              </a:defRPr>
            </a:lvl1pPr>
          </a:lstStyle>
          <a:p>
            <a:pPr>
              <a:defRPr/>
            </a:pPr>
            <a:endParaRPr lang="en-US" altLang="zh-CN"/>
          </a:p>
        </p:txBody>
      </p:sp>
      <p:sp>
        <p:nvSpPr>
          <p:cNvPr id="3107" name="Rectangle 1059"/>
          <p:cNvSpPr>
            <a:spLocks noGrp="1" noChangeArrowheads="1"/>
          </p:cNvSpPr>
          <p:nvPr>
            <p:ph type="sldNum" sz="quarter" idx="4"/>
          </p:nvPr>
        </p:nvSpPr>
        <p:spPr bwMode="auto">
          <a:xfrm>
            <a:off x="6553200" y="6242050"/>
            <a:ext cx="1905000" cy="457200"/>
          </a:xfrm>
          <a:prstGeom prst="rect">
            <a:avLst/>
          </a:prstGeom>
          <a:noFill/>
          <a:ln w="9525">
            <a:noFill/>
            <a:miter lim="800000"/>
          </a:ln>
          <a:effectLst/>
        </p:spPr>
        <p:txBody>
          <a:bodyPr vert="horz" wrap="square" lIns="91440" tIns="45720" rIns="91440" bIns="45720" numCol="1" anchor="t" anchorCtr="0" compatLnSpc="1"/>
          <a:lstStyle>
            <a:lvl1pPr algn="r">
              <a:defRPr sz="1400" b="0">
                <a:solidFill>
                  <a:srgbClr val="0000CC"/>
                </a:solidFill>
                <a:ea typeface="+mn-ea"/>
              </a:defRPr>
            </a:lvl1pPr>
          </a:lstStyle>
          <a:p>
            <a:pPr>
              <a:defRPr/>
            </a:pPr>
            <a:fld id="{60FDD7D6-4A33-4BAD-82C5-1FFBFF1AD1D3}" type="slidenum">
              <a:rPr lang="en-US" altLang="zh-CN"/>
            </a:fld>
            <a:endParaRPr lang="en-US" altLang="zh-CN"/>
          </a:p>
        </p:txBody>
      </p:sp>
      <p:sp>
        <p:nvSpPr>
          <p:cNvPr id="2057" name="Rectangle 1060"/>
          <p:cNvSpPr>
            <a:spLocks noGrp="1" noChangeArrowheads="1"/>
          </p:cNvSpPr>
          <p:nvPr>
            <p:ph type="body" idx="1"/>
          </p:nvPr>
        </p:nvSpPr>
        <p:spPr bwMode="auto">
          <a:xfrm>
            <a:off x="488950" y="1412875"/>
            <a:ext cx="8928100" cy="4608513"/>
          </a:xfrm>
          <a:prstGeom prst="rect">
            <a:avLst/>
          </a:prstGeom>
          <a:noFill/>
          <a:ln w="9525">
            <a:noFill/>
            <a:miter lim="800000"/>
          </a:ln>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3109" name="Rectangle 1061"/>
          <p:cNvSpPr>
            <a:spLocks noGrp="1" noChangeAspect="1" noChangeArrowheads="1"/>
          </p:cNvSpPr>
          <p:nvPr>
            <p:ph type="title"/>
          </p:nvPr>
        </p:nvSpPr>
        <p:spPr bwMode="auto">
          <a:xfrm>
            <a:off x="0" y="568325"/>
            <a:ext cx="9906000" cy="557213"/>
          </a:xfrm>
          <a:prstGeom prst="rect">
            <a:avLst/>
          </a:prstGeom>
          <a:solidFill>
            <a:srgbClr val="336699"/>
          </a:solidFill>
          <a:ln w="9525">
            <a:noFill/>
            <a:miter lim="800000"/>
          </a:ln>
          <a:effectLst/>
        </p:spPr>
        <p:txBody>
          <a:bodyPr vert="horz" wrap="square" lIns="288000" tIns="45720" rIns="288000" bIns="45720" numCol="1" anchor="ctr" anchorCtr="0" compatLnSpc="1"/>
          <a:lstStyle/>
          <a:p>
            <a:pPr lvl="0"/>
            <a:r>
              <a:rPr lang="zh-CN" altLang="en-US" dirty="0"/>
              <a:t>单击此处编辑母版标题样式文件</a:t>
            </a:r>
            <a:endParaRPr lang="zh-CN" altLang="en-US" dirty="0"/>
          </a:p>
        </p:txBody>
      </p:sp>
      <p:pic>
        <p:nvPicPr>
          <p:cNvPr id="11" name="Picture 10"/>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9315798" y="53554"/>
            <a:ext cx="461738" cy="47190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txStyles>
    <p:titleStyle>
      <a:lvl1pPr algn="l" rtl="0" eaLnBrk="0" fontAlgn="base" hangingPunct="0">
        <a:lnSpc>
          <a:spcPct val="70000"/>
        </a:lnSpc>
        <a:spcBef>
          <a:spcPct val="0"/>
        </a:spcBef>
        <a:spcAft>
          <a:spcPct val="0"/>
        </a:spcAft>
        <a:defRPr kumimoji="1" sz="2800" b="1">
          <a:solidFill>
            <a:schemeClr val="bg1"/>
          </a:solidFill>
          <a:effectLst>
            <a:outerShdw blurRad="38100" dist="38100" dir="2700000" algn="tl">
              <a:srgbClr val="000000"/>
            </a:outerShdw>
          </a:effectLst>
          <a:latin typeface="+mj-lt"/>
          <a:ea typeface="+mj-ea"/>
          <a:cs typeface="+mj-cs"/>
        </a:defRPr>
      </a:lvl1pPr>
      <a:lvl2pPr algn="l" rtl="0" eaLnBrk="0" fontAlgn="base" hangingPunct="0">
        <a:lnSpc>
          <a:spcPct val="70000"/>
        </a:lnSpc>
        <a:spcBef>
          <a:spcPct val="0"/>
        </a:spcBef>
        <a:spcAft>
          <a:spcPct val="0"/>
        </a:spcAft>
        <a:defRPr kumimoji="1" sz="2800" b="1">
          <a:solidFill>
            <a:schemeClr val="bg1"/>
          </a:solidFill>
          <a:effectLst>
            <a:outerShdw blurRad="38100" dist="38100" dir="2700000" algn="tl">
              <a:srgbClr val="000000"/>
            </a:outerShdw>
          </a:effectLst>
          <a:latin typeface="Arial Narrow" panose="020B0606020202030204" pitchFamily="34" charset="0"/>
          <a:ea typeface="黑体" panose="02010609060101010101" pitchFamily="2" charset="-122"/>
        </a:defRPr>
      </a:lvl2pPr>
      <a:lvl3pPr algn="l" rtl="0" eaLnBrk="0" fontAlgn="base" hangingPunct="0">
        <a:lnSpc>
          <a:spcPct val="70000"/>
        </a:lnSpc>
        <a:spcBef>
          <a:spcPct val="0"/>
        </a:spcBef>
        <a:spcAft>
          <a:spcPct val="0"/>
        </a:spcAft>
        <a:defRPr kumimoji="1" sz="2800" b="1">
          <a:solidFill>
            <a:schemeClr val="bg1"/>
          </a:solidFill>
          <a:effectLst>
            <a:outerShdw blurRad="38100" dist="38100" dir="2700000" algn="tl">
              <a:srgbClr val="000000"/>
            </a:outerShdw>
          </a:effectLst>
          <a:latin typeface="Arial Narrow" panose="020B0606020202030204" pitchFamily="34" charset="0"/>
          <a:ea typeface="黑体" panose="02010609060101010101" pitchFamily="2" charset="-122"/>
        </a:defRPr>
      </a:lvl3pPr>
      <a:lvl4pPr algn="l" rtl="0" eaLnBrk="0" fontAlgn="base" hangingPunct="0">
        <a:lnSpc>
          <a:spcPct val="70000"/>
        </a:lnSpc>
        <a:spcBef>
          <a:spcPct val="0"/>
        </a:spcBef>
        <a:spcAft>
          <a:spcPct val="0"/>
        </a:spcAft>
        <a:defRPr kumimoji="1" sz="2800" b="1">
          <a:solidFill>
            <a:schemeClr val="bg1"/>
          </a:solidFill>
          <a:effectLst>
            <a:outerShdw blurRad="38100" dist="38100" dir="2700000" algn="tl">
              <a:srgbClr val="000000"/>
            </a:outerShdw>
          </a:effectLst>
          <a:latin typeface="Arial Narrow" panose="020B0606020202030204" pitchFamily="34" charset="0"/>
          <a:ea typeface="黑体" panose="02010609060101010101" pitchFamily="2" charset="-122"/>
        </a:defRPr>
      </a:lvl4pPr>
      <a:lvl5pPr algn="l" rtl="0" eaLnBrk="0" fontAlgn="base" hangingPunct="0">
        <a:lnSpc>
          <a:spcPct val="70000"/>
        </a:lnSpc>
        <a:spcBef>
          <a:spcPct val="0"/>
        </a:spcBef>
        <a:spcAft>
          <a:spcPct val="0"/>
        </a:spcAft>
        <a:defRPr kumimoji="1" sz="2800" b="1">
          <a:solidFill>
            <a:schemeClr val="bg1"/>
          </a:solidFill>
          <a:effectLst>
            <a:outerShdw blurRad="38100" dist="38100" dir="2700000" algn="tl">
              <a:srgbClr val="000000"/>
            </a:outerShdw>
          </a:effectLst>
          <a:latin typeface="Arial Narrow" panose="020B0606020202030204" pitchFamily="34" charset="0"/>
          <a:ea typeface="黑体" panose="02010609060101010101" pitchFamily="2" charset="-122"/>
        </a:defRPr>
      </a:lvl5pPr>
      <a:lvl6pPr marL="457200" algn="l" rtl="0" fontAlgn="base">
        <a:lnSpc>
          <a:spcPct val="70000"/>
        </a:lnSpc>
        <a:spcBef>
          <a:spcPct val="0"/>
        </a:spcBef>
        <a:spcAft>
          <a:spcPct val="0"/>
        </a:spcAft>
        <a:defRPr kumimoji="1" sz="2800" b="1">
          <a:solidFill>
            <a:schemeClr val="bg1"/>
          </a:solidFill>
          <a:effectLst>
            <a:outerShdw blurRad="38100" dist="38100" dir="2700000" algn="tl">
              <a:srgbClr val="000000"/>
            </a:outerShdw>
          </a:effectLst>
          <a:latin typeface="Arial Narrow" panose="020B0606020202030204" pitchFamily="34" charset="0"/>
          <a:ea typeface="黑体" panose="02010609060101010101" pitchFamily="2" charset="-122"/>
        </a:defRPr>
      </a:lvl6pPr>
      <a:lvl7pPr marL="914400" algn="l" rtl="0" fontAlgn="base">
        <a:lnSpc>
          <a:spcPct val="70000"/>
        </a:lnSpc>
        <a:spcBef>
          <a:spcPct val="0"/>
        </a:spcBef>
        <a:spcAft>
          <a:spcPct val="0"/>
        </a:spcAft>
        <a:defRPr kumimoji="1" sz="2800" b="1">
          <a:solidFill>
            <a:schemeClr val="bg1"/>
          </a:solidFill>
          <a:effectLst>
            <a:outerShdw blurRad="38100" dist="38100" dir="2700000" algn="tl">
              <a:srgbClr val="000000"/>
            </a:outerShdw>
          </a:effectLst>
          <a:latin typeface="Arial Narrow" panose="020B0606020202030204" pitchFamily="34" charset="0"/>
          <a:ea typeface="黑体" panose="02010609060101010101" pitchFamily="2" charset="-122"/>
        </a:defRPr>
      </a:lvl7pPr>
      <a:lvl8pPr marL="1371600" algn="l" rtl="0" fontAlgn="base">
        <a:lnSpc>
          <a:spcPct val="70000"/>
        </a:lnSpc>
        <a:spcBef>
          <a:spcPct val="0"/>
        </a:spcBef>
        <a:spcAft>
          <a:spcPct val="0"/>
        </a:spcAft>
        <a:defRPr kumimoji="1" sz="2800" b="1">
          <a:solidFill>
            <a:schemeClr val="bg1"/>
          </a:solidFill>
          <a:effectLst>
            <a:outerShdw blurRad="38100" dist="38100" dir="2700000" algn="tl">
              <a:srgbClr val="000000"/>
            </a:outerShdw>
          </a:effectLst>
          <a:latin typeface="Arial Narrow" panose="020B0606020202030204" pitchFamily="34" charset="0"/>
          <a:ea typeface="黑体" panose="02010609060101010101" pitchFamily="2" charset="-122"/>
        </a:defRPr>
      </a:lvl8pPr>
      <a:lvl9pPr marL="1828800" algn="l" rtl="0" fontAlgn="base">
        <a:lnSpc>
          <a:spcPct val="70000"/>
        </a:lnSpc>
        <a:spcBef>
          <a:spcPct val="0"/>
        </a:spcBef>
        <a:spcAft>
          <a:spcPct val="0"/>
        </a:spcAft>
        <a:defRPr kumimoji="1" sz="2800" b="1">
          <a:solidFill>
            <a:schemeClr val="bg1"/>
          </a:solidFill>
          <a:effectLst>
            <a:outerShdw blurRad="38100" dist="38100" dir="2700000" algn="tl">
              <a:srgbClr val="000000"/>
            </a:outerShdw>
          </a:effectLst>
          <a:latin typeface="Arial Narrow" panose="020B0606020202030204" pitchFamily="34" charset="0"/>
          <a:ea typeface="黑体" panose="02010609060101010101" pitchFamily="2" charset="-122"/>
        </a:defRPr>
      </a:lvl9pPr>
    </p:titleStyle>
    <p:bodyStyle>
      <a:lvl1pPr marL="342900" indent="-342900" algn="l" rtl="0" eaLnBrk="0" fontAlgn="base" hangingPunct="0">
        <a:spcBef>
          <a:spcPct val="20000"/>
        </a:spcBef>
        <a:spcAft>
          <a:spcPct val="0"/>
        </a:spcAft>
        <a:buClr>
          <a:srgbClr val="FF5050"/>
        </a:buClr>
        <a:buSzPct val="120000"/>
        <a:buFont typeface="Wingdings" panose="05000000000000000000" pitchFamily="2" charset="2"/>
        <a:buChar char="§"/>
        <a:defRPr kumimoji="1" sz="2600" b="1">
          <a:solidFill>
            <a:srgbClr val="000066"/>
          </a:solidFill>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Char char="v"/>
        <a:defRPr kumimoji="1" sz="2400">
          <a:solidFill>
            <a:srgbClr val="FF3300"/>
          </a:solidFill>
          <a:latin typeface="+mn-lt"/>
          <a:ea typeface="+mn-ea"/>
        </a:defRPr>
      </a:lvl2pPr>
      <a:lvl3pPr marL="1143000" indent="-228600" algn="l" rtl="0" eaLnBrk="0" fontAlgn="base" hangingPunct="0">
        <a:spcBef>
          <a:spcPct val="20000"/>
        </a:spcBef>
        <a:spcAft>
          <a:spcPct val="0"/>
        </a:spcAft>
        <a:buClr>
          <a:schemeClr val="hlink"/>
        </a:buClr>
        <a:buSzPct val="65000"/>
        <a:buFont typeface="Monotype Sorts" pitchFamily="2" charset="2"/>
        <a:buChar char="F"/>
        <a:defRPr kumimoji="1" sz="2000">
          <a:solidFill>
            <a:srgbClr val="0000FF"/>
          </a:solidFill>
          <a:latin typeface="+mn-lt"/>
          <a:ea typeface="+mn-ea"/>
        </a:defRPr>
      </a:lvl3pPr>
      <a:lvl4pPr marL="1600200" indent="-228600" algn="l" rtl="0" eaLnBrk="0" fontAlgn="base" hangingPunct="0">
        <a:spcBef>
          <a:spcPct val="20000"/>
        </a:spcBef>
        <a:spcAft>
          <a:spcPct val="0"/>
        </a:spcAft>
        <a:buClr>
          <a:schemeClr val="tx2"/>
        </a:buClr>
        <a:buSzPct val="100000"/>
        <a:buChar char="•"/>
        <a:defRPr kumimoji="1">
          <a:solidFill>
            <a:srgbClr val="CC3300"/>
          </a:solidFill>
          <a:latin typeface="+mn-lt"/>
          <a:ea typeface="+mn-ea"/>
        </a:defRPr>
      </a:lvl4pPr>
      <a:lvl5pPr marL="2057400" indent="-228600" algn="l" rtl="0" eaLnBrk="0" fontAlgn="base" hangingPunct="0">
        <a:spcBef>
          <a:spcPct val="20000"/>
        </a:spcBef>
        <a:spcAft>
          <a:spcPct val="0"/>
        </a:spcAft>
        <a:buClr>
          <a:schemeClr val="hlink"/>
        </a:buClr>
        <a:buSzPct val="100000"/>
        <a:buChar char="–"/>
        <a:defRPr kumimoji="1">
          <a:solidFill>
            <a:srgbClr val="1C1C1C"/>
          </a:solidFill>
          <a:latin typeface="+mn-lt"/>
          <a:ea typeface="+mn-ea"/>
        </a:defRPr>
      </a:lvl5pPr>
      <a:lvl6pPr marL="2514600" indent="-228600" algn="l" rtl="0" fontAlgn="base">
        <a:spcBef>
          <a:spcPct val="20000"/>
        </a:spcBef>
        <a:spcAft>
          <a:spcPct val="0"/>
        </a:spcAft>
        <a:buClr>
          <a:schemeClr val="hlink"/>
        </a:buClr>
        <a:buSzPct val="100000"/>
        <a:buChar char="–"/>
        <a:defRPr kumimoji="1">
          <a:solidFill>
            <a:srgbClr val="1C1C1C"/>
          </a:solidFill>
          <a:latin typeface="+mn-lt"/>
          <a:ea typeface="+mn-ea"/>
        </a:defRPr>
      </a:lvl6pPr>
      <a:lvl7pPr marL="2971800" indent="-228600" algn="l" rtl="0" fontAlgn="base">
        <a:spcBef>
          <a:spcPct val="20000"/>
        </a:spcBef>
        <a:spcAft>
          <a:spcPct val="0"/>
        </a:spcAft>
        <a:buClr>
          <a:schemeClr val="hlink"/>
        </a:buClr>
        <a:buSzPct val="100000"/>
        <a:buChar char="–"/>
        <a:defRPr kumimoji="1">
          <a:solidFill>
            <a:srgbClr val="1C1C1C"/>
          </a:solidFill>
          <a:latin typeface="+mn-lt"/>
          <a:ea typeface="+mn-ea"/>
        </a:defRPr>
      </a:lvl7pPr>
      <a:lvl8pPr marL="3429000" indent="-228600" algn="l" rtl="0" fontAlgn="base">
        <a:spcBef>
          <a:spcPct val="20000"/>
        </a:spcBef>
        <a:spcAft>
          <a:spcPct val="0"/>
        </a:spcAft>
        <a:buClr>
          <a:schemeClr val="hlink"/>
        </a:buClr>
        <a:buSzPct val="100000"/>
        <a:buChar char="–"/>
        <a:defRPr kumimoji="1">
          <a:solidFill>
            <a:srgbClr val="1C1C1C"/>
          </a:solidFill>
          <a:latin typeface="+mn-lt"/>
          <a:ea typeface="+mn-ea"/>
        </a:defRPr>
      </a:lvl8pPr>
      <a:lvl9pPr marL="3886200" indent="-228600" algn="l" rtl="0" fontAlgn="base">
        <a:spcBef>
          <a:spcPct val="20000"/>
        </a:spcBef>
        <a:spcAft>
          <a:spcPct val="0"/>
        </a:spcAft>
        <a:buClr>
          <a:schemeClr val="hlink"/>
        </a:buClr>
        <a:buSzPct val="100000"/>
        <a:buChar char="–"/>
        <a:defRPr kumimoji="1">
          <a:solidFill>
            <a:srgbClr val="1C1C1C"/>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4" Type="http://schemas.openxmlformats.org/officeDocument/2006/relationships/notesSlide" Target="../notesSlides/notesSlide21.xml"/><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ChangeArrowheads="1"/>
          </p:cNvSpPr>
          <p:nvPr/>
        </p:nvSpPr>
        <p:spPr bwMode="auto">
          <a:xfrm>
            <a:off x="0" y="1412776"/>
            <a:ext cx="9906000" cy="2160240"/>
          </a:xfrm>
          <a:prstGeom prst="rect">
            <a:avLst/>
          </a:prstGeom>
          <a:noFill/>
          <a:ln w="9525">
            <a:noFill/>
            <a:miter lim="800000"/>
          </a:ln>
        </p:spPr>
        <p:txBody>
          <a:bodyPr anchor="b"/>
          <a:lstStyle>
            <a:lvl1pPr>
              <a:defRPr kumimoji="1" sz="3600" b="1">
                <a:solidFill>
                  <a:schemeClr val="bg2"/>
                </a:solidFill>
                <a:latin typeface="Times New Roman" panose="02020603050405020304" pitchFamily="18" charset="0"/>
                <a:ea typeface="楷体_GB2312" pitchFamily="49" charset="-122"/>
              </a:defRPr>
            </a:lvl1pPr>
            <a:lvl2pPr marL="742950" indent="-285750">
              <a:defRPr kumimoji="1" sz="3600" b="1">
                <a:solidFill>
                  <a:schemeClr val="bg2"/>
                </a:solidFill>
                <a:latin typeface="Times New Roman" panose="02020603050405020304" pitchFamily="18" charset="0"/>
                <a:ea typeface="楷体_GB2312" pitchFamily="49" charset="-122"/>
              </a:defRPr>
            </a:lvl2pPr>
            <a:lvl3pPr marL="1143000" indent="-228600">
              <a:defRPr kumimoji="1" sz="3600" b="1">
                <a:solidFill>
                  <a:schemeClr val="bg2"/>
                </a:solidFill>
                <a:latin typeface="Times New Roman" panose="02020603050405020304" pitchFamily="18" charset="0"/>
                <a:ea typeface="楷体_GB2312" pitchFamily="49" charset="-122"/>
              </a:defRPr>
            </a:lvl3pPr>
            <a:lvl4pPr marL="1600200" indent="-228600">
              <a:defRPr kumimoji="1" sz="3600" b="1">
                <a:solidFill>
                  <a:schemeClr val="bg2"/>
                </a:solidFill>
                <a:latin typeface="Times New Roman" panose="02020603050405020304" pitchFamily="18" charset="0"/>
                <a:ea typeface="楷体_GB2312" pitchFamily="49" charset="-122"/>
              </a:defRPr>
            </a:lvl4pPr>
            <a:lvl5pPr marL="2057400" indent="-228600">
              <a:defRPr kumimoji="1" sz="3600" b="1">
                <a:solidFill>
                  <a:schemeClr val="bg2"/>
                </a:solidFill>
                <a:latin typeface="Times New Roman" panose="02020603050405020304" pitchFamily="18" charset="0"/>
                <a:ea typeface="楷体_GB2312" pitchFamily="49" charset="-122"/>
              </a:defRPr>
            </a:lvl5pPr>
            <a:lvl6pPr marL="2514600" indent="-228600" eaLnBrk="0" fontAlgn="base" hangingPunct="0">
              <a:spcBef>
                <a:spcPct val="0"/>
              </a:spcBef>
              <a:spcAft>
                <a:spcPct val="0"/>
              </a:spcAft>
              <a:defRPr kumimoji="1" sz="3600" b="1">
                <a:solidFill>
                  <a:schemeClr val="bg2"/>
                </a:solidFill>
                <a:latin typeface="Times New Roman" panose="02020603050405020304" pitchFamily="18" charset="0"/>
                <a:ea typeface="楷体_GB2312" pitchFamily="49" charset="-122"/>
              </a:defRPr>
            </a:lvl6pPr>
            <a:lvl7pPr marL="2971800" indent="-228600" eaLnBrk="0" fontAlgn="base" hangingPunct="0">
              <a:spcBef>
                <a:spcPct val="0"/>
              </a:spcBef>
              <a:spcAft>
                <a:spcPct val="0"/>
              </a:spcAft>
              <a:defRPr kumimoji="1" sz="3600" b="1">
                <a:solidFill>
                  <a:schemeClr val="bg2"/>
                </a:solidFill>
                <a:latin typeface="Times New Roman" panose="02020603050405020304" pitchFamily="18" charset="0"/>
                <a:ea typeface="楷体_GB2312" pitchFamily="49" charset="-122"/>
              </a:defRPr>
            </a:lvl7pPr>
            <a:lvl8pPr marL="3429000" indent="-228600" eaLnBrk="0" fontAlgn="base" hangingPunct="0">
              <a:spcBef>
                <a:spcPct val="0"/>
              </a:spcBef>
              <a:spcAft>
                <a:spcPct val="0"/>
              </a:spcAft>
              <a:defRPr kumimoji="1" sz="3600" b="1">
                <a:solidFill>
                  <a:schemeClr val="bg2"/>
                </a:solidFill>
                <a:latin typeface="Times New Roman" panose="02020603050405020304" pitchFamily="18" charset="0"/>
                <a:ea typeface="楷体_GB2312" pitchFamily="49" charset="-122"/>
              </a:defRPr>
            </a:lvl8pPr>
            <a:lvl9pPr marL="3886200" indent="-228600" eaLnBrk="0" fontAlgn="base" hangingPunct="0">
              <a:spcBef>
                <a:spcPct val="0"/>
              </a:spcBef>
              <a:spcAft>
                <a:spcPct val="0"/>
              </a:spcAft>
              <a:defRPr kumimoji="1" sz="3600" b="1">
                <a:solidFill>
                  <a:schemeClr val="bg2"/>
                </a:solidFill>
                <a:latin typeface="Times New Roman" panose="02020603050405020304" pitchFamily="18" charset="0"/>
                <a:ea typeface="楷体_GB2312" pitchFamily="49" charset="-122"/>
              </a:defRPr>
            </a:lvl9pPr>
          </a:lstStyle>
          <a:p>
            <a:pPr algn="ctr" eaLnBrk="1" hangingPunct="1">
              <a:lnSpc>
                <a:spcPct val="150000"/>
              </a:lnSpc>
              <a:spcBef>
                <a:spcPts val="0"/>
              </a:spcBef>
              <a:spcAft>
                <a:spcPts val="0"/>
              </a:spcAft>
              <a:defRPr/>
            </a:pPr>
            <a:r>
              <a:rPr lang="en-US" altLang="zh-CN" sz="4400" spc="300" dirty="0">
                <a:solidFill>
                  <a:srgbClr val="000066"/>
                </a:solidFill>
                <a:latin typeface="+mj-ea"/>
                <a:ea typeface="+mj-ea"/>
              </a:rPr>
              <a:t>《</a:t>
            </a:r>
            <a:r>
              <a:rPr lang="zh-CN" altLang="en-US" sz="4400" spc="300" dirty="0">
                <a:solidFill>
                  <a:srgbClr val="000066"/>
                </a:solidFill>
                <a:latin typeface="+mj-ea"/>
                <a:ea typeface="+mj-ea"/>
              </a:rPr>
              <a:t>操作系统</a:t>
            </a:r>
            <a:r>
              <a:rPr lang="en-US" altLang="zh-CN" sz="4400" spc="300" dirty="0">
                <a:solidFill>
                  <a:srgbClr val="000066"/>
                </a:solidFill>
                <a:latin typeface="+mj-ea"/>
                <a:ea typeface="+mj-ea"/>
              </a:rPr>
              <a:t>》</a:t>
            </a:r>
            <a:endParaRPr lang="en-US" altLang="zh-CN" sz="4400" spc="300" dirty="0">
              <a:solidFill>
                <a:srgbClr val="000066"/>
              </a:solidFill>
              <a:latin typeface="+mj-ea"/>
              <a:ea typeface="+mj-ea"/>
            </a:endParaRPr>
          </a:p>
          <a:p>
            <a:pPr>
              <a:lnSpc>
                <a:spcPct val="150000"/>
              </a:lnSpc>
              <a:spcBef>
                <a:spcPts val="0"/>
              </a:spcBef>
              <a:spcAft>
                <a:spcPts val="0"/>
              </a:spcAft>
              <a:defRPr/>
            </a:pPr>
            <a:r>
              <a:rPr lang="zh-CN" altLang="en-US" sz="4000" spc="300" dirty="0">
                <a:solidFill>
                  <a:srgbClr val="000066"/>
                </a:solidFill>
                <a:latin typeface="+mj-ea"/>
                <a:ea typeface="+mj-ea"/>
              </a:rPr>
              <a:t>实验二 进程管理</a:t>
            </a:r>
            <a:endParaRPr lang="zh-CN" altLang="en-US" sz="4000" spc="300" dirty="0">
              <a:solidFill>
                <a:srgbClr val="000066"/>
              </a:solidFill>
              <a:latin typeface="+mj-ea"/>
              <a:ea typeface="+mj-ea"/>
            </a:endParaRPr>
          </a:p>
        </p:txBody>
      </p:sp>
      <p:sp>
        <p:nvSpPr>
          <p:cNvPr id="43011" name="Rectangle 3"/>
          <p:cNvSpPr>
            <a:spLocks noChangeArrowheads="1"/>
          </p:cNvSpPr>
          <p:nvPr/>
        </p:nvSpPr>
        <p:spPr bwMode="auto">
          <a:xfrm>
            <a:off x="2826" y="4725144"/>
            <a:ext cx="9906000" cy="1296144"/>
          </a:xfrm>
          <a:prstGeom prst="rect">
            <a:avLst/>
          </a:prstGeom>
          <a:noFill/>
          <a:ln w="9525">
            <a:noFill/>
            <a:miter lim="800000"/>
          </a:ln>
        </p:spPr>
        <p:txBody>
          <a:bodyPr/>
          <a:lstStyle>
            <a:lvl1pPr marL="342900" indent="-342900">
              <a:spcBef>
                <a:spcPct val="20000"/>
              </a:spcBef>
              <a:buClr>
                <a:srgbClr val="FF5050"/>
              </a:buClr>
              <a:buSzPct val="120000"/>
              <a:buFont typeface="Wingdings" panose="05000000000000000000" pitchFamily="2" charset="2"/>
              <a:buChar char="§"/>
              <a:defRPr kumimoji="1" sz="2600" b="1">
                <a:solidFill>
                  <a:srgbClr val="000066"/>
                </a:solidFill>
                <a:latin typeface="Arial" panose="020B0604020202020204" pitchFamily="34" charset="0"/>
                <a:ea typeface="宋体" panose="02010600030101010101" pitchFamily="2" charset="-122"/>
              </a:defRPr>
            </a:lvl1pPr>
            <a:lvl2pPr marL="742950" indent="-285750">
              <a:spcBef>
                <a:spcPct val="20000"/>
              </a:spcBef>
              <a:buClr>
                <a:schemeClr val="tx2"/>
              </a:buClr>
              <a:buSzPct val="75000"/>
              <a:buFont typeface="Wingdings" panose="05000000000000000000" pitchFamily="2" charset="2"/>
              <a:buChar char="v"/>
              <a:defRPr kumimoji="1" sz="2400">
                <a:solidFill>
                  <a:srgbClr val="FF3300"/>
                </a:solidFill>
                <a:latin typeface="Arial" panose="020B0604020202020204" pitchFamily="34" charset="0"/>
                <a:ea typeface="宋体" panose="02010600030101010101" pitchFamily="2" charset="-122"/>
              </a:defRPr>
            </a:lvl2pPr>
            <a:lvl3pPr marL="1143000" indent="-228600">
              <a:spcBef>
                <a:spcPct val="20000"/>
              </a:spcBef>
              <a:buClr>
                <a:schemeClr val="hlink"/>
              </a:buClr>
              <a:buSzPct val="65000"/>
              <a:buFont typeface="Monotype Sorts"/>
              <a:buChar char="F"/>
              <a:defRPr kumimoji="1" sz="2000">
                <a:solidFill>
                  <a:srgbClr val="0000FF"/>
                </a:solidFill>
                <a:latin typeface="Arial" panose="020B0604020202020204" pitchFamily="34" charset="0"/>
                <a:ea typeface="宋体" panose="02010600030101010101" pitchFamily="2" charset="-122"/>
              </a:defRPr>
            </a:lvl3pPr>
            <a:lvl4pPr marL="1600200" indent="-228600">
              <a:spcBef>
                <a:spcPct val="20000"/>
              </a:spcBef>
              <a:buClr>
                <a:schemeClr val="tx2"/>
              </a:buClr>
              <a:buSzPct val="100000"/>
              <a:buChar char="•"/>
              <a:defRPr kumimoji="1" sz="2000">
                <a:solidFill>
                  <a:srgbClr val="CC3300"/>
                </a:solidFill>
                <a:latin typeface="Arial" panose="020B0604020202020204" pitchFamily="34" charset="0"/>
                <a:ea typeface="宋体" panose="02010600030101010101" pitchFamily="2" charset="-122"/>
              </a:defRPr>
            </a:lvl4pPr>
            <a:lvl5pPr marL="2057400" indent="-228600">
              <a:spcBef>
                <a:spcPct val="20000"/>
              </a:spcBef>
              <a:buClr>
                <a:schemeClr val="hlink"/>
              </a:buClr>
              <a:buSzPct val="100000"/>
              <a:buChar char="–"/>
              <a:defRPr kumimoji="1" sz="2000">
                <a:solidFill>
                  <a:srgbClr val="1C1C1C"/>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hlink"/>
              </a:buClr>
              <a:buSzPct val="100000"/>
              <a:buChar char="–"/>
              <a:defRPr kumimoji="1" sz="2000">
                <a:solidFill>
                  <a:srgbClr val="1C1C1C"/>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hlink"/>
              </a:buClr>
              <a:buSzPct val="100000"/>
              <a:buChar char="–"/>
              <a:defRPr kumimoji="1" sz="2000">
                <a:solidFill>
                  <a:srgbClr val="1C1C1C"/>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hlink"/>
              </a:buClr>
              <a:buSzPct val="100000"/>
              <a:buChar char="–"/>
              <a:defRPr kumimoji="1" sz="2000">
                <a:solidFill>
                  <a:srgbClr val="1C1C1C"/>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hlink"/>
              </a:buClr>
              <a:buSzPct val="100000"/>
              <a:buChar char="–"/>
              <a:defRPr kumimoji="1" sz="2000">
                <a:solidFill>
                  <a:srgbClr val="1C1C1C"/>
                </a:solidFill>
                <a:latin typeface="Arial" panose="020B0604020202020204" pitchFamily="34" charset="0"/>
                <a:ea typeface="宋体" panose="02010600030101010101" pitchFamily="2" charset="-122"/>
              </a:defRPr>
            </a:lvl9pPr>
          </a:lstStyle>
          <a:p>
            <a:pPr algn="ctr" eaLnBrk="1" hangingPunct="1">
              <a:buClr>
                <a:schemeClr val="hlink"/>
              </a:buClr>
              <a:buSzPct val="50000"/>
              <a:buFont typeface="Monotype Sorts"/>
              <a:buNone/>
            </a:pPr>
            <a:r>
              <a:rPr kumimoji="0" lang="zh-CN" altLang="en-US" dirty="0">
                <a:solidFill>
                  <a:srgbClr val="CC0000"/>
                </a:solidFill>
                <a:latin typeface="+mj-ea"/>
                <a:ea typeface="+mj-ea"/>
              </a:rPr>
              <a:t>西北工业大学软件学院</a:t>
            </a:r>
            <a:endParaRPr kumimoji="0" lang="zh-CN" altLang="en-US" dirty="0">
              <a:solidFill>
                <a:srgbClr val="CC0000"/>
              </a:solidFill>
              <a:latin typeface="+mj-ea"/>
              <a:ea typeface="+mj-ea"/>
            </a:endParaRPr>
          </a:p>
          <a:p>
            <a:pPr algn="ctr" eaLnBrk="1" hangingPunct="1">
              <a:buClr>
                <a:schemeClr val="hlink"/>
              </a:buClr>
              <a:buSzPct val="50000"/>
              <a:buFont typeface="Monotype Sorts"/>
              <a:buNone/>
            </a:pPr>
            <a:endParaRPr kumimoji="0" lang="zh-CN" altLang="en-US" dirty="0">
              <a:solidFill>
                <a:srgbClr val="CC0000"/>
              </a:solidFill>
              <a:effectLst>
                <a:outerShdw blurRad="38100" dist="38100" dir="2700000" algn="tl">
                  <a:srgbClr val="C0C0C0"/>
                </a:outerShdw>
              </a:effectLst>
              <a:latin typeface="Times New Roman" panose="02020603050405020304" pitchFamily="18" charset="0"/>
              <a:ea typeface="楷体_GB2312"/>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100">
        <p:cut/>
      </p:transition>
    </mc:Choice>
    <mc:Fallback>
      <p:transition>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3"/>
          <p:cNvSpPr>
            <a:spLocks noGrp="1" noChangeArrowheads="1"/>
          </p:cNvSpPr>
          <p:nvPr>
            <p:ph idx="1"/>
          </p:nvPr>
        </p:nvSpPr>
        <p:spPr>
          <a:xfrm>
            <a:off x="1352600" y="1340768"/>
            <a:ext cx="8496944" cy="5184575"/>
          </a:xfrm>
        </p:spPr>
        <p:txBody>
          <a:bodyPr/>
          <a:lstStyle/>
          <a:p>
            <a:r>
              <a:rPr lang="zh-CN" altLang="en-US" sz="2400" dirty="0">
                <a:ea typeface="宋体" panose="02010600030101010101" pitchFamily="2" charset="-122"/>
              </a:rPr>
              <a:t>任务一：创建并运行内核线程</a:t>
            </a:r>
            <a:endParaRPr lang="en-US" altLang="zh-CN" sz="2400" dirty="0">
              <a:solidFill>
                <a:srgbClr val="FF0000"/>
              </a:solidFill>
              <a:ea typeface="宋体" panose="02010600030101010101" pitchFamily="2" charset="-122"/>
            </a:endParaRPr>
          </a:p>
          <a:p>
            <a:endParaRPr lang="en-US" altLang="zh-CN" sz="2400" dirty="0">
              <a:ea typeface="宋体" panose="02010600030101010101" pitchFamily="2" charset="-122"/>
            </a:endParaRPr>
          </a:p>
          <a:p>
            <a:r>
              <a:rPr lang="zh-CN" altLang="en-US" sz="2400" dirty="0">
                <a:ea typeface="宋体" panose="02010600030101010101" pitchFamily="2" charset="-122"/>
              </a:rPr>
              <a:t>任务二：打印输出当前系统 </a:t>
            </a:r>
            <a:r>
              <a:rPr lang="en-US" altLang="zh-CN" sz="2400" dirty="0">
                <a:ea typeface="宋体" panose="02010600030101010101" pitchFamily="2" charset="-122"/>
              </a:rPr>
              <a:t>CPU </a:t>
            </a:r>
            <a:r>
              <a:rPr lang="zh-CN" altLang="en-US" sz="2400" dirty="0">
                <a:ea typeface="宋体" panose="02010600030101010101" pitchFamily="2" charset="-122"/>
              </a:rPr>
              <a:t>一分钟</a:t>
            </a:r>
            <a:r>
              <a:rPr lang="zh-CN" altLang="en-US" sz="2400" dirty="0">
                <a:ea typeface="宋体" panose="02010600030101010101" pitchFamily="2" charset="-122"/>
              </a:rPr>
              <a:t>的负载情况</a:t>
            </a:r>
            <a:endParaRPr lang="en-US" altLang="zh-CN" sz="2400" dirty="0">
              <a:ea typeface="宋体" panose="02010600030101010101" pitchFamily="2" charset="-122"/>
            </a:endParaRPr>
          </a:p>
          <a:p>
            <a:endParaRPr lang="en-US" altLang="zh-CN" sz="2400" dirty="0">
              <a:ea typeface="宋体" panose="02010600030101010101" pitchFamily="2" charset="-122"/>
            </a:endParaRPr>
          </a:p>
          <a:p>
            <a:r>
              <a:rPr lang="zh-CN" altLang="en-US" sz="2400" dirty="0">
                <a:ea typeface="宋体" panose="02010600030101010101" pitchFamily="2" charset="-122"/>
              </a:rPr>
              <a:t>任务三：打印输出当前处于运行状态的进程的 </a:t>
            </a:r>
            <a:r>
              <a:rPr lang="en-US" altLang="zh-CN" sz="2400" dirty="0">
                <a:ea typeface="宋体" panose="02010600030101010101" pitchFamily="2" charset="-122"/>
              </a:rPr>
              <a:t>PID </a:t>
            </a:r>
            <a:r>
              <a:rPr lang="zh-CN" altLang="en-US" sz="2400" dirty="0">
                <a:ea typeface="宋体" panose="02010600030101010101" pitchFamily="2" charset="-122"/>
              </a:rPr>
              <a:t>和名字</a:t>
            </a:r>
            <a:endParaRPr lang="en-US" altLang="zh-CN" sz="2400" dirty="0">
              <a:ea typeface="宋体" panose="02010600030101010101" pitchFamily="2" charset="-122"/>
            </a:endParaRPr>
          </a:p>
          <a:p>
            <a:endParaRPr lang="en-US" altLang="zh-CN" sz="2400" dirty="0">
              <a:ea typeface="宋体" panose="02010600030101010101" pitchFamily="2" charset="-122"/>
            </a:endParaRPr>
          </a:p>
          <a:p>
            <a:r>
              <a:rPr lang="zh-CN" altLang="en-US" sz="2400" dirty="0">
                <a:ea typeface="宋体" panose="02010600030101010101" pitchFamily="2" charset="-122"/>
              </a:rPr>
              <a:t>任务四：使用 </a:t>
            </a:r>
            <a:r>
              <a:rPr lang="en-US" altLang="zh-CN" sz="2400" dirty="0" err="1">
                <a:ea typeface="宋体" panose="02010600030101010101" pitchFamily="2" charset="-122"/>
              </a:rPr>
              <a:t>cgroup</a:t>
            </a:r>
            <a:r>
              <a:rPr lang="en-US" altLang="zh-CN" sz="2400" dirty="0">
                <a:ea typeface="宋体" panose="02010600030101010101" pitchFamily="2" charset="-122"/>
              </a:rPr>
              <a:t> </a:t>
            </a:r>
            <a:r>
              <a:rPr lang="zh-CN" altLang="en-US" sz="2400" dirty="0">
                <a:ea typeface="宋体" panose="02010600030101010101" pitchFamily="2" charset="-122"/>
              </a:rPr>
              <a:t>实现限制 </a:t>
            </a:r>
            <a:r>
              <a:rPr lang="en-US" altLang="zh-CN" sz="2400" dirty="0">
                <a:ea typeface="宋体" panose="02010600030101010101" pitchFamily="2" charset="-122"/>
              </a:rPr>
              <a:t>CPU </a:t>
            </a:r>
            <a:r>
              <a:rPr lang="zh-CN" altLang="en-US" sz="2400" dirty="0">
                <a:ea typeface="宋体" panose="02010600030101010101" pitchFamily="2" charset="-122"/>
              </a:rPr>
              <a:t>核数</a:t>
            </a:r>
            <a:endParaRPr lang="en-US" altLang="zh-CN" sz="2400" dirty="0">
              <a:ea typeface="宋体" panose="02010600030101010101" pitchFamily="2" charset="-122"/>
            </a:endParaRPr>
          </a:p>
          <a:p>
            <a:endParaRPr lang="en-US" altLang="zh-CN" sz="2400" dirty="0">
              <a:ea typeface="宋体" panose="02010600030101010101" pitchFamily="2" charset="-122"/>
            </a:endParaRPr>
          </a:p>
          <a:p>
            <a:r>
              <a:rPr lang="zh-CN" altLang="en-US" sz="2400" dirty="0">
                <a:ea typeface="宋体" panose="02010600030101010101" pitchFamily="2" charset="-122"/>
              </a:rPr>
              <a:t>任务五：使用 </a:t>
            </a:r>
            <a:r>
              <a:rPr lang="en-US" altLang="zh-CN" sz="2400" dirty="0" err="1">
                <a:ea typeface="宋体" panose="02010600030101010101" pitchFamily="2" charset="-122"/>
              </a:rPr>
              <a:t>cgroup</a:t>
            </a:r>
            <a:r>
              <a:rPr lang="en-US" altLang="zh-CN" sz="2400" dirty="0">
                <a:ea typeface="宋体" panose="02010600030101010101" pitchFamily="2" charset="-122"/>
              </a:rPr>
              <a:t> </a:t>
            </a:r>
            <a:r>
              <a:rPr lang="zh-CN" altLang="en-US" sz="2400" dirty="0">
                <a:ea typeface="宋体" panose="02010600030101010101" pitchFamily="2" charset="-122"/>
              </a:rPr>
              <a:t>实现不允许访问</a:t>
            </a:r>
            <a:r>
              <a:rPr lang="en-US" altLang="zh-CN" sz="2400" dirty="0">
                <a:ea typeface="宋体" panose="02010600030101010101" pitchFamily="2" charset="-122"/>
              </a:rPr>
              <a:t>U</a:t>
            </a:r>
            <a:r>
              <a:rPr lang="zh-CN" altLang="en-US" sz="2400" dirty="0">
                <a:ea typeface="宋体" panose="02010600030101010101" pitchFamily="2" charset="-122"/>
              </a:rPr>
              <a:t>盘</a:t>
            </a:r>
            <a:endParaRPr lang="en-US" altLang="zh-CN" sz="2400" dirty="0">
              <a:ea typeface="宋体" panose="02010600030101010101" pitchFamily="2" charset="-122"/>
            </a:endParaRPr>
          </a:p>
          <a:p>
            <a:endParaRPr lang="en-US" altLang="zh-CN" dirty="0">
              <a:ea typeface="宋体" panose="02010600030101010101" pitchFamily="2" charset="-122"/>
            </a:endParaRPr>
          </a:p>
        </p:txBody>
      </p:sp>
      <p:sp>
        <p:nvSpPr>
          <p:cNvPr id="6" name="标题 5"/>
          <p:cNvSpPr>
            <a:spLocks noGrp="1"/>
          </p:cNvSpPr>
          <p:nvPr>
            <p:ph type="title"/>
          </p:nvPr>
        </p:nvSpPr>
        <p:spPr/>
        <p:txBody>
          <a:bodyPr/>
          <a:lstStyle/>
          <a:p>
            <a:r>
              <a:rPr lang="zh-CN" altLang="en-US" dirty="0">
                <a:effectLst>
                  <a:outerShdw blurRad="38100" dist="38100" dir="2700000" algn="tl">
                    <a:srgbClr val="000000">
                      <a:alpha val="43137"/>
                    </a:srgbClr>
                  </a:outerShdw>
                </a:effectLst>
              </a:rPr>
              <a:t> 实验内容</a:t>
            </a:r>
            <a:endParaRPr lang="zh-CN" altLang="en-US" dirty="0">
              <a:effectLst>
                <a:outerShdw blurRad="38100" dist="38100" dir="2700000" algn="tl">
                  <a:srgbClr val="000000">
                    <a:alpha val="43137"/>
                  </a:srgbClr>
                </a:outerShdw>
              </a:effectLst>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88950" y="1340769"/>
            <a:ext cx="9144570" cy="1800199"/>
          </a:xfrm>
        </p:spPr>
        <p:txBody>
          <a:bodyPr/>
          <a:lstStyle/>
          <a:p>
            <a:r>
              <a:rPr lang="zh-CN" altLang="en-US" dirty="0"/>
              <a:t>任务描述</a:t>
            </a:r>
            <a:endParaRPr lang="en-US" altLang="zh-CN" dirty="0"/>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编写内核模块，创建一个内核线程；并在模块退出时杀死该线程。</a:t>
            </a:r>
            <a:endParaRPr lang="zh-CN" altLang="en-US"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加载、卸载模块并查看模块打印信息。</a:t>
            </a:r>
            <a:endParaRPr lang="zh-CN" altLang="en-US" dirty="0"/>
          </a:p>
        </p:txBody>
      </p:sp>
      <p:sp>
        <p:nvSpPr>
          <p:cNvPr id="3" name="标题 2"/>
          <p:cNvSpPr>
            <a:spLocks noGrp="1"/>
          </p:cNvSpPr>
          <p:nvPr>
            <p:ph type="title"/>
          </p:nvPr>
        </p:nvSpPr>
        <p:spPr/>
        <p:txBody>
          <a:bodyPr/>
          <a:lstStyle/>
          <a:p>
            <a:r>
              <a:rPr lang="zh-CN" altLang="en-US" dirty="0"/>
              <a:t>任务</a:t>
            </a:r>
            <a:r>
              <a:rPr lang="en-US" altLang="zh-CN" dirty="0"/>
              <a:t>1</a:t>
            </a:r>
            <a:r>
              <a:rPr lang="zh-CN" altLang="en-US" dirty="0"/>
              <a:t>：创建并运行内核线程</a:t>
            </a:r>
            <a:endParaRPr lang="zh-CN" altLang="en-US" dirty="0"/>
          </a:p>
        </p:txBody>
      </p:sp>
      <p:sp>
        <p:nvSpPr>
          <p:cNvPr id="4" name="内容占位符 1"/>
          <p:cNvSpPr txBox="1"/>
          <p:nvPr/>
        </p:nvSpPr>
        <p:spPr bwMode="auto">
          <a:xfrm>
            <a:off x="416560" y="2780670"/>
            <a:ext cx="9144570" cy="1800199"/>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FF5050"/>
              </a:buClr>
              <a:buSzPct val="120000"/>
              <a:buFont typeface="Wingdings" panose="05000000000000000000" pitchFamily="2" charset="2"/>
              <a:buChar char="§"/>
              <a:defRPr kumimoji="1" sz="2800" b="1">
                <a:solidFill>
                  <a:srgbClr val="000066"/>
                </a:solidFill>
                <a:latin typeface="Times New Roman" panose="02020603050405020304" pitchFamily="18" charset="0"/>
                <a:ea typeface="+mn-ea"/>
                <a:cs typeface="Times New Roman" panose="02020603050405020304" pitchFamily="18" charset="0"/>
              </a:defRPr>
            </a:lvl1pPr>
            <a:lvl2pPr marL="742950" indent="-285750" algn="l" rtl="0" eaLnBrk="0" fontAlgn="base" hangingPunct="0">
              <a:lnSpc>
                <a:spcPct val="100000"/>
              </a:lnSpc>
              <a:spcBef>
                <a:spcPct val="20000"/>
              </a:spcBef>
              <a:spcAft>
                <a:spcPct val="0"/>
              </a:spcAft>
              <a:buClr>
                <a:schemeClr val="tx2"/>
              </a:buClr>
              <a:buSzPct val="75000"/>
              <a:buFont typeface="Wingdings" panose="05000000000000000000" pitchFamily="2" charset="2"/>
              <a:buChar char="v"/>
              <a:defRPr kumimoji="1" sz="2000" b="1">
                <a:solidFill>
                  <a:schemeClr val="tx1"/>
                </a:solidFill>
                <a:latin typeface="Times New Roman" panose="02020603050405020304" pitchFamily="18" charset="0"/>
                <a:ea typeface="幼圆" panose="02010509060101010101" pitchFamily="49" charset="-122"/>
                <a:cs typeface="Times New Roman" panose="02020603050405020304" pitchFamily="18" charset="0"/>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Ø"/>
              <a:defRPr kumimoji="1" sz="2000" b="1">
                <a:solidFill>
                  <a:srgbClr val="CC3300"/>
                </a:solidFill>
                <a:latin typeface="Times New Roman" panose="02020603050405020304" pitchFamily="18" charset="0"/>
                <a:ea typeface="+mn-ea"/>
                <a:cs typeface="Times New Roman" panose="02020603050405020304" pitchFamily="18" charset="0"/>
              </a:defRPr>
            </a:lvl3pPr>
            <a:lvl4pPr marL="1600200" indent="-228600" algn="l" rtl="0" eaLnBrk="0" fontAlgn="base" hangingPunct="0">
              <a:spcBef>
                <a:spcPct val="20000"/>
              </a:spcBef>
              <a:spcAft>
                <a:spcPct val="0"/>
              </a:spcAft>
              <a:buClr>
                <a:schemeClr val="tx2"/>
              </a:buClr>
              <a:buSzPct val="100000"/>
              <a:buChar char="•"/>
              <a:defRPr kumimoji="1">
                <a:solidFill>
                  <a:srgbClr val="CC3300"/>
                </a:solidFill>
                <a:latin typeface="Times New Roman" panose="02020603050405020304" pitchFamily="18" charset="0"/>
                <a:ea typeface="+mn-ea"/>
                <a:cs typeface="Times New Roman" panose="02020603050405020304" pitchFamily="18" charset="0"/>
              </a:defRPr>
            </a:lvl4pPr>
            <a:lvl5pPr marL="2057400" indent="-228600" algn="l" rtl="0" eaLnBrk="0" fontAlgn="base" hangingPunct="0">
              <a:spcBef>
                <a:spcPct val="20000"/>
              </a:spcBef>
              <a:spcAft>
                <a:spcPct val="0"/>
              </a:spcAft>
              <a:buClr>
                <a:schemeClr val="hlink"/>
              </a:buClr>
              <a:buSzPct val="100000"/>
              <a:buChar char="–"/>
              <a:defRPr kumimoji="1">
                <a:solidFill>
                  <a:srgbClr val="1C1C1C"/>
                </a:solidFill>
                <a:latin typeface="Times New Roman" panose="02020603050405020304" pitchFamily="18" charset="0"/>
                <a:ea typeface="+mn-ea"/>
                <a:cs typeface="Times New Roman" panose="02020603050405020304" pitchFamily="18" charset="0"/>
              </a:defRPr>
            </a:lvl5pPr>
            <a:lvl6pPr marL="2514600" indent="-228600" algn="l" rtl="0" fontAlgn="base">
              <a:spcBef>
                <a:spcPct val="20000"/>
              </a:spcBef>
              <a:spcAft>
                <a:spcPct val="0"/>
              </a:spcAft>
              <a:buClr>
                <a:schemeClr val="hlink"/>
              </a:buClr>
              <a:buSzPct val="100000"/>
              <a:buChar char="–"/>
              <a:defRPr kumimoji="1">
                <a:solidFill>
                  <a:srgbClr val="1C1C1C"/>
                </a:solidFill>
                <a:latin typeface="+mn-lt"/>
                <a:ea typeface="+mn-ea"/>
              </a:defRPr>
            </a:lvl6pPr>
            <a:lvl7pPr marL="2971800" indent="-228600" algn="l" rtl="0" fontAlgn="base">
              <a:spcBef>
                <a:spcPct val="20000"/>
              </a:spcBef>
              <a:spcAft>
                <a:spcPct val="0"/>
              </a:spcAft>
              <a:buClr>
                <a:schemeClr val="hlink"/>
              </a:buClr>
              <a:buSzPct val="100000"/>
              <a:buChar char="–"/>
              <a:defRPr kumimoji="1">
                <a:solidFill>
                  <a:srgbClr val="1C1C1C"/>
                </a:solidFill>
                <a:latin typeface="+mn-lt"/>
                <a:ea typeface="+mn-ea"/>
              </a:defRPr>
            </a:lvl7pPr>
            <a:lvl8pPr marL="3429000" indent="-228600" algn="l" rtl="0" fontAlgn="base">
              <a:spcBef>
                <a:spcPct val="20000"/>
              </a:spcBef>
              <a:spcAft>
                <a:spcPct val="0"/>
              </a:spcAft>
              <a:buClr>
                <a:schemeClr val="hlink"/>
              </a:buClr>
              <a:buSzPct val="100000"/>
              <a:buChar char="–"/>
              <a:defRPr kumimoji="1">
                <a:solidFill>
                  <a:srgbClr val="1C1C1C"/>
                </a:solidFill>
                <a:latin typeface="+mn-lt"/>
                <a:ea typeface="+mn-ea"/>
              </a:defRPr>
            </a:lvl8pPr>
            <a:lvl9pPr marL="3886200" indent="-228600" algn="l" rtl="0" fontAlgn="base">
              <a:spcBef>
                <a:spcPct val="20000"/>
              </a:spcBef>
              <a:spcAft>
                <a:spcPct val="0"/>
              </a:spcAft>
              <a:buClr>
                <a:schemeClr val="hlink"/>
              </a:buClr>
              <a:buSzPct val="100000"/>
              <a:buChar char="–"/>
              <a:defRPr kumimoji="1">
                <a:solidFill>
                  <a:srgbClr val="1C1C1C"/>
                </a:solidFill>
                <a:latin typeface="+mn-lt"/>
                <a:ea typeface="+mn-ea"/>
              </a:defRPr>
            </a:lvl9pPr>
          </a:lstStyle>
          <a:p>
            <a:r>
              <a:rPr lang="zh-CN" altLang="en-US" kern="0" dirty="0"/>
              <a:t>审核要求</a:t>
            </a:r>
            <a:endParaRPr lang="en-US" altLang="zh-CN" kern="0" dirty="0"/>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dirty="0">
                <a:solidFill>
                  <a:srgbClr val="111111"/>
                </a:solidFill>
                <a:ea typeface="宋体" panose="02010600030101010101" pitchFamily="2" charset="-122"/>
              </a:rPr>
              <a:t>正确编写满足功能的源文件，正确编译。</a:t>
            </a:r>
            <a:endParaRPr lang="zh-CN" altLang="en-US" sz="18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dirty="0">
                <a:solidFill>
                  <a:srgbClr val="111111"/>
                </a:solidFill>
                <a:ea typeface="宋体" panose="02010600030101010101" pitchFamily="2" charset="-122"/>
              </a:rPr>
              <a:t>正常加载、卸载内核模块；且内核模块功能满足任务所述。</a:t>
            </a:r>
            <a:endParaRPr lang="zh-CN" altLang="en-US" sz="18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dirty="0">
                <a:solidFill>
                  <a:srgbClr val="111111"/>
                </a:solidFill>
                <a:ea typeface="宋体" panose="02010600030101010101" pitchFamily="2" charset="-122"/>
              </a:rPr>
              <a:t>提交相关源码与运行截图。</a:t>
            </a:r>
            <a:endParaRPr lang="zh-CN" altLang="en-US" kern="0" dirty="0"/>
          </a:p>
        </p:txBody>
      </p:sp>
      <p:pic>
        <p:nvPicPr>
          <p:cNvPr id="5" name="图片 4"/>
          <p:cNvPicPr>
            <a:picLocks noChangeAspect="1"/>
          </p:cNvPicPr>
          <p:nvPr/>
        </p:nvPicPr>
        <p:blipFill>
          <a:blip r:embed="rId1"/>
          <a:stretch>
            <a:fillRect/>
          </a:stretch>
        </p:blipFill>
        <p:spPr>
          <a:xfrm>
            <a:off x="588378" y="4851979"/>
            <a:ext cx="3960000" cy="1611534"/>
          </a:xfrm>
          <a:prstGeom prst="rect">
            <a:avLst/>
          </a:prstGeom>
        </p:spPr>
      </p:pic>
      <p:pic>
        <p:nvPicPr>
          <p:cNvPr id="6" name="图片 5"/>
          <p:cNvPicPr>
            <a:picLocks noChangeAspect="1"/>
          </p:cNvPicPr>
          <p:nvPr/>
        </p:nvPicPr>
        <p:blipFill>
          <a:blip r:embed="rId2"/>
          <a:stretch>
            <a:fillRect/>
          </a:stretch>
        </p:blipFill>
        <p:spPr>
          <a:xfrm>
            <a:off x="5061235" y="4807268"/>
            <a:ext cx="3600000" cy="1647205"/>
          </a:xfrm>
          <a:prstGeom prst="rect">
            <a:avLst/>
          </a:prstGeom>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88950" y="1340769"/>
            <a:ext cx="9144570" cy="5517231"/>
          </a:xfrm>
        </p:spPr>
        <p:txBody>
          <a:bodyPr/>
          <a:lstStyle/>
          <a:p>
            <a:r>
              <a:rPr lang="zh-CN" altLang="en-US" dirty="0"/>
              <a:t>在同一目录下创建</a:t>
            </a:r>
            <a:r>
              <a:rPr lang="en-US" altLang="zh-CN" dirty="0">
                <a:sym typeface="+mn-ea"/>
              </a:rPr>
              <a:t>.c</a:t>
            </a:r>
            <a:r>
              <a:rPr lang="zh-CN" altLang="en-US" dirty="0">
                <a:sym typeface="+mn-ea"/>
              </a:rPr>
              <a:t>源文件以及</a:t>
            </a:r>
            <a:r>
              <a:rPr lang="en-US" altLang="zh-CN" dirty="0" err="1">
                <a:sym typeface="+mn-ea"/>
              </a:rPr>
              <a:t>Makefile</a:t>
            </a:r>
            <a:r>
              <a:rPr lang="zh-CN" altLang="en-US" dirty="0">
                <a:sym typeface="+mn-ea"/>
              </a:rPr>
              <a:t>文件</a:t>
            </a:r>
            <a:endParaRPr lang="zh-CN" altLang="en-US" dirty="0"/>
          </a:p>
          <a:p>
            <a:r>
              <a:rPr lang="zh-CN" altLang="en-US" dirty="0"/>
              <a:t>编写</a:t>
            </a:r>
            <a:r>
              <a:rPr lang="en-US" altLang="zh-CN" dirty="0"/>
              <a:t>.c</a:t>
            </a:r>
            <a:r>
              <a:rPr lang="zh-CN" altLang="en-US" dirty="0"/>
              <a:t>源文件以及</a:t>
            </a:r>
            <a:r>
              <a:rPr lang="en-US" altLang="zh-CN" dirty="0" err="1"/>
              <a:t>Makefile</a:t>
            </a:r>
            <a:r>
              <a:rPr lang="zh-CN" altLang="en-US" dirty="0"/>
              <a:t>文件</a:t>
            </a:r>
            <a:endParaRPr lang="zh-CN" altLang="en-US" dirty="0"/>
          </a:p>
          <a:p>
            <a:r>
              <a:rPr lang="zh-CN" altLang="en-US" dirty="0"/>
              <a:t>编译模块</a:t>
            </a:r>
            <a:r>
              <a:rPr lang="en-US" altLang="zh-CN" dirty="0"/>
              <a:t>——make</a:t>
            </a:r>
            <a:endParaRPr lang="en-US" altLang="zh-CN" dirty="0"/>
          </a:p>
          <a:p>
            <a:r>
              <a:rPr lang="en-US" altLang="zh-CN" dirty="0"/>
              <a:t>ls</a:t>
            </a:r>
            <a:endParaRPr lang="en-US" altLang="zh-CN" dirty="0"/>
          </a:p>
          <a:p>
            <a:r>
              <a:rPr lang="en-US" altLang="zh-CN" dirty="0"/>
              <a:t>kthread.c    kthread.ko</a:t>
            </a:r>
            <a:endParaRPr lang="en-US" altLang="zh-CN" dirty="0"/>
          </a:p>
          <a:p>
            <a:r>
              <a:rPr lang="zh-CN" altLang="en-US" dirty="0"/>
              <a:t>模块加载进内核</a:t>
            </a:r>
            <a:r>
              <a:rPr lang="en-US" altLang="zh-CN" dirty="0"/>
              <a:t>——</a:t>
            </a:r>
            <a:r>
              <a:rPr lang="en-US" altLang="zh-CN" dirty="0" err="1"/>
              <a:t>insmod  </a:t>
            </a:r>
            <a:r>
              <a:rPr lang="en-US" altLang="zh-CN" dirty="0">
                <a:sym typeface="+mn-ea"/>
              </a:rPr>
              <a:t>kthread.ko</a:t>
            </a:r>
            <a:endParaRPr lang="en-US" altLang="zh-CN" dirty="0" err="1"/>
          </a:p>
          <a:p>
            <a:r>
              <a:rPr lang="zh-CN" altLang="en-US" dirty="0"/>
              <a:t>查看加载的内容</a:t>
            </a:r>
            <a:r>
              <a:rPr lang="en-US" altLang="zh-CN" dirty="0"/>
              <a:t>——</a:t>
            </a:r>
            <a:r>
              <a:rPr lang="en-US" altLang="zh-CN" dirty="0" err="1"/>
              <a:t>dmesg  | tail -n 3</a:t>
            </a:r>
            <a:endParaRPr lang="en-US" altLang="zh-CN" dirty="0"/>
          </a:p>
          <a:p>
            <a:r>
              <a:rPr lang="zh-CN" altLang="en-US" dirty="0"/>
              <a:t>卸载内核模块</a:t>
            </a:r>
            <a:r>
              <a:rPr lang="en-US" altLang="zh-CN" dirty="0"/>
              <a:t>——</a:t>
            </a:r>
            <a:r>
              <a:rPr lang="en-US" altLang="zh-CN" dirty="0" err="1"/>
              <a:t>rmmod   </a:t>
            </a:r>
            <a:r>
              <a:rPr lang="en-US" altLang="zh-CN" dirty="0">
                <a:sym typeface="+mn-ea"/>
              </a:rPr>
              <a:t>kthread.ko</a:t>
            </a:r>
            <a:endParaRPr lang="en-US" altLang="zh-CN" dirty="0"/>
          </a:p>
          <a:p>
            <a:endParaRPr lang="zh-CN" altLang="en-US" dirty="0"/>
          </a:p>
        </p:txBody>
      </p:sp>
      <p:sp>
        <p:nvSpPr>
          <p:cNvPr id="3" name="标题 2"/>
          <p:cNvSpPr>
            <a:spLocks noGrp="1"/>
          </p:cNvSpPr>
          <p:nvPr>
            <p:ph type="title"/>
          </p:nvPr>
        </p:nvSpPr>
        <p:spPr/>
        <p:txBody>
          <a:bodyPr/>
          <a:lstStyle/>
          <a:p>
            <a:r>
              <a:rPr lang="zh-CN" altLang="en-US" dirty="0"/>
              <a:t>内核模块编程</a:t>
            </a:r>
            <a:endParaRPr lang="zh-CN" altLang="en-US" dirty="0"/>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endParaRPr lang="zh-CN" altLang="en-US"/>
          </a:p>
        </p:txBody>
      </p:sp>
      <p:pic>
        <p:nvPicPr>
          <p:cNvPr id="5" name="图片 4"/>
          <p:cNvPicPr>
            <a:picLocks noChangeAspect="1"/>
          </p:cNvPicPr>
          <p:nvPr/>
        </p:nvPicPr>
        <p:blipFill>
          <a:blip r:embed="rId1"/>
          <a:stretch>
            <a:fillRect/>
          </a:stretch>
        </p:blipFill>
        <p:spPr>
          <a:xfrm>
            <a:off x="273050" y="1124585"/>
            <a:ext cx="3208020" cy="3009900"/>
          </a:xfrm>
          <a:prstGeom prst="rect">
            <a:avLst/>
          </a:prstGeom>
        </p:spPr>
      </p:pic>
      <p:pic>
        <p:nvPicPr>
          <p:cNvPr id="4" name="内容占位符 3"/>
          <p:cNvPicPr>
            <a:picLocks noChangeAspect="1"/>
          </p:cNvPicPr>
          <p:nvPr>
            <p:ph idx="1"/>
          </p:nvPr>
        </p:nvPicPr>
        <p:blipFill>
          <a:blip r:embed="rId2"/>
          <a:stretch>
            <a:fillRect/>
          </a:stretch>
        </p:blipFill>
        <p:spPr>
          <a:xfrm>
            <a:off x="3004820" y="3716655"/>
            <a:ext cx="6560820" cy="2865120"/>
          </a:xfrm>
          <a:prstGeom prst="rect">
            <a:avLst/>
          </a:prstGeom>
        </p:spPr>
      </p:pic>
      <p:sp>
        <p:nvSpPr>
          <p:cNvPr id="6" name="文本框 5"/>
          <p:cNvSpPr txBox="1"/>
          <p:nvPr/>
        </p:nvSpPr>
        <p:spPr>
          <a:xfrm>
            <a:off x="200660" y="4152900"/>
            <a:ext cx="2804160" cy="460375"/>
          </a:xfrm>
          <a:prstGeom prst="rect">
            <a:avLst/>
          </a:prstGeom>
          <a:noFill/>
        </p:spPr>
        <p:txBody>
          <a:bodyPr wrap="square" rtlCol="0">
            <a:spAutoFit/>
          </a:bodyPr>
          <a:p>
            <a:r>
              <a:rPr lang="en-US" altLang="zh-CN"/>
              <a:t>helloworld.c</a:t>
            </a:r>
            <a:endParaRPr lang="en-US" altLang="zh-CN"/>
          </a:p>
        </p:txBody>
      </p:sp>
      <p:pic>
        <p:nvPicPr>
          <p:cNvPr id="7" name="图片 6"/>
          <p:cNvPicPr>
            <a:picLocks noChangeAspect="1"/>
          </p:cNvPicPr>
          <p:nvPr/>
        </p:nvPicPr>
        <p:blipFill>
          <a:blip r:embed="rId3"/>
          <a:stretch>
            <a:fillRect/>
          </a:stretch>
        </p:blipFill>
        <p:spPr>
          <a:xfrm>
            <a:off x="3296920" y="1196975"/>
            <a:ext cx="3665220" cy="2247900"/>
          </a:xfrm>
          <a:prstGeom prst="rect">
            <a:avLst/>
          </a:prstGeom>
        </p:spPr>
      </p:pic>
      <p:sp>
        <p:nvSpPr>
          <p:cNvPr id="8" name="文本框 7"/>
          <p:cNvSpPr txBox="1"/>
          <p:nvPr/>
        </p:nvSpPr>
        <p:spPr>
          <a:xfrm>
            <a:off x="6609080" y="1917065"/>
            <a:ext cx="2661285" cy="460375"/>
          </a:xfrm>
          <a:prstGeom prst="rect">
            <a:avLst/>
          </a:prstGeom>
          <a:noFill/>
        </p:spPr>
        <p:txBody>
          <a:bodyPr wrap="square" rtlCol="0">
            <a:spAutoFit/>
          </a:bodyPr>
          <a:p>
            <a:r>
              <a:rPr lang="en-US" altLang="zh-CN"/>
              <a:t>Makefile</a:t>
            </a:r>
            <a:endParaRPr lang="en-US" altLang="zh-CN"/>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en-US" altLang="zh-CN" dirty="0"/>
              <a:t>Linux</a:t>
            </a:r>
            <a:r>
              <a:rPr lang="zh-CN" altLang="en-US" dirty="0"/>
              <a:t>中的进程</a:t>
            </a:r>
            <a:endParaRPr lang="zh-CN" altLang="en-US" dirty="0"/>
          </a:p>
        </p:txBody>
      </p:sp>
      <p:sp>
        <p:nvSpPr>
          <p:cNvPr id="5" name="内容占位符 4"/>
          <p:cNvSpPr/>
          <p:nvPr>
            <p:ph idx="1"/>
          </p:nvPr>
        </p:nvSpPr>
        <p:spPr/>
        <p:txBody>
          <a:bodyPr/>
          <a:p>
            <a:r>
              <a:rPr lang="zh-CN" altLang="en-US"/>
              <a:t>进程描述符 task_struct</a:t>
            </a:r>
            <a:endParaRPr lang="zh-CN" altLang="en-US"/>
          </a:p>
          <a:p>
            <a:r>
              <a:rPr lang="zh-CN" altLang="en-US" sz="2000"/>
              <a:t>系统中存放进程的管理和控制信息的数据结构称为进程控制块 PCB（Process Control Block），是进程管理和控制的最重要的数据结构。</a:t>
            </a:r>
            <a:endParaRPr lang="zh-CN" altLang="en-US" sz="2000"/>
          </a:p>
          <a:p>
            <a:r>
              <a:rPr lang="zh-CN" altLang="en-US" sz="2000"/>
              <a:t>每一个进程均有一个 PCB，在创建进程时，建立 PCB，伴随进程运行的全过程，直到进程撤消而撤消。</a:t>
            </a:r>
            <a:endParaRPr lang="zh-CN" altLang="en-US" sz="2000"/>
          </a:p>
          <a:p>
            <a:r>
              <a:rPr lang="zh-CN" altLang="en-US" sz="2000"/>
              <a:t>在 Linux 中，每一个进程都有一个进程描述符 task_struct，也就是 PCB；task_struct 结构体是 Linux 内核的一种数据结构，它会被装载到 RAM 里并包含每个进程所需的所有信息。</a:t>
            </a:r>
            <a:endParaRPr lang="zh-CN" altLang="en-US" sz="2000"/>
          </a:p>
          <a:p>
            <a:r>
              <a:rPr lang="zh-CN" altLang="en-US" sz="2000">
                <a:sym typeface="+mn-ea"/>
              </a:rPr>
              <a:t>在 Linux 中，进程</a:t>
            </a:r>
            <a:r>
              <a:rPr lang="zh-CN" altLang="en-US" sz="2000">
                <a:sym typeface="+mn-ea"/>
              </a:rPr>
              <a:t>和线程都有一个进程描述符 task_struct。</a:t>
            </a:r>
            <a:endParaRPr lang="zh-CN" altLang="en-US" sz="2000"/>
          </a:p>
          <a:p>
            <a:endParaRPr lang="zh-CN" altLang="en-US" sz="2000"/>
          </a:p>
        </p:txBody>
      </p:sp>
      <p:sp>
        <p:nvSpPr>
          <p:cNvPr id="6" name="矩形: 圆角 5"/>
          <p:cNvSpPr/>
          <p:nvPr/>
        </p:nvSpPr>
        <p:spPr bwMode="auto">
          <a:xfrm>
            <a:off x="632460" y="4725035"/>
            <a:ext cx="8990330" cy="1515745"/>
          </a:xfrm>
          <a:prstGeom prst="roundRect">
            <a:avLst/>
          </a:prstGeom>
          <a:solidFill>
            <a:srgbClr val="33333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noAutofit/>
          </a:bodyPr>
          <a:p>
            <a:pPr algn="l"/>
            <a:r>
              <a:rPr lang="en-US" altLang="zh-CN" sz="1400" dirty="0">
                <a:solidFill>
                  <a:srgbClr val="FFFFFF"/>
                </a:solidFill>
                <a:latin typeface="Consolas" panose="020B0609020204030204" pitchFamily="49" charset="0"/>
              </a:rPr>
              <a:t>struct </a:t>
            </a:r>
            <a:r>
              <a:rPr lang="en-US" altLang="zh-CN" sz="1400" dirty="0" err="1">
                <a:solidFill>
                  <a:srgbClr val="FFFFFF"/>
                </a:solidFill>
                <a:latin typeface="Consolas" panose="020B0609020204030204" pitchFamily="49" charset="0"/>
              </a:rPr>
              <a:t>task_struct</a:t>
            </a:r>
            <a:r>
              <a:rPr lang="en-US" altLang="zh-CN" sz="1400" dirty="0">
                <a:solidFill>
                  <a:srgbClr val="FFFFFF"/>
                </a:solidFill>
                <a:latin typeface="Consolas" panose="020B0609020204030204" pitchFamily="49" charset="0"/>
              </a:rPr>
              <a:t> {</a:t>
            </a:r>
            <a:endParaRPr lang="en-US" altLang="zh-CN" sz="1400" dirty="0">
              <a:solidFill>
                <a:srgbClr val="FFFFFF"/>
              </a:solidFill>
              <a:latin typeface="Consolas" panose="020B0609020204030204" pitchFamily="49" charset="0"/>
            </a:endParaRPr>
          </a:p>
          <a:p>
            <a:pPr algn="l"/>
            <a:r>
              <a:rPr lang="en-US" altLang="zh-CN" sz="1400" dirty="0">
                <a:solidFill>
                  <a:srgbClr val="FFFFFF"/>
                </a:solidFill>
                <a:latin typeface="Consolas" panose="020B0609020204030204" pitchFamily="49" charset="0"/>
              </a:rPr>
              <a:t>     volatile long state;    //</a:t>
            </a:r>
            <a:r>
              <a:rPr lang="zh-CN" altLang="en-US" sz="1400" dirty="0">
                <a:solidFill>
                  <a:srgbClr val="FFFFFF"/>
                </a:solidFill>
                <a:latin typeface="Consolas" panose="020B0609020204030204" pitchFamily="49" charset="0"/>
              </a:rPr>
              <a:t>进程运行状态，</a:t>
            </a:r>
            <a:r>
              <a:rPr lang="en-US" altLang="zh-CN" sz="1400" dirty="0">
                <a:solidFill>
                  <a:srgbClr val="FFFFFF"/>
                </a:solidFill>
                <a:latin typeface="Consolas" panose="020B0609020204030204" pitchFamily="49" charset="0"/>
              </a:rPr>
              <a:t>-1</a:t>
            </a:r>
            <a:r>
              <a:rPr lang="zh-CN" altLang="en-US" sz="1400" dirty="0">
                <a:solidFill>
                  <a:srgbClr val="FFFFFF"/>
                </a:solidFill>
                <a:latin typeface="Consolas" panose="020B0609020204030204" pitchFamily="49" charset="0"/>
              </a:rPr>
              <a:t>代表不可运行，</a:t>
            </a:r>
            <a:r>
              <a:rPr lang="en-US" altLang="zh-CN" sz="1400" dirty="0">
                <a:solidFill>
                  <a:srgbClr val="FFFFFF"/>
                </a:solidFill>
                <a:latin typeface="Consolas" panose="020B0609020204030204" pitchFamily="49" charset="0"/>
              </a:rPr>
              <a:t>0</a:t>
            </a:r>
            <a:r>
              <a:rPr lang="zh-CN" altLang="en-US" sz="1400" dirty="0">
                <a:solidFill>
                  <a:srgbClr val="FFFFFF"/>
                </a:solidFill>
                <a:latin typeface="Consolas" panose="020B0609020204030204" pitchFamily="49" charset="0"/>
              </a:rPr>
              <a:t>代表可运行，</a:t>
            </a:r>
            <a:r>
              <a:rPr lang="en-US" altLang="zh-CN" sz="1400" dirty="0">
                <a:solidFill>
                  <a:srgbClr val="FFFFFF"/>
                </a:solidFill>
                <a:latin typeface="Consolas" panose="020B0609020204030204" pitchFamily="49" charset="0"/>
              </a:rPr>
              <a:t>&gt;0</a:t>
            </a:r>
            <a:r>
              <a:rPr lang="zh-CN" altLang="en-US" sz="1400" dirty="0">
                <a:solidFill>
                  <a:srgbClr val="FFFFFF"/>
                </a:solidFill>
                <a:latin typeface="Consolas" panose="020B0609020204030204" pitchFamily="49" charset="0"/>
              </a:rPr>
              <a:t>代表已停止。</a:t>
            </a:r>
            <a:endParaRPr lang="zh-CN" altLang="en-US" sz="1400" dirty="0">
              <a:solidFill>
                <a:srgbClr val="FFFFFF"/>
              </a:solidFill>
              <a:latin typeface="Consolas" panose="020B0609020204030204" pitchFamily="49" charset="0"/>
            </a:endParaRPr>
          </a:p>
          <a:p>
            <a:pPr algn="l"/>
            <a:r>
              <a:rPr lang="zh-CN" altLang="en-US" sz="1400" dirty="0">
                <a:solidFill>
                  <a:srgbClr val="FFFFFF"/>
                </a:solidFill>
                <a:latin typeface="Consolas" panose="020B0609020204030204" pitchFamily="49" charset="0"/>
              </a:rPr>
              <a:t>     </a:t>
            </a:r>
            <a:r>
              <a:rPr lang="en-US" altLang="zh-CN" sz="1400" dirty="0">
                <a:solidFill>
                  <a:srgbClr val="FFFFFF"/>
                </a:solidFill>
                <a:latin typeface="Consolas" panose="020B0609020204030204" pitchFamily="49" charset="0"/>
              </a:rPr>
              <a:t>struct </a:t>
            </a:r>
            <a:r>
              <a:rPr lang="en-US" altLang="zh-CN" sz="1400" dirty="0" err="1">
                <a:solidFill>
                  <a:srgbClr val="FFFFFF"/>
                </a:solidFill>
                <a:latin typeface="Consolas" panose="020B0609020204030204" pitchFamily="49" charset="0"/>
              </a:rPr>
              <a:t>mm_struct</a:t>
            </a:r>
            <a:r>
              <a:rPr lang="en-US" altLang="zh-CN" sz="1400" dirty="0">
                <a:solidFill>
                  <a:srgbClr val="FFFFFF"/>
                </a:solidFill>
                <a:latin typeface="Consolas" panose="020B0609020204030204" pitchFamily="49" charset="0"/>
              </a:rPr>
              <a:t> *mm;         //</a:t>
            </a:r>
            <a:r>
              <a:rPr lang="zh-CN" altLang="en-US" sz="1400" dirty="0">
                <a:solidFill>
                  <a:srgbClr val="FFFFFF"/>
                </a:solidFill>
                <a:latin typeface="Consolas" panose="020B0609020204030204" pitchFamily="49" charset="0"/>
              </a:rPr>
              <a:t>该结构体记录了进程内存使用的相关情况</a:t>
            </a:r>
            <a:endParaRPr lang="zh-CN" altLang="en-US" sz="1400" dirty="0">
              <a:solidFill>
                <a:srgbClr val="FFFFFF"/>
              </a:solidFill>
              <a:latin typeface="Consolas" panose="020B0609020204030204" pitchFamily="49" charset="0"/>
            </a:endParaRPr>
          </a:p>
          <a:p>
            <a:pPr algn="l"/>
            <a:r>
              <a:rPr lang="zh-CN" altLang="en-US" sz="1400" dirty="0">
                <a:solidFill>
                  <a:srgbClr val="FFFFFF"/>
                </a:solidFill>
                <a:latin typeface="Consolas" panose="020B0609020204030204" pitchFamily="49" charset="0"/>
              </a:rPr>
              <a:t>     </a:t>
            </a:r>
            <a:r>
              <a:rPr lang="en-US" altLang="zh-CN" sz="1400" dirty="0" err="1">
                <a:solidFill>
                  <a:srgbClr val="FFFFFF"/>
                </a:solidFill>
                <a:latin typeface="Consolas" panose="020B0609020204030204" pitchFamily="49" charset="0"/>
              </a:rPr>
              <a:t>pid_t</a:t>
            </a:r>
            <a:r>
              <a:rPr lang="en-US" altLang="zh-CN" sz="1400" dirty="0">
                <a:solidFill>
                  <a:srgbClr val="FFFFFF"/>
                </a:solidFill>
                <a:latin typeface="Consolas" panose="020B0609020204030204" pitchFamily="49" charset="0"/>
              </a:rPr>
              <a:t> </a:t>
            </a:r>
            <a:r>
              <a:rPr lang="en-US" altLang="zh-CN" sz="1400" dirty="0" err="1">
                <a:solidFill>
                  <a:srgbClr val="FFFFFF"/>
                </a:solidFill>
                <a:latin typeface="Consolas" panose="020B0609020204030204" pitchFamily="49" charset="0"/>
              </a:rPr>
              <a:t>pid</a:t>
            </a:r>
            <a:r>
              <a:rPr lang="zh-CN" altLang="en-US" sz="1400" dirty="0">
                <a:solidFill>
                  <a:srgbClr val="FFFFFF"/>
                </a:solidFill>
                <a:latin typeface="Consolas" panose="020B0609020204030204" pitchFamily="49" charset="0"/>
              </a:rPr>
              <a:t>；                   </a:t>
            </a:r>
            <a:r>
              <a:rPr lang="en-US" altLang="zh-CN" sz="1400" dirty="0">
                <a:solidFill>
                  <a:srgbClr val="FFFFFF"/>
                </a:solidFill>
                <a:latin typeface="Consolas" panose="020B0609020204030204" pitchFamily="49" charset="0"/>
              </a:rPr>
              <a:t>//</a:t>
            </a:r>
            <a:r>
              <a:rPr lang="zh-CN" altLang="en-US" sz="1400" dirty="0">
                <a:solidFill>
                  <a:srgbClr val="FFFFFF"/>
                </a:solidFill>
                <a:latin typeface="Consolas" panose="020B0609020204030204" pitchFamily="49" charset="0"/>
              </a:rPr>
              <a:t>进程号</a:t>
            </a:r>
            <a:endParaRPr lang="zh-CN" altLang="en-US" sz="1400" dirty="0">
              <a:solidFill>
                <a:srgbClr val="FFFFFF"/>
              </a:solidFill>
              <a:latin typeface="Consolas" panose="020B0609020204030204" pitchFamily="49" charset="0"/>
            </a:endParaRPr>
          </a:p>
          <a:p>
            <a:pPr algn="l"/>
            <a:r>
              <a:rPr lang="zh-CN" altLang="en-US" sz="1400" dirty="0">
                <a:solidFill>
                  <a:srgbClr val="FFFFFF"/>
                </a:solidFill>
                <a:latin typeface="Consolas" panose="020B0609020204030204" pitchFamily="49" charset="0"/>
              </a:rPr>
              <a:t>     </a:t>
            </a:r>
            <a:r>
              <a:rPr lang="en-US" altLang="zh-CN" sz="1400" dirty="0">
                <a:solidFill>
                  <a:srgbClr val="FFFFFF"/>
                </a:solidFill>
                <a:latin typeface="Consolas" panose="020B0609020204030204" pitchFamily="49" charset="0"/>
              </a:rPr>
              <a:t>char comm[TASK_COMM_LEN];     //</a:t>
            </a:r>
            <a:r>
              <a:rPr lang="zh-CN" altLang="en-US" sz="1400" dirty="0">
                <a:solidFill>
                  <a:srgbClr val="FFFFFF"/>
                </a:solidFill>
                <a:latin typeface="Consolas" panose="020B0609020204030204" pitchFamily="49" charset="0"/>
              </a:rPr>
              <a:t>保存进程名字的字符数组</a:t>
            </a:r>
            <a:endParaRPr lang="zh-CN" altLang="en-US" sz="1400" dirty="0">
              <a:solidFill>
                <a:srgbClr val="FFFFFF"/>
              </a:solidFill>
              <a:latin typeface="Consolas" panose="020B0609020204030204" pitchFamily="49" charset="0"/>
            </a:endParaRPr>
          </a:p>
          <a:p>
            <a:pPr algn="l"/>
            <a:r>
              <a:rPr lang="en-US" altLang="zh-CN" sz="1600" dirty="0">
                <a:solidFill>
                  <a:srgbClr val="FFFFFF"/>
                </a:solidFill>
                <a:latin typeface="Consolas" panose="020B0609020204030204" pitchFamily="49" charset="0"/>
              </a:rPr>
              <a:t>}</a:t>
            </a:r>
            <a:endParaRPr lang="en-US" altLang="zh-CN" sz="1600" dirty="0">
              <a:solidFill>
                <a:srgbClr val="FFFFFF"/>
              </a:solidFill>
              <a:latin typeface="Consolas" panose="020B0609020204030204" pitchFamily="49" charset="0"/>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88950" y="1340769"/>
            <a:ext cx="9144570" cy="4968551"/>
          </a:xfrm>
        </p:spPr>
        <p:txBody>
          <a:bodyPr/>
          <a:lstStyle/>
          <a:p>
            <a:r>
              <a:rPr lang="en-US" altLang="zh-CN" dirty="0" err="1"/>
              <a:t>kthread_run</a:t>
            </a:r>
            <a:r>
              <a:rPr lang="en-US" altLang="zh-CN" dirty="0"/>
              <a:t>()</a:t>
            </a:r>
            <a:endParaRPr lang="en-US" altLang="zh-CN" dirty="0"/>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头文件：</a:t>
            </a:r>
            <a:r>
              <a:rPr lang="en-US" altLang="zh-CN" sz="1800" kern="1200" dirty="0">
                <a:solidFill>
                  <a:srgbClr val="111111"/>
                </a:solidFill>
                <a:ea typeface="宋体" panose="02010600030101010101" pitchFamily="2" charset="-122"/>
              </a:rPr>
              <a:t>&lt;</a:t>
            </a:r>
            <a:r>
              <a:rPr lang="en-US" altLang="zh-CN" sz="1800" kern="1200" dirty="0" err="1">
                <a:solidFill>
                  <a:srgbClr val="111111"/>
                </a:solidFill>
                <a:ea typeface="宋体" panose="02010600030101010101" pitchFamily="2" charset="-122"/>
              </a:rPr>
              <a:t>linux</a:t>
            </a:r>
            <a:r>
              <a:rPr lang="en-US" altLang="zh-CN" sz="1800" kern="1200" dirty="0">
                <a:solidFill>
                  <a:srgbClr val="111111"/>
                </a:solidFill>
                <a:ea typeface="宋体" panose="02010600030101010101" pitchFamily="2" charset="-122"/>
              </a:rPr>
              <a:t>/</a:t>
            </a:r>
            <a:r>
              <a:rPr lang="en-US" altLang="zh-CN" sz="1800" kern="1200" dirty="0" err="1">
                <a:solidFill>
                  <a:srgbClr val="111111"/>
                </a:solidFill>
                <a:ea typeface="宋体" panose="02010600030101010101" pitchFamily="2" charset="-122"/>
              </a:rPr>
              <a:t>kthread.h</a:t>
            </a:r>
            <a:r>
              <a:rPr lang="en-US" altLang="zh-CN" sz="1800" kern="1200" dirty="0">
                <a:solidFill>
                  <a:srgbClr val="111111"/>
                </a:solidFill>
                <a:ea typeface="宋体" panose="02010600030101010101" pitchFamily="2" charset="-122"/>
              </a:rPr>
              <a:t>&gt;</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函数原型：</a:t>
            </a:r>
            <a:r>
              <a:rPr lang="en-US" altLang="zh-CN" sz="1800" kern="1200" dirty="0">
                <a:solidFill>
                  <a:srgbClr val="111111"/>
                </a:solidFill>
                <a:ea typeface="宋体" panose="02010600030101010101" pitchFamily="2" charset="-122"/>
              </a:rPr>
              <a:t>struct </a:t>
            </a:r>
            <a:r>
              <a:rPr lang="en-US" altLang="zh-CN" sz="1800" kern="1200" dirty="0" err="1">
                <a:solidFill>
                  <a:srgbClr val="111111"/>
                </a:solidFill>
                <a:ea typeface="宋体" panose="02010600030101010101" pitchFamily="2" charset="-122"/>
              </a:rPr>
              <a:t>task_struct</a:t>
            </a:r>
            <a:r>
              <a:rPr lang="en-US" altLang="zh-CN" sz="1800" kern="1200" dirty="0">
                <a:solidFill>
                  <a:srgbClr val="111111"/>
                </a:solidFill>
                <a:ea typeface="宋体" panose="02010600030101010101" pitchFamily="2" charset="-122"/>
              </a:rPr>
              <a:t> *</a:t>
            </a:r>
            <a:r>
              <a:rPr lang="en-US" altLang="zh-CN" sz="1800" kern="1200" dirty="0" err="1">
                <a:solidFill>
                  <a:srgbClr val="111111"/>
                </a:solidFill>
                <a:ea typeface="宋体" panose="02010600030101010101" pitchFamily="2" charset="-122"/>
              </a:rPr>
              <a:t>kthread_run</a:t>
            </a:r>
            <a:r>
              <a:rPr lang="en-US" altLang="zh-CN" sz="1800" kern="1200" dirty="0">
                <a:solidFill>
                  <a:srgbClr val="111111"/>
                </a:solidFill>
                <a:ea typeface="宋体" panose="02010600030101010101" pitchFamily="2" charset="-122"/>
              </a:rPr>
              <a:t>(int (*</a:t>
            </a:r>
            <a:r>
              <a:rPr lang="en-US" altLang="zh-CN" sz="1800" kern="1200" dirty="0" err="1">
                <a:solidFill>
                  <a:srgbClr val="111111"/>
                </a:solidFill>
                <a:ea typeface="宋体" panose="02010600030101010101" pitchFamily="2" charset="-122"/>
              </a:rPr>
              <a:t>threadfn</a:t>
            </a:r>
            <a:r>
              <a:rPr lang="en-US" altLang="zh-CN" sz="1800" kern="1200" dirty="0">
                <a:solidFill>
                  <a:srgbClr val="111111"/>
                </a:solidFill>
                <a:ea typeface="宋体" panose="02010600030101010101" pitchFamily="2" charset="-122"/>
              </a:rPr>
              <a:t>)(void *data),void *</a:t>
            </a:r>
            <a:r>
              <a:rPr lang="en-US" altLang="zh-CN" sz="1800" kern="1200" dirty="0" err="1">
                <a:solidFill>
                  <a:srgbClr val="111111"/>
                </a:solidFill>
                <a:ea typeface="宋体" panose="02010600030101010101" pitchFamily="2" charset="-122"/>
              </a:rPr>
              <a:t>data,const</a:t>
            </a:r>
            <a:r>
              <a:rPr lang="en-US" altLang="zh-CN" sz="1800" kern="1200" dirty="0">
                <a:solidFill>
                  <a:srgbClr val="111111"/>
                </a:solidFill>
                <a:ea typeface="宋体" panose="02010600030101010101" pitchFamily="2" charset="-122"/>
              </a:rPr>
              <a:t> char *</a:t>
            </a:r>
            <a:r>
              <a:rPr lang="en-US" altLang="zh-CN" sz="1800" kern="1200" dirty="0" err="1">
                <a:solidFill>
                  <a:srgbClr val="111111"/>
                </a:solidFill>
                <a:ea typeface="宋体" panose="02010600030101010101" pitchFamily="2" charset="-122"/>
              </a:rPr>
              <a:t>namefmt</a:t>
            </a:r>
            <a:r>
              <a:rPr lang="en-US" altLang="zh-CN" sz="1800" kern="1200" dirty="0">
                <a:solidFill>
                  <a:srgbClr val="111111"/>
                </a:solidFill>
                <a:ea typeface="宋体" panose="02010600030101010101" pitchFamily="2" charset="-122"/>
              </a:rPr>
              <a:t>, ...);</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功能：创建并启动一个线程。</a:t>
            </a:r>
            <a:endParaRPr lang="zh-CN" altLang="en-US"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返回值：</a:t>
            </a:r>
            <a:r>
              <a:rPr lang="en-US" altLang="zh-CN" sz="1800" kern="1200" dirty="0">
                <a:solidFill>
                  <a:srgbClr val="111111"/>
                </a:solidFill>
                <a:ea typeface="宋体" panose="02010600030101010101" pitchFamily="2" charset="-122"/>
              </a:rPr>
              <a:t>struct task_struct</a:t>
            </a:r>
            <a:r>
              <a:rPr lang="zh-CN" altLang="en-US" sz="1800" kern="1200" dirty="0">
                <a:solidFill>
                  <a:srgbClr val="111111"/>
                </a:solidFill>
                <a:ea typeface="宋体" panose="02010600030101010101" pitchFamily="2" charset="-122"/>
              </a:rPr>
              <a:t>结构体的</a:t>
            </a:r>
            <a:r>
              <a:rPr lang="zh-CN" altLang="en-US" sz="1800" kern="1200" dirty="0">
                <a:solidFill>
                  <a:srgbClr val="111111"/>
                </a:solidFill>
                <a:ea typeface="宋体" panose="02010600030101010101" pitchFamily="2" charset="-122"/>
              </a:rPr>
              <a:t>指针。</a:t>
            </a:r>
            <a:endParaRPr lang="zh-CN" altLang="en-US"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参数：</a:t>
            </a:r>
            <a:endParaRPr lang="en-US" altLang="zh-CN"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int (*</a:t>
            </a:r>
            <a:r>
              <a:rPr lang="en-US" altLang="zh-CN" sz="1800" kern="1200" dirty="0" err="1">
                <a:solidFill>
                  <a:srgbClr val="111111"/>
                </a:solidFill>
                <a:ea typeface="宋体" panose="02010600030101010101" pitchFamily="2" charset="-122"/>
              </a:rPr>
              <a:t>threadfn</a:t>
            </a:r>
            <a:r>
              <a:rPr lang="en-US" altLang="zh-CN" sz="1800" kern="1200" dirty="0">
                <a:solidFill>
                  <a:srgbClr val="111111"/>
                </a:solidFill>
                <a:ea typeface="宋体" panose="02010600030101010101" pitchFamily="2" charset="-122"/>
              </a:rPr>
              <a:t>)(void *data)------&gt;</a:t>
            </a:r>
            <a:r>
              <a:rPr lang="zh-CN" altLang="en-US" sz="1800" kern="1200" dirty="0">
                <a:solidFill>
                  <a:srgbClr val="111111"/>
                </a:solidFill>
                <a:ea typeface="宋体" panose="02010600030101010101" pitchFamily="2" charset="-122"/>
              </a:rPr>
              <a:t>线程函数，指定该线程要完成的任务。这个函数会一直运行直到接收到终止信号。</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void *data-------------------------------&gt;</a:t>
            </a:r>
            <a:r>
              <a:rPr lang="zh-CN" altLang="en-US" sz="1800" kern="1200" dirty="0">
                <a:solidFill>
                  <a:srgbClr val="111111"/>
                </a:solidFill>
                <a:ea typeface="宋体" panose="02010600030101010101" pitchFamily="2" charset="-122"/>
              </a:rPr>
              <a:t>线程函数的参数。</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const char *</a:t>
            </a:r>
            <a:r>
              <a:rPr lang="en-US" altLang="zh-CN" sz="1800" kern="1200" dirty="0" err="1">
                <a:solidFill>
                  <a:srgbClr val="111111"/>
                </a:solidFill>
                <a:ea typeface="宋体" panose="02010600030101010101" pitchFamily="2" charset="-122"/>
              </a:rPr>
              <a:t>namefmt</a:t>
            </a:r>
            <a:r>
              <a:rPr lang="en-US" altLang="zh-CN" sz="1800" kern="1200" dirty="0">
                <a:solidFill>
                  <a:srgbClr val="111111"/>
                </a:solidFill>
                <a:ea typeface="宋体" panose="02010600030101010101" pitchFamily="2" charset="-122"/>
              </a:rPr>
              <a:t>------------------&gt;</a:t>
            </a:r>
            <a:r>
              <a:rPr lang="zh-CN" altLang="en-US" sz="1800" kern="1200" dirty="0">
                <a:solidFill>
                  <a:srgbClr val="111111"/>
                </a:solidFill>
                <a:ea typeface="宋体" panose="02010600030101010101" pitchFamily="2" charset="-122"/>
              </a:rPr>
              <a:t>线程名字。</a:t>
            </a:r>
            <a:endParaRPr lang="zh-CN" altLang="en-US"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使用示例：</a:t>
            </a:r>
            <a:endParaRPr lang="en-US" altLang="zh-CN"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err="1">
                <a:solidFill>
                  <a:srgbClr val="111111"/>
                </a:solidFill>
                <a:ea typeface="宋体" panose="02010600030101010101" pitchFamily="2" charset="-122"/>
              </a:rPr>
              <a:t>myThread</a:t>
            </a:r>
            <a:r>
              <a:rPr lang="en-US" altLang="zh-CN" sz="1800" kern="1200" dirty="0">
                <a:solidFill>
                  <a:srgbClr val="111111"/>
                </a:solidFill>
                <a:ea typeface="宋体" panose="02010600030101010101" pitchFamily="2" charset="-122"/>
              </a:rPr>
              <a:t> = </a:t>
            </a:r>
            <a:r>
              <a:rPr lang="en-US" altLang="zh-CN" sz="1800" kern="1200" dirty="0" err="1">
                <a:solidFill>
                  <a:srgbClr val="111111"/>
                </a:solidFill>
                <a:ea typeface="宋体" panose="02010600030101010101" pitchFamily="2" charset="-122"/>
              </a:rPr>
              <a:t>kthread_run</a:t>
            </a:r>
            <a:r>
              <a:rPr lang="en-US" altLang="zh-CN" sz="1800" kern="1200" dirty="0">
                <a:solidFill>
                  <a:srgbClr val="111111"/>
                </a:solidFill>
                <a:ea typeface="宋体" panose="02010600030101010101" pitchFamily="2" charset="-122"/>
              </a:rPr>
              <a:t>(</a:t>
            </a:r>
            <a:r>
              <a:rPr lang="en-US" altLang="zh-CN" sz="1800" kern="1200" dirty="0" err="1">
                <a:solidFill>
                  <a:srgbClr val="111111"/>
                </a:solidFill>
                <a:ea typeface="宋体" panose="02010600030101010101" pitchFamily="2" charset="-122"/>
              </a:rPr>
              <a:t>func</a:t>
            </a:r>
            <a:r>
              <a:rPr lang="en-US" altLang="zh-CN" sz="1800" kern="1200" dirty="0">
                <a:solidFill>
                  <a:srgbClr val="111111"/>
                </a:solidFill>
                <a:ea typeface="宋体" panose="02010600030101010101" pitchFamily="2" charset="-122"/>
              </a:rPr>
              <a:t>, NULL, “</a:t>
            </a:r>
            <a:r>
              <a:rPr lang="en-US" altLang="zh-CN" sz="1800" kern="1200" dirty="0" err="1">
                <a:solidFill>
                  <a:srgbClr val="111111"/>
                </a:solidFill>
                <a:ea typeface="宋体" panose="02010600030101010101" pitchFamily="2" charset="-122"/>
              </a:rPr>
              <a:t>mythread</a:t>
            </a:r>
            <a:r>
              <a:rPr lang="en-US" altLang="zh-CN" sz="1800" kern="1200" dirty="0">
                <a:solidFill>
                  <a:srgbClr val="111111"/>
                </a:solidFill>
                <a:ea typeface="宋体" panose="02010600030101010101" pitchFamily="2" charset="-122"/>
              </a:rPr>
              <a:t>");</a:t>
            </a:r>
            <a:endParaRPr lang="zh-CN" altLang="en-US" sz="1800" kern="1200" dirty="0">
              <a:solidFill>
                <a:srgbClr val="111111"/>
              </a:solidFill>
              <a:ea typeface="宋体" panose="02010600030101010101" pitchFamily="2" charset="-122"/>
            </a:endParaRPr>
          </a:p>
          <a:p>
            <a:endParaRPr lang="en-US" altLang="zh-CN" dirty="0"/>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endParaRPr lang="zh-CN" altLang="en-US" dirty="0"/>
          </a:p>
        </p:txBody>
      </p:sp>
      <p:sp>
        <p:nvSpPr>
          <p:cNvPr id="3" name="标题 2"/>
          <p:cNvSpPr>
            <a:spLocks noGrp="1"/>
          </p:cNvSpPr>
          <p:nvPr>
            <p:ph type="title"/>
          </p:nvPr>
        </p:nvSpPr>
        <p:spPr/>
        <p:txBody>
          <a:bodyPr/>
          <a:lstStyle/>
          <a:p>
            <a:r>
              <a:rPr lang="zh-CN" altLang="en-US" dirty="0"/>
              <a:t>内核线程相关接口函数</a:t>
            </a:r>
            <a:endParaRPr lang="zh-CN" altLang="en-US"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88950" y="1340769"/>
            <a:ext cx="9144570" cy="4968551"/>
          </a:xfrm>
        </p:spPr>
        <p:txBody>
          <a:bodyPr/>
          <a:lstStyle/>
          <a:p>
            <a:r>
              <a:rPr lang="en-US" altLang="zh-CN" dirty="0" err="1"/>
              <a:t>kthread_stop</a:t>
            </a:r>
            <a:r>
              <a:rPr lang="en-US" altLang="zh-CN" dirty="0"/>
              <a:t>()</a:t>
            </a:r>
            <a:endParaRPr lang="en-US" altLang="zh-CN" dirty="0"/>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头文件：</a:t>
            </a:r>
            <a:r>
              <a:rPr lang="en-US" altLang="zh-CN" sz="1800" kern="1200" dirty="0">
                <a:solidFill>
                  <a:srgbClr val="111111"/>
                </a:solidFill>
                <a:ea typeface="宋体" panose="02010600030101010101" pitchFamily="2" charset="-122"/>
              </a:rPr>
              <a:t>&lt;</a:t>
            </a:r>
            <a:r>
              <a:rPr lang="en-US" altLang="zh-CN" sz="1800" kern="1200" dirty="0" err="1">
                <a:solidFill>
                  <a:srgbClr val="111111"/>
                </a:solidFill>
                <a:ea typeface="宋体" panose="02010600030101010101" pitchFamily="2" charset="-122"/>
              </a:rPr>
              <a:t>linux</a:t>
            </a:r>
            <a:r>
              <a:rPr lang="en-US" altLang="zh-CN" sz="1800" kern="1200" dirty="0">
                <a:solidFill>
                  <a:srgbClr val="111111"/>
                </a:solidFill>
                <a:ea typeface="宋体" panose="02010600030101010101" pitchFamily="2" charset="-122"/>
              </a:rPr>
              <a:t>/</a:t>
            </a:r>
            <a:r>
              <a:rPr lang="en-US" altLang="zh-CN" sz="1800" kern="1200" dirty="0" err="1">
                <a:solidFill>
                  <a:srgbClr val="111111"/>
                </a:solidFill>
                <a:ea typeface="宋体" panose="02010600030101010101" pitchFamily="2" charset="-122"/>
              </a:rPr>
              <a:t>kthread.h</a:t>
            </a:r>
            <a:r>
              <a:rPr lang="en-US" altLang="zh-CN" sz="1800" kern="1200" dirty="0">
                <a:solidFill>
                  <a:srgbClr val="111111"/>
                </a:solidFill>
                <a:ea typeface="宋体" panose="02010600030101010101" pitchFamily="2" charset="-122"/>
              </a:rPr>
              <a:t>&gt;</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函数原型：</a:t>
            </a:r>
            <a:r>
              <a:rPr lang="en-US" altLang="zh-CN" sz="1800" kern="1200" dirty="0">
                <a:solidFill>
                  <a:srgbClr val="111111"/>
                </a:solidFill>
                <a:ea typeface="宋体" panose="02010600030101010101" pitchFamily="2" charset="-122"/>
              </a:rPr>
              <a:t>int </a:t>
            </a:r>
            <a:r>
              <a:rPr lang="en-US" altLang="zh-CN" sz="1800" kern="1200" dirty="0" err="1">
                <a:solidFill>
                  <a:srgbClr val="111111"/>
                </a:solidFill>
                <a:ea typeface="宋体" panose="02010600030101010101" pitchFamily="2" charset="-122"/>
              </a:rPr>
              <a:t>kthread_stop</a:t>
            </a:r>
            <a:r>
              <a:rPr lang="en-US" altLang="zh-CN" sz="1800" kern="1200" dirty="0">
                <a:solidFill>
                  <a:srgbClr val="111111"/>
                </a:solidFill>
                <a:ea typeface="宋体" panose="02010600030101010101" pitchFamily="2" charset="-122"/>
              </a:rPr>
              <a:t>(struct </a:t>
            </a:r>
            <a:r>
              <a:rPr lang="en-US" altLang="zh-CN" sz="1800" kern="1200" dirty="0" err="1">
                <a:solidFill>
                  <a:srgbClr val="111111"/>
                </a:solidFill>
                <a:ea typeface="宋体" panose="02010600030101010101" pitchFamily="2" charset="-122"/>
              </a:rPr>
              <a:t>task_struct</a:t>
            </a:r>
            <a:r>
              <a:rPr lang="en-US" altLang="zh-CN" sz="1800" kern="1200" dirty="0">
                <a:solidFill>
                  <a:srgbClr val="111111"/>
                </a:solidFill>
                <a:ea typeface="宋体" panose="02010600030101010101" pitchFamily="2" charset="-122"/>
              </a:rPr>
              <a:t> *k);</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功能：在模块卸载时，发送信号给</a:t>
            </a:r>
            <a:r>
              <a:rPr lang="en-US" altLang="zh-CN" sz="1800" kern="1200" dirty="0">
                <a:solidFill>
                  <a:srgbClr val="111111"/>
                </a:solidFill>
                <a:ea typeface="宋体" panose="02010600030101010101" pitchFamily="2" charset="-122"/>
              </a:rPr>
              <a:t>k</a:t>
            </a:r>
            <a:r>
              <a:rPr lang="zh-CN" altLang="en-US" sz="1800" kern="1200" dirty="0">
                <a:solidFill>
                  <a:srgbClr val="111111"/>
                </a:solidFill>
                <a:ea typeface="宋体" panose="02010600030101010101" pitchFamily="2" charset="-122"/>
              </a:rPr>
              <a:t>指向的线程，使之退出。</a:t>
            </a:r>
            <a:endParaRPr lang="zh-CN" altLang="en-US"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使用示例：</a:t>
            </a:r>
            <a:endParaRPr lang="en-US" altLang="zh-CN"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err="1">
                <a:solidFill>
                  <a:srgbClr val="111111"/>
                </a:solidFill>
                <a:ea typeface="宋体" panose="02010600030101010101" pitchFamily="2" charset="-122"/>
              </a:rPr>
              <a:t>kthread_stop</a:t>
            </a:r>
            <a:r>
              <a:rPr lang="en-US" altLang="zh-CN" sz="1800" kern="1200" dirty="0">
                <a:solidFill>
                  <a:srgbClr val="111111"/>
                </a:solidFill>
                <a:ea typeface="宋体" panose="02010600030101010101" pitchFamily="2" charset="-122"/>
              </a:rPr>
              <a:t>(</a:t>
            </a:r>
            <a:r>
              <a:rPr lang="en-US" altLang="zh-CN" sz="1800" kern="1200" dirty="0" err="1">
                <a:solidFill>
                  <a:srgbClr val="111111"/>
                </a:solidFill>
                <a:ea typeface="宋体" panose="02010600030101010101" pitchFamily="2" charset="-122"/>
              </a:rPr>
              <a:t>myThread</a:t>
            </a:r>
            <a:r>
              <a:rPr lang="en-US" altLang="zh-CN" sz="1800" kern="1200" dirty="0">
                <a:solidFill>
                  <a:srgbClr val="111111"/>
                </a:solidFill>
                <a:ea typeface="宋体" panose="02010600030101010101" pitchFamily="2" charset="-122"/>
              </a:rPr>
              <a:t>);</a:t>
            </a:r>
            <a:endParaRPr lang="en-US" altLang="zh-CN"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zh-CN" altLang="en-US" sz="1800" kern="1200" dirty="0">
              <a:solidFill>
                <a:srgbClr val="111111"/>
              </a:solidFill>
              <a:ea typeface="宋体" panose="02010600030101010101" pitchFamily="2" charset="-122"/>
            </a:endParaRPr>
          </a:p>
          <a:p>
            <a:r>
              <a:rPr lang="en-US" altLang="zh-CN" dirty="0" err="1"/>
              <a:t>kthread_should_stop</a:t>
            </a:r>
            <a:r>
              <a:rPr lang="en-US" altLang="zh-CN" dirty="0"/>
              <a:t>()</a:t>
            </a:r>
            <a:r>
              <a:rPr lang="zh-CN" altLang="en-US" dirty="0"/>
              <a:t>：</a:t>
            </a:r>
            <a:endParaRPr lang="zh-CN" altLang="en-US" dirty="0"/>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头文件：</a:t>
            </a:r>
            <a:r>
              <a:rPr lang="en-US" altLang="zh-CN" sz="1800" kern="1200" dirty="0">
                <a:solidFill>
                  <a:srgbClr val="111111"/>
                </a:solidFill>
                <a:ea typeface="宋体" panose="02010600030101010101" pitchFamily="2" charset="-122"/>
              </a:rPr>
              <a:t>&lt;</a:t>
            </a:r>
            <a:r>
              <a:rPr lang="en-US" altLang="zh-CN" sz="1800" kern="1200" dirty="0" err="1">
                <a:solidFill>
                  <a:srgbClr val="111111"/>
                </a:solidFill>
                <a:ea typeface="宋体" panose="02010600030101010101" pitchFamily="2" charset="-122"/>
              </a:rPr>
              <a:t>linux</a:t>
            </a:r>
            <a:r>
              <a:rPr lang="en-US" altLang="zh-CN" sz="1800" kern="1200" dirty="0">
                <a:solidFill>
                  <a:srgbClr val="111111"/>
                </a:solidFill>
                <a:ea typeface="宋体" panose="02010600030101010101" pitchFamily="2" charset="-122"/>
              </a:rPr>
              <a:t>/</a:t>
            </a:r>
            <a:r>
              <a:rPr lang="en-US" altLang="zh-CN" sz="1800" kern="1200" dirty="0" err="1">
                <a:solidFill>
                  <a:srgbClr val="111111"/>
                </a:solidFill>
                <a:ea typeface="宋体" panose="02010600030101010101" pitchFamily="2" charset="-122"/>
              </a:rPr>
              <a:t>kthread.h</a:t>
            </a:r>
            <a:r>
              <a:rPr lang="en-US" altLang="zh-CN" sz="1800" kern="1200" dirty="0">
                <a:solidFill>
                  <a:srgbClr val="111111"/>
                </a:solidFill>
                <a:ea typeface="宋体" panose="02010600030101010101" pitchFamily="2" charset="-122"/>
              </a:rPr>
              <a:t>&gt;</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函数原型：</a:t>
            </a:r>
            <a:r>
              <a:rPr lang="en-US" altLang="zh-CN" sz="1800" kern="1200" dirty="0">
                <a:solidFill>
                  <a:srgbClr val="111111"/>
                </a:solidFill>
                <a:ea typeface="宋体" panose="02010600030101010101" pitchFamily="2" charset="-122"/>
              </a:rPr>
              <a:t>bool </a:t>
            </a:r>
            <a:r>
              <a:rPr lang="en-US" altLang="zh-CN" sz="1800" kern="1200" dirty="0" err="1">
                <a:solidFill>
                  <a:srgbClr val="111111"/>
                </a:solidFill>
                <a:ea typeface="宋体" panose="02010600030101010101" pitchFamily="2" charset="-122"/>
              </a:rPr>
              <a:t>kthread_should_stop</a:t>
            </a:r>
            <a:r>
              <a:rPr lang="en-US" altLang="zh-CN" sz="1800" kern="1200" dirty="0">
                <a:solidFill>
                  <a:srgbClr val="111111"/>
                </a:solidFill>
                <a:ea typeface="宋体" panose="02010600030101010101" pitchFamily="2" charset="-122"/>
              </a:rPr>
              <a:t>(void);</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功能：该函数位于内核线程函数体内，与</a:t>
            </a:r>
            <a:r>
              <a:rPr lang="en-US" altLang="zh-CN" sz="1800" kern="1200" dirty="0" err="1">
                <a:solidFill>
                  <a:srgbClr val="111111"/>
                </a:solidFill>
                <a:ea typeface="宋体" panose="02010600030101010101" pitchFamily="2" charset="-122"/>
              </a:rPr>
              <a:t>kthread_stop</a:t>
            </a:r>
            <a:r>
              <a:rPr lang="zh-CN" altLang="en-US" sz="1800" kern="1200" dirty="0">
                <a:solidFill>
                  <a:srgbClr val="111111"/>
                </a:solidFill>
                <a:ea typeface="宋体" panose="02010600030101010101" pitchFamily="2" charset="-122"/>
              </a:rPr>
              <a:t>配合使用，用于接收</a:t>
            </a:r>
            <a:r>
              <a:rPr lang="en-US" altLang="zh-CN" sz="1800" kern="1200" dirty="0" err="1">
                <a:solidFill>
                  <a:srgbClr val="111111"/>
                </a:solidFill>
                <a:ea typeface="宋体" panose="02010600030101010101" pitchFamily="2" charset="-122"/>
              </a:rPr>
              <a:t>kthread_stop</a:t>
            </a:r>
            <a:r>
              <a:rPr lang="zh-CN" altLang="en-US" sz="1800" kern="1200" dirty="0">
                <a:solidFill>
                  <a:srgbClr val="111111"/>
                </a:solidFill>
                <a:ea typeface="宋体" panose="02010600030101010101" pitchFamily="2" charset="-122"/>
              </a:rPr>
              <a:t>传递的结束线程信号</a:t>
            </a:r>
            <a:r>
              <a:rPr lang="zh-CN" sz="1800" kern="1200" dirty="0">
                <a:solidFill>
                  <a:srgbClr val="111111"/>
                </a:solidFill>
                <a:ea typeface="宋体" panose="02010600030101010101" pitchFamily="2" charset="-122"/>
              </a:rPr>
              <a:t>。</a:t>
            </a:r>
            <a:endParaRPr lang="en-US" altLang="zh-CN" dirty="0"/>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endParaRPr lang="zh-CN" altLang="en-US" dirty="0"/>
          </a:p>
        </p:txBody>
      </p:sp>
      <p:sp>
        <p:nvSpPr>
          <p:cNvPr id="3" name="标题 2"/>
          <p:cNvSpPr>
            <a:spLocks noGrp="1"/>
          </p:cNvSpPr>
          <p:nvPr>
            <p:ph type="title"/>
          </p:nvPr>
        </p:nvSpPr>
        <p:spPr/>
        <p:txBody>
          <a:bodyPr/>
          <a:lstStyle/>
          <a:p>
            <a:r>
              <a:rPr lang="zh-CN" altLang="en-US" dirty="0"/>
              <a:t>内核线程相关接口函数</a:t>
            </a:r>
            <a:endParaRPr lang="zh-CN" altLang="en-US"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88950" y="1340769"/>
            <a:ext cx="9144570" cy="4968551"/>
          </a:xfrm>
        </p:spPr>
        <p:txBody>
          <a:bodyPr/>
          <a:lstStyle/>
          <a:p>
            <a:r>
              <a:rPr lang="zh-CN" altLang="en-US" dirty="0"/>
              <a:t>线程函数</a:t>
            </a:r>
            <a:endParaRPr lang="en-US" altLang="zh-CN" dirty="0"/>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用户在线程函数中指定要让该线程完成的任务。该函数会一直运行，直到接收到结束信号。因此函数中需要有判断是否收到信号的语句。</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注意在线程函数中需要在每一轮迭代之后休眠一定时间，让出</a:t>
            </a:r>
            <a:r>
              <a:rPr lang="en-US" altLang="zh-CN" sz="1800" kern="1200" dirty="0">
                <a:solidFill>
                  <a:srgbClr val="111111"/>
                </a:solidFill>
                <a:ea typeface="宋体" panose="02010600030101010101" pitchFamily="2" charset="-122"/>
              </a:rPr>
              <a:t>CPU </a:t>
            </a:r>
            <a:r>
              <a:rPr lang="zh-CN" altLang="en-US" sz="1800" kern="1200" dirty="0">
                <a:solidFill>
                  <a:srgbClr val="111111"/>
                </a:solidFill>
                <a:ea typeface="宋体" panose="02010600030101010101" pitchFamily="2" charset="-122"/>
              </a:rPr>
              <a:t>给其他的任务，否则创建的这个线程会一直占用</a:t>
            </a:r>
            <a:r>
              <a:rPr lang="en-US" altLang="zh-CN" sz="1800" kern="1200" dirty="0">
                <a:solidFill>
                  <a:srgbClr val="111111"/>
                </a:solidFill>
                <a:ea typeface="宋体" panose="02010600030101010101" pitchFamily="2" charset="-122"/>
              </a:rPr>
              <a:t>CPU</a:t>
            </a:r>
            <a:r>
              <a:rPr lang="zh-CN" altLang="en-US" sz="1800" kern="1200" dirty="0">
                <a:solidFill>
                  <a:srgbClr val="111111"/>
                </a:solidFill>
                <a:ea typeface="宋体" panose="02010600030101010101" pitchFamily="2" charset="-122"/>
              </a:rPr>
              <a:t>。</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endParaRPr lang="zh-CN" altLang="en-US" dirty="0"/>
          </a:p>
        </p:txBody>
      </p:sp>
      <p:sp>
        <p:nvSpPr>
          <p:cNvPr id="3" name="标题 2"/>
          <p:cNvSpPr>
            <a:spLocks noGrp="1"/>
          </p:cNvSpPr>
          <p:nvPr>
            <p:ph type="title"/>
          </p:nvPr>
        </p:nvSpPr>
        <p:spPr/>
        <p:txBody>
          <a:bodyPr/>
          <a:lstStyle/>
          <a:p>
            <a:r>
              <a:rPr lang="zh-CN" altLang="en-US" dirty="0"/>
              <a:t>内核线程相关接口函数</a:t>
            </a:r>
            <a:endParaRPr lang="zh-CN" altLang="en-US" dirty="0"/>
          </a:p>
        </p:txBody>
      </p:sp>
      <p:sp>
        <p:nvSpPr>
          <p:cNvPr id="4" name="矩形: 圆角 3"/>
          <p:cNvSpPr/>
          <p:nvPr/>
        </p:nvSpPr>
        <p:spPr bwMode="auto">
          <a:xfrm>
            <a:off x="1280592" y="2701332"/>
            <a:ext cx="6624736" cy="2249741"/>
          </a:xfrm>
          <a:prstGeom prst="roundRect">
            <a:avLst/>
          </a:prstGeom>
          <a:solidFill>
            <a:srgbClr val="33333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algn="l"/>
            <a:r>
              <a:rPr lang="en-US" altLang="zh-CN" sz="1800" dirty="0">
                <a:solidFill>
                  <a:srgbClr val="FFFFFF"/>
                </a:solidFill>
                <a:latin typeface="Consolas" panose="020B0609020204030204" pitchFamily="49" charset="0"/>
              </a:rPr>
              <a:t>static int </a:t>
            </a:r>
            <a:r>
              <a:rPr lang="en-US" altLang="zh-CN" sz="1800" dirty="0" err="1">
                <a:solidFill>
                  <a:srgbClr val="FFFFFF"/>
                </a:solidFill>
                <a:latin typeface="Consolas" panose="020B0609020204030204" pitchFamily="49" charset="0"/>
              </a:rPr>
              <a:t>func</a:t>
            </a:r>
            <a:r>
              <a:rPr lang="en-US" altLang="zh-CN" sz="1800" dirty="0">
                <a:solidFill>
                  <a:srgbClr val="FFFFFF"/>
                </a:solidFill>
                <a:latin typeface="Consolas" panose="020B0609020204030204" pitchFamily="49" charset="0"/>
              </a:rPr>
              <a:t>(void *data){ </a:t>
            </a:r>
            <a:endParaRPr lang="en-US" altLang="zh-CN" sz="1800" dirty="0">
              <a:solidFill>
                <a:srgbClr val="FFFFFF"/>
              </a:solidFill>
              <a:latin typeface="Consolas" panose="020B0609020204030204" pitchFamily="49" charset="0"/>
            </a:endParaRPr>
          </a:p>
          <a:p>
            <a:pPr algn="l"/>
            <a:r>
              <a:rPr lang="en-US" altLang="zh-CN" sz="1800" dirty="0">
                <a:solidFill>
                  <a:srgbClr val="FFFFFF"/>
                </a:solidFill>
                <a:latin typeface="Consolas" panose="020B0609020204030204" pitchFamily="49" charset="0"/>
              </a:rPr>
              <a:t>   while(!</a:t>
            </a:r>
            <a:r>
              <a:rPr lang="en-US" altLang="zh-CN" sz="1800" dirty="0" err="1">
                <a:solidFill>
                  <a:srgbClr val="FFFFFF"/>
                </a:solidFill>
                <a:latin typeface="Consolas" panose="020B0609020204030204" pitchFamily="49" charset="0"/>
              </a:rPr>
              <a:t>kthread_should_stop</a:t>
            </a:r>
            <a:r>
              <a:rPr lang="en-US" altLang="zh-CN" sz="1800" dirty="0">
                <a:solidFill>
                  <a:srgbClr val="FFFFFF"/>
                </a:solidFill>
                <a:latin typeface="Consolas" panose="020B0609020204030204" pitchFamily="49" charset="0"/>
              </a:rPr>
              <a:t>()){ </a:t>
            </a:r>
            <a:endParaRPr lang="en-US" altLang="zh-CN" sz="1800" dirty="0">
              <a:solidFill>
                <a:srgbClr val="FFFFFF"/>
              </a:solidFill>
              <a:latin typeface="Consolas" panose="020B0609020204030204" pitchFamily="49" charset="0"/>
            </a:endParaRPr>
          </a:p>
          <a:p>
            <a:pPr algn="l"/>
            <a:r>
              <a:rPr lang="en-US" altLang="zh-CN" sz="1800" dirty="0">
                <a:solidFill>
                  <a:srgbClr val="FFFFFF"/>
                </a:solidFill>
                <a:latin typeface="Consolas" panose="020B0609020204030204" pitchFamily="49" charset="0"/>
              </a:rPr>
              <a:t>     printf</a:t>
            </a:r>
            <a:r>
              <a:rPr lang="zh-CN" altLang="en-US" sz="1800" dirty="0">
                <a:solidFill>
                  <a:srgbClr val="FFFFFF"/>
                </a:solidFill>
                <a:latin typeface="Consolas" panose="020B0609020204030204" pitchFamily="49" charset="0"/>
              </a:rPr>
              <a:t>（。。。。）</a:t>
            </a:r>
            <a:endParaRPr lang="zh-CN" altLang="en-US" sz="1800" dirty="0">
              <a:solidFill>
                <a:srgbClr val="FFFFFF"/>
              </a:solidFill>
              <a:latin typeface="Consolas" panose="020B0609020204030204" pitchFamily="49" charset="0"/>
            </a:endParaRPr>
          </a:p>
          <a:p>
            <a:pPr algn="l"/>
            <a:r>
              <a:rPr lang="zh-CN" altLang="en-US" sz="1800" dirty="0">
                <a:solidFill>
                  <a:srgbClr val="FFFFFF"/>
                </a:solidFill>
                <a:latin typeface="Consolas" panose="020B0609020204030204" pitchFamily="49" charset="0"/>
              </a:rPr>
              <a:t>     </a:t>
            </a:r>
            <a:r>
              <a:rPr lang="en-US" altLang="zh-CN" sz="1800" dirty="0" err="1">
                <a:solidFill>
                  <a:srgbClr val="FFFFFF"/>
                </a:solidFill>
                <a:latin typeface="Consolas" panose="020B0609020204030204" pitchFamily="49" charset="0"/>
              </a:rPr>
              <a:t>msleep</a:t>
            </a:r>
            <a:r>
              <a:rPr lang="en-US" altLang="zh-CN" sz="1800" dirty="0">
                <a:solidFill>
                  <a:srgbClr val="FFFFFF"/>
                </a:solidFill>
                <a:latin typeface="Consolas" panose="020B0609020204030204" pitchFamily="49" charset="0"/>
              </a:rPr>
              <a:t>(2000); </a:t>
            </a:r>
            <a:endParaRPr lang="en-US" altLang="zh-CN" sz="1800" dirty="0">
              <a:solidFill>
                <a:srgbClr val="FFFFFF"/>
              </a:solidFill>
              <a:latin typeface="Consolas" panose="020B0609020204030204" pitchFamily="49" charset="0"/>
            </a:endParaRPr>
          </a:p>
          <a:p>
            <a:pPr algn="l"/>
            <a:r>
              <a:rPr lang="en-US" altLang="zh-CN" sz="1800" dirty="0">
                <a:solidFill>
                  <a:srgbClr val="FFFFFF"/>
                </a:solidFill>
                <a:latin typeface="Consolas" panose="020B0609020204030204" pitchFamily="49" charset="0"/>
              </a:rPr>
              <a:t>   } </a:t>
            </a:r>
            <a:endParaRPr lang="en-US" altLang="zh-CN" sz="1800" dirty="0">
              <a:solidFill>
                <a:srgbClr val="FFFFFF"/>
              </a:solidFill>
              <a:latin typeface="Consolas" panose="020B0609020204030204" pitchFamily="49" charset="0"/>
            </a:endParaRPr>
          </a:p>
          <a:p>
            <a:pPr algn="l"/>
            <a:r>
              <a:rPr lang="en-US" altLang="zh-CN" sz="1800" dirty="0">
                <a:solidFill>
                  <a:srgbClr val="FFFFFF"/>
                </a:solidFill>
                <a:latin typeface="Consolas" panose="020B0609020204030204" pitchFamily="49" charset="0"/>
              </a:rPr>
              <a:t>   return 0; </a:t>
            </a:r>
            <a:endParaRPr lang="en-US" altLang="zh-CN" sz="1800" dirty="0">
              <a:solidFill>
                <a:srgbClr val="FFFFFF"/>
              </a:solidFill>
              <a:latin typeface="Consolas" panose="020B0609020204030204" pitchFamily="49" charset="0"/>
            </a:endParaRPr>
          </a:p>
          <a:p>
            <a:pPr algn="l"/>
            <a:r>
              <a:rPr lang="en-US" altLang="zh-CN" sz="1800" dirty="0">
                <a:solidFill>
                  <a:srgbClr val="FFFFFF"/>
                </a:solidFill>
                <a:latin typeface="Consolas" panose="020B0609020204030204" pitchFamily="49" charset="0"/>
              </a:rPr>
              <a:t>} </a:t>
            </a:r>
            <a:endParaRPr lang="en-US" altLang="zh-CN" sz="1800" dirty="0">
              <a:solidFill>
                <a:srgbClr val="FFFFFF"/>
              </a:solidFill>
              <a:latin typeface="Consolas" panose="020B0609020204030204" pitchFamily="49" charset="0"/>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88950" y="1340769"/>
            <a:ext cx="9144570" cy="1800199"/>
          </a:xfrm>
        </p:spPr>
        <p:txBody>
          <a:bodyPr/>
          <a:lstStyle/>
          <a:p>
            <a:r>
              <a:rPr lang="zh-CN" altLang="en-US" dirty="0"/>
              <a:t>任务描述</a:t>
            </a:r>
            <a:endParaRPr lang="en-US" altLang="zh-CN" dirty="0"/>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编写一个内核模块，实现读取系统一分钟内的</a:t>
            </a:r>
            <a:r>
              <a:rPr lang="en-US" altLang="zh-CN" sz="1800" kern="1200" dirty="0">
                <a:solidFill>
                  <a:srgbClr val="111111"/>
                </a:solidFill>
                <a:ea typeface="宋体" panose="02010600030101010101" pitchFamily="2" charset="-122"/>
              </a:rPr>
              <a:t>CPU</a:t>
            </a:r>
            <a:r>
              <a:rPr lang="zh-CN" altLang="en-US" sz="1800" kern="1200" dirty="0">
                <a:solidFill>
                  <a:srgbClr val="111111"/>
                </a:solidFill>
                <a:ea typeface="宋体" panose="02010600030101010101" pitchFamily="2" charset="-122"/>
              </a:rPr>
              <a:t>负载。</a:t>
            </a:r>
            <a:endParaRPr lang="zh-CN" altLang="en-US"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加载、卸载模块并查看模块打印信息。</a:t>
            </a:r>
            <a:endParaRPr lang="zh-CN" altLang="en-US" dirty="0"/>
          </a:p>
        </p:txBody>
      </p:sp>
      <p:sp>
        <p:nvSpPr>
          <p:cNvPr id="3" name="标题 2"/>
          <p:cNvSpPr>
            <a:spLocks noGrp="1"/>
          </p:cNvSpPr>
          <p:nvPr>
            <p:ph type="title"/>
          </p:nvPr>
        </p:nvSpPr>
        <p:spPr/>
        <p:txBody>
          <a:bodyPr/>
          <a:lstStyle/>
          <a:p>
            <a:r>
              <a:rPr lang="zh-CN" altLang="en-US" dirty="0"/>
              <a:t>任务</a:t>
            </a:r>
            <a:r>
              <a:rPr lang="en-US" altLang="zh-CN" dirty="0"/>
              <a:t>2</a:t>
            </a:r>
            <a:r>
              <a:rPr lang="zh-CN" altLang="en-US" dirty="0"/>
              <a:t>：打印输出当前系统 </a:t>
            </a:r>
            <a:r>
              <a:rPr lang="en-US" altLang="zh-CN" dirty="0"/>
              <a:t>CPU </a:t>
            </a:r>
            <a:r>
              <a:rPr lang="zh-CN" altLang="en-US" dirty="0"/>
              <a:t>负载情况</a:t>
            </a:r>
            <a:endParaRPr lang="zh-CN" altLang="en-US" dirty="0"/>
          </a:p>
        </p:txBody>
      </p:sp>
      <p:sp>
        <p:nvSpPr>
          <p:cNvPr id="4" name="内容占位符 1"/>
          <p:cNvSpPr txBox="1"/>
          <p:nvPr/>
        </p:nvSpPr>
        <p:spPr bwMode="auto">
          <a:xfrm>
            <a:off x="488950" y="2924944"/>
            <a:ext cx="9144570" cy="1800199"/>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FF5050"/>
              </a:buClr>
              <a:buSzPct val="120000"/>
              <a:buFont typeface="Wingdings" panose="05000000000000000000" pitchFamily="2" charset="2"/>
              <a:buChar char="§"/>
              <a:defRPr kumimoji="1" sz="2800" b="1">
                <a:solidFill>
                  <a:srgbClr val="000066"/>
                </a:solidFill>
                <a:latin typeface="Times New Roman" panose="02020603050405020304" pitchFamily="18" charset="0"/>
                <a:ea typeface="+mn-ea"/>
                <a:cs typeface="Times New Roman" panose="02020603050405020304" pitchFamily="18" charset="0"/>
              </a:defRPr>
            </a:lvl1pPr>
            <a:lvl2pPr marL="742950" indent="-285750" algn="l" rtl="0" eaLnBrk="0" fontAlgn="base" hangingPunct="0">
              <a:lnSpc>
                <a:spcPct val="100000"/>
              </a:lnSpc>
              <a:spcBef>
                <a:spcPct val="20000"/>
              </a:spcBef>
              <a:spcAft>
                <a:spcPct val="0"/>
              </a:spcAft>
              <a:buClr>
                <a:schemeClr val="tx2"/>
              </a:buClr>
              <a:buSzPct val="75000"/>
              <a:buFont typeface="Wingdings" panose="05000000000000000000" pitchFamily="2" charset="2"/>
              <a:buChar char="v"/>
              <a:defRPr kumimoji="1" sz="2000" b="1">
                <a:solidFill>
                  <a:schemeClr val="tx1"/>
                </a:solidFill>
                <a:latin typeface="Times New Roman" panose="02020603050405020304" pitchFamily="18" charset="0"/>
                <a:ea typeface="幼圆" panose="02010509060101010101" pitchFamily="49" charset="-122"/>
                <a:cs typeface="Times New Roman" panose="02020603050405020304" pitchFamily="18" charset="0"/>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Ø"/>
              <a:defRPr kumimoji="1" sz="2000" b="1">
                <a:solidFill>
                  <a:srgbClr val="CC3300"/>
                </a:solidFill>
                <a:latin typeface="Times New Roman" panose="02020603050405020304" pitchFamily="18" charset="0"/>
                <a:ea typeface="+mn-ea"/>
                <a:cs typeface="Times New Roman" panose="02020603050405020304" pitchFamily="18" charset="0"/>
              </a:defRPr>
            </a:lvl3pPr>
            <a:lvl4pPr marL="1600200" indent="-228600" algn="l" rtl="0" eaLnBrk="0" fontAlgn="base" hangingPunct="0">
              <a:spcBef>
                <a:spcPct val="20000"/>
              </a:spcBef>
              <a:spcAft>
                <a:spcPct val="0"/>
              </a:spcAft>
              <a:buClr>
                <a:schemeClr val="tx2"/>
              </a:buClr>
              <a:buSzPct val="100000"/>
              <a:buChar char="•"/>
              <a:defRPr kumimoji="1">
                <a:solidFill>
                  <a:srgbClr val="CC3300"/>
                </a:solidFill>
                <a:latin typeface="Times New Roman" panose="02020603050405020304" pitchFamily="18" charset="0"/>
                <a:ea typeface="+mn-ea"/>
                <a:cs typeface="Times New Roman" panose="02020603050405020304" pitchFamily="18" charset="0"/>
              </a:defRPr>
            </a:lvl4pPr>
            <a:lvl5pPr marL="2057400" indent="-228600" algn="l" rtl="0" eaLnBrk="0" fontAlgn="base" hangingPunct="0">
              <a:spcBef>
                <a:spcPct val="20000"/>
              </a:spcBef>
              <a:spcAft>
                <a:spcPct val="0"/>
              </a:spcAft>
              <a:buClr>
                <a:schemeClr val="hlink"/>
              </a:buClr>
              <a:buSzPct val="100000"/>
              <a:buChar char="–"/>
              <a:defRPr kumimoji="1">
                <a:solidFill>
                  <a:srgbClr val="1C1C1C"/>
                </a:solidFill>
                <a:latin typeface="Times New Roman" panose="02020603050405020304" pitchFamily="18" charset="0"/>
                <a:ea typeface="+mn-ea"/>
                <a:cs typeface="Times New Roman" panose="02020603050405020304" pitchFamily="18" charset="0"/>
              </a:defRPr>
            </a:lvl5pPr>
            <a:lvl6pPr marL="2514600" indent="-228600" algn="l" rtl="0" fontAlgn="base">
              <a:spcBef>
                <a:spcPct val="20000"/>
              </a:spcBef>
              <a:spcAft>
                <a:spcPct val="0"/>
              </a:spcAft>
              <a:buClr>
                <a:schemeClr val="hlink"/>
              </a:buClr>
              <a:buSzPct val="100000"/>
              <a:buChar char="–"/>
              <a:defRPr kumimoji="1">
                <a:solidFill>
                  <a:srgbClr val="1C1C1C"/>
                </a:solidFill>
                <a:latin typeface="+mn-lt"/>
                <a:ea typeface="+mn-ea"/>
              </a:defRPr>
            </a:lvl6pPr>
            <a:lvl7pPr marL="2971800" indent="-228600" algn="l" rtl="0" fontAlgn="base">
              <a:spcBef>
                <a:spcPct val="20000"/>
              </a:spcBef>
              <a:spcAft>
                <a:spcPct val="0"/>
              </a:spcAft>
              <a:buClr>
                <a:schemeClr val="hlink"/>
              </a:buClr>
              <a:buSzPct val="100000"/>
              <a:buChar char="–"/>
              <a:defRPr kumimoji="1">
                <a:solidFill>
                  <a:srgbClr val="1C1C1C"/>
                </a:solidFill>
                <a:latin typeface="+mn-lt"/>
                <a:ea typeface="+mn-ea"/>
              </a:defRPr>
            </a:lvl7pPr>
            <a:lvl8pPr marL="3429000" indent="-228600" algn="l" rtl="0" fontAlgn="base">
              <a:spcBef>
                <a:spcPct val="20000"/>
              </a:spcBef>
              <a:spcAft>
                <a:spcPct val="0"/>
              </a:spcAft>
              <a:buClr>
                <a:schemeClr val="hlink"/>
              </a:buClr>
              <a:buSzPct val="100000"/>
              <a:buChar char="–"/>
              <a:defRPr kumimoji="1">
                <a:solidFill>
                  <a:srgbClr val="1C1C1C"/>
                </a:solidFill>
                <a:latin typeface="+mn-lt"/>
                <a:ea typeface="+mn-ea"/>
              </a:defRPr>
            </a:lvl8pPr>
            <a:lvl9pPr marL="3886200" indent="-228600" algn="l" rtl="0" fontAlgn="base">
              <a:spcBef>
                <a:spcPct val="20000"/>
              </a:spcBef>
              <a:spcAft>
                <a:spcPct val="0"/>
              </a:spcAft>
              <a:buClr>
                <a:schemeClr val="hlink"/>
              </a:buClr>
              <a:buSzPct val="100000"/>
              <a:buChar char="–"/>
              <a:defRPr kumimoji="1">
                <a:solidFill>
                  <a:srgbClr val="1C1C1C"/>
                </a:solidFill>
                <a:latin typeface="+mn-lt"/>
                <a:ea typeface="+mn-ea"/>
              </a:defRPr>
            </a:lvl9pPr>
          </a:lstStyle>
          <a:p>
            <a:r>
              <a:rPr lang="zh-CN" altLang="en-US" kern="0" dirty="0"/>
              <a:t>审核要求</a:t>
            </a:r>
            <a:endParaRPr lang="en-US" altLang="zh-CN" kern="0" dirty="0"/>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dirty="0">
                <a:solidFill>
                  <a:srgbClr val="111111"/>
                </a:solidFill>
                <a:ea typeface="宋体" panose="02010600030101010101" pitchFamily="2" charset="-122"/>
              </a:rPr>
              <a:t>正确编写满足功能的源文件，正确编译。</a:t>
            </a:r>
            <a:endParaRPr lang="zh-CN" altLang="en-US" sz="18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dirty="0">
                <a:solidFill>
                  <a:srgbClr val="111111"/>
                </a:solidFill>
                <a:ea typeface="宋体" panose="02010600030101010101" pitchFamily="2" charset="-122"/>
              </a:rPr>
              <a:t>正常加载、卸载内核模块；且内核模块功能满足任务所述。</a:t>
            </a:r>
            <a:endParaRPr lang="zh-CN" altLang="en-US" sz="18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dirty="0">
                <a:solidFill>
                  <a:srgbClr val="111111"/>
                </a:solidFill>
                <a:ea typeface="宋体" panose="02010600030101010101" pitchFamily="2" charset="-122"/>
              </a:rPr>
              <a:t>提交相关源码与运行截图。</a:t>
            </a:r>
            <a:endParaRPr lang="zh-CN" altLang="en-US" kern="0" dirty="0"/>
          </a:p>
        </p:txBody>
      </p:sp>
      <p:pic>
        <p:nvPicPr>
          <p:cNvPr id="5" name="图片 4"/>
          <p:cNvPicPr>
            <a:picLocks noChangeAspect="1"/>
          </p:cNvPicPr>
          <p:nvPr/>
        </p:nvPicPr>
        <p:blipFill>
          <a:blip r:embed="rId1"/>
          <a:stretch>
            <a:fillRect/>
          </a:stretch>
        </p:blipFill>
        <p:spPr>
          <a:xfrm>
            <a:off x="4520952" y="4393751"/>
            <a:ext cx="4320000" cy="1897251"/>
          </a:xfrm>
          <a:prstGeom prst="rect">
            <a:avLst/>
          </a:prstGeom>
        </p:spPr>
      </p:pic>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88950" y="1340769"/>
            <a:ext cx="9417050" cy="5400599"/>
          </a:xfrm>
        </p:spPr>
        <p:txBody>
          <a:bodyPr/>
          <a:lstStyle/>
          <a:p>
            <a:r>
              <a:rPr lang="zh-CN" altLang="en-US" dirty="0"/>
              <a:t>简介</a:t>
            </a:r>
            <a:endParaRPr lang="en-US" altLang="zh-CN" dirty="0"/>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proc </a:t>
            </a:r>
            <a:r>
              <a:rPr lang="zh-CN" altLang="en-US" sz="1800" kern="1200" dirty="0">
                <a:solidFill>
                  <a:srgbClr val="111111"/>
                </a:solidFill>
                <a:ea typeface="宋体" panose="02010600030101010101" pitchFamily="2" charset="-122"/>
              </a:rPr>
              <a:t>文件系统是 </a:t>
            </a:r>
            <a:r>
              <a:rPr lang="en-US" altLang="zh-CN" sz="1800" kern="1200" dirty="0">
                <a:solidFill>
                  <a:srgbClr val="111111"/>
                </a:solidFill>
                <a:ea typeface="宋体" panose="02010600030101010101" pitchFamily="2" charset="-122"/>
              </a:rPr>
              <a:t>Linux </a:t>
            </a:r>
            <a:r>
              <a:rPr lang="zh-CN" altLang="en-US" sz="1800" kern="1200" dirty="0">
                <a:solidFill>
                  <a:srgbClr val="111111"/>
                </a:solidFill>
                <a:ea typeface="宋体" panose="02010600030101010101" pitchFamily="2" charset="-122"/>
              </a:rPr>
              <a:t>中的虚拟文件系统。所有</a:t>
            </a:r>
            <a:r>
              <a:rPr lang="en-US" altLang="zh-CN" sz="1800" kern="1200" dirty="0">
                <a:solidFill>
                  <a:srgbClr val="111111"/>
                </a:solidFill>
                <a:ea typeface="宋体" panose="02010600030101010101" pitchFamily="2" charset="-122"/>
              </a:rPr>
              <a:t>proc</a:t>
            </a:r>
            <a:r>
              <a:rPr lang="zh-CN" altLang="en-US" sz="1800" kern="1200" dirty="0">
                <a:solidFill>
                  <a:srgbClr val="111111"/>
                </a:solidFill>
                <a:ea typeface="宋体" panose="02010600030101010101" pitchFamily="2" charset="-122"/>
              </a:rPr>
              <a:t>文件挂载在</a:t>
            </a:r>
            <a:r>
              <a:rPr lang="en-US" altLang="zh-CN" sz="1800" kern="1200" dirty="0">
                <a:solidFill>
                  <a:srgbClr val="111111"/>
                </a:solidFill>
                <a:ea typeface="宋体" panose="02010600030101010101" pitchFamily="2" charset="-122"/>
              </a:rPr>
              <a:t>/proc</a:t>
            </a:r>
            <a:r>
              <a:rPr lang="zh-CN" altLang="en-US" sz="1800" kern="1200" dirty="0">
                <a:solidFill>
                  <a:srgbClr val="111111"/>
                </a:solidFill>
                <a:ea typeface="宋体" panose="02010600030101010101" pitchFamily="2" charset="-122"/>
              </a:rPr>
              <a:t>目录下。</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/proc </a:t>
            </a:r>
            <a:r>
              <a:rPr lang="zh-CN" altLang="en-US" sz="1800" kern="1200" dirty="0">
                <a:solidFill>
                  <a:srgbClr val="111111"/>
                </a:solidFill>
                <a:ea typeface="宋体" panose="02010600030101010101" pitchFamily="2" charset="-122"/>
              </a:rPr>
              <a:t>的文件可以用于访问有关内核的状态、计算机的属性、正在运行的进程的状态等信息。</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大部分 </a:t>
            </a:r>
            <a:r>
              <a:rPr lang="en-US" altLang="zh-CN" sz="1800" kern="1200" dirty="0">
                <a:solidFill>
                  <a:srgbClr val="111111"/>
                </a:solidFill>
                <a:ea typeface="宋体" panose="02010600030101010101" pitchFamily="2" charset="-122"/>
              </a:rPr>
              <a:t>/proc </a:t>
            </a:r>
            <a:r>
              <a:rPr lang="zh-CN" altLang="en-US" sz="1800" kern="1200" dirty="0">
                <a:solidFill>
                  <a:srgbClr val="111111"/>
                </a:solidFill>
                <a:ea typeface="宋体" panose="02010600030101010101" pitchFamily="2" charset="-122"/>
              </a:rPr>
              <a:t>中的文件和目录提供系统物理环境最新的信息。</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dirty="0"/>
              <a:t>proc</a:t>
            </a:r>
            <a:r>
              <a:rPr lang="zh-CN" altLang="en-US" dirty="0"/>
              <a:t>文件组成</a:t>
            </a:r>
            <a:endParaRPr lang="en-US" altLang="zh-CN" sz="2800" dirty="0">
              <a:solidFill>
                <a:srgbClr val="000066"/>
              </a:solidFill>
              <a:ea typeface="+mn-ea"/>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a:t>
            </a:r>
            <a:r>
              <a:rPr lang="en-US" altLang="zh-CN" sz="1800" kern="1200" dirty="0">
                <a:solidFill>
                  <a:srgbClr val="111111"/>
                </a:solidFill>
                <a:ea typeface="宋体" panose="02010600030101010101" pitchFamily="2" charset="-122"/>
              </a:rPr>
              <a:t>1</a:t>
            </a:r>
            <a:r>
              <a:rPr lang="zh-CN" altLang="en-US" sz="1800" kern="1200" dirty="0">
                <a:solidFill>
                  <a:srgbClr val="111111"/>
                </a:solidFill>
                <a:ea typeface="宋体" panose="02010600030101010101" pitchFamily="2" charset="-122"/>
              </a:rPr>
              <a:t>）有用内核信息</a:t>
            </a:r>
            <a:endParaRPr lang="en-US" altLang="zh-CN"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如：</a:t>
            </a:r>
            <a:r>
              <a:rPr lang="en-US" altLang="zh-CN" sz="1800" kern="1200" dirty="0">
                <a:solidFill>
                  <a:srgbClr val="111111"/>
                </a:solidFill>
                <a:ea typeface="宋体" panose="02010600030101010101" pitchFamily="2" charset="-122"/>
              </a:rPr>
              <a:t>/proc/cpuinfo</a:t>
            </a:r>
            <a:r>
              <a:rPr lang="zh-CN" altLang="en-US" sz="1800" kern="1200" dirty="0">
                <a:solidFill>
                  <a:srgbClr val="111111"/>
                </a:solidFill>
                <a:ea typeface="宋体" panose="02010600030101010101" pitchFamily="2" charset="-122"/>
              </a:rPr>
              <a:t>（</a:t>
            </a:r>
            <a:r>
              <a:rPr lang="en-US" altLang="zh-CN" sz="1800" kern="1200" dirty="0">
                <a:solidFill>
                  <a:srgbClr val="111111"/>
                </a:solidFill>
                <a:ea typeface="宋体" panose="02010600030101010101" pitchFamily="2" charset="-122"/>
              </a:rPr>
              <a:t>CPU </a:t>
            </a:r>
            <a:r>
              <a:rPr lang="zh-CN" altLang="en-US" sz="1800" kern="1200" dirty="0">
                <a:solidFill>
                  <a:srgbClr val="111111"/>
                </a:solidFill>
                <a:ea typeface="宋体" panose="02010600030101010101" pitchFamily="2" charset="-122"/>
              </a:rPr>
              <a:t>的信息 ）</a:t>
            </a:r>
            <a:r>
              <a:rPr lang="en-US" altLang="zh-CN" sz="1800" kern="1200" dirty="0">
                <a:solidFill>
                  <a:srgbClr val="111111"/>
                </a:solidFill>
                <a:ea typeface="宋体" panose="02010600030101010101" pitchFamily="2" charset="-122"/>
              </a:rPr>
              <a:t> </a:t>
            </a:r>
            <a:r>
              <a:rPr lang="zh-CN" altLang="en-US" sz="1800" kern="1200" dirty="0">
                <a:solidFill>
                  <a:srgbClr val="111111"/>
                </a:solidFill>
                <a:ea typeface="宋体" panose="02010600030101010101" pitchFamily="2" charset="-122"/>
              </a:rPr>
              <a:t>、</a:t>
            </a:r>
            <a:r>
              <a:rPr lang="en-US" altLang="zh-CN" sz="1800" kern="1200" dirty="0">
                <a:solidFill>
                  <a:srgbClr val="111111"/>
                </a:solidFill>
                <a:ea typeface="宋体" panose="02010600030101010101" pitchFamily="2" charset="-122"/>
              </a:rPr>
              <a:t>/proc/</a:t>
            </a:r>
            <a:r>
              <a:rPr lang="en-US" altLang="zh-CN" sz="1800" kern="1200" dirty="0" err="1">
                <a:solidFill>
                  <a:srgbClr val="111111"/>
                </a:solidFill>
                <a:ea typeface="宋体" panose="02010600030101010101" pitchFamily="2" charset="-122"/>
              </a:rPr>
              <a:t>meminfo</a:t>
            </a:r>
            <a:r>
              <a:rPr lang="en-US" altLang="zh-CN" sz="1800" kern="1200" dirty="0">
                <a:solidFill>
                  <a:srgbClr val="111111"/>
                </a:solidFill>
                <a:ea typeface="宋体" panose="02010600030101010101" pitchFamily="2" charset="-122"/>
              </a:rPr>
              <a:t> </a:t>
            </a:r>
            <a:r>
              <a:rPr lang="zh-CN" altLang="en-US" sz="1800" kern="1200" dirty="0">
                <a:solidFill>
                  <a:srgbClr val="111111"/>
                </a:solidFill>
                <a:ea typeface="宋体" panose="02010600030101010101" pitchFamily="2" charset="-122"/>
              </a:rPr>
              <a:t>（物理内存</a:t>
            </a:r>
            <a:r>
              <a:rPr lang="en-US" altLang="zh-CN" sz="1800" kern="1200" dirty="0">
                <a:solidFill>
                  <a:srgbClr val="111111"/>
                </a:solidFill>
                <a:ea typeface="宋体" panose="02010600030101010101" pitchFamily="2" charset="-122"/>
              </a:rPr>
              <a:t>/</a:t>
            </a:r>
            <a:r>
              <a:rPr lang="zh-CN" altLang="en-US" sz="1800" kern="1200" dirty="0">
                <a:solidFill>
                  <a:srgbClr val="111111"/>
                </a:solidFill>
                <a:ea typeface="宋体" panose="02010600030101010101" pitchFamily="2" charset="-122"/>
              </a:rPr>
              <a:t>交换空间等的信息）、</a:t>
            </a:r>
            <a:r>
              <a:rPr lang="en-US" altLang="zh-CN" sz="1800" kern="1200" dirty="0">
                <a:solidFill>
                  <a:srgbClr val="111111"/>
                </a:solidFill>
                <a:ea typeface="宋体" panose="02010600030101010101" pitchFamily="2" charset="-122"/>
              </a:rPr>
              <a:t>/proc/</a:t>
            </a:r>
            <a:r>
              <a:rPr lang="en-US" altLang="zh-CN" sz="1800" kern="1200" dirty="0" err="1">
                <a:solidFill>
                  <a:srgbClr val="111111"/>
                </a:solidFill>
                <a:ea typeface="宋体" panose="02010600030101010101" pitchFamily="2" charset="-122"/>
              </a:rPr>
              <a:t>loadavg</a:t>
            </a:r>
            <a:r>
              <a:rPr lang="en-US" altLang="zh-CN" sz="1800" kern="1200" dirty="0">
                <a:solidFill>
                  <a:srgbClr val="111111"/>
                </a:solidFill>
                <a:ea typeface="宋体" panose="02010600030101010101" pitchFamily="2" charset="-122"/>
              </a:rPr>
              <a:t> </a:t>
            </a:r>
            <a:r>
              <a:rPr lang="zh-CN" altLang="en-US" sz="1800" kern="1200" dirty="0">
                <a:solidFill>
                  <a:srgbClr val="111111"/>
                </a:solidFill>
                <a:ea typeface="宋体" panose="02010600030101010101" pitchFamily="2" charset="-122"/>
              </a:rPr>
              <a:t>（系统</a:t>
            </a:r>
            <a:r>
              <a:rPr lang="en-US" altLang="zh-CN" sz="1800" kern="1200" dirty="0">
                <a:solidFill>
                  <a:srgbClr val="111111"/>
                </a:solidFill>
                <a:ea typeface="宋体" panose="02010600030101010101" pitchFamily="2" charset="-122"/>
              </a:rPr>
              <a:t>1</a:t>
            </a:r>
            <a:r>
              <a:rPr lang="zh-CN" altLang="en-US" sz="1800" kern="1200" dirty="0">
                <a:solidFill>
                  <a:srgbClr val="111111"/>
                </a:solidFill>
                <a:ea typeface="宋体" panose="02010600030101010101" pitchFamily="2" charset="-122"/>
              </a:rPr>
              <a:t>分钟、</a:t>
            </a:r>
            <a:r>
              <a:rPr lang="en-US" altLang="zh-CN" sz="1800" kern="1200" dirty="0">
                <a:solidFill>
                  <a:srgbClr val="111111"/>
                </a:solidFill>
                <a:ea typeface="宋体" panose="02010600030101010101" pitchFamily="2" charset="-122"/>
              </a:rPr>
              <a:t>5</a:t>
            </a:r>
            <a:r>
              <a:rPr lang="zh-CN" altLang="en-US" sz="1800" kern="1200" dirty="0">
                <a:solidFill>
                  <a:srgbClr val="111111"/>
                </a:solidFill>
                <a:ea typeface="宋体" panose="02010600030101010101" pitchFamily="2" charset="-122"/>
              </a:rPr>
              <a:t>分钟、</a:t>
            </a:r>
            <a:r>
              <a:rPr lang="en-US" altLang="zh-CN" sz="1800" kern="1200" dirty="0">
                <a:solidFill>
                  <a:srgbClr val="111111"/>
                </a:solidFill>
                <a:ea typeface="宋体" panose="02010600030101010101" pitchFamily="2" charset="-122"/>
              </a:rPr>
              <a:t>15</a:t>
            </a:r>
            <a:r>
              <a:rPr lang="zh-CN" altLang="en-US" sz="1800" kern="1200" dirty="0">
                <a:solidFill>
                  <a:srgbClr val="111111"/>
                </a:solidFill>
                <a:ea typeface="宋体" panose="02010600030101010101" pitchFamily="2" charset="-122"/>
              </a:rPr>
              <a:t>分钟的平均负载情况）、</a:t>
            </a:r>
            <a:br>
              <a:rPr lang="en-US" altLang="zh-CN" sz="1800" kern="1200" dirty="0">
                <a:solidFill>
                  <a:srgbClr val="111111"/>
                </a:solidFill>
                <a:ea typeface="宋体" panose="02010600030101010101" pitchFamily="2" charset="-122"/>
              </a:rPr>
            </a:br>
            <a:r>
              <a:rPr lang="en-US" altLang="zh-CN" sz="1800" kern="1200" dirty="0">
                <a:solidFill>
                  <a:srgbClr val="111111"/>
                </a:solidFill>
                <a:ea typeface="宋体" panose="02010600030101010101" pitchFamily="2" charset="-122"/>
              </a:rPr>
              <a:t>/proc/devices </a:t>
            </a:r>
            <a:r>
              <a:rPr lang="zh-CN" altLang="en-US" sz="1800" kern="1200" dirty="0">
                <a:solidFill>
                  <a:srgbClr val="111111"/>
                </a:solidFill>
                <a:ea typeface="宋体" panose="02010600030101010101" pitchFamily="2" charset="-122"/>
              </a:rPr>
              <a:t>（可用设备的列表）等等。</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a:t>
            </a:r>
            <a:r>
              <a:rPr lang="en-US" altLang="zh-CN" sz="1800" kern="1200" dirty="0">
                <a:solidFill>
                  <a:srgbClr val="111111"/>
                </a:solidFill>
                <a:ea typeface="宋体" panose="02010600030101010101" pitchFamily="2" charset="-122"/>
              </a:rPr>
              <a:t>2</a:t>
            </a:r>
            <a:r>
              <a:rPr lang="zh-CN" altLang="en-US" sz="1800" kern="1200" dirty="0">
                <a:solidFill>
                  <a:srgbClr val="111111"/>
                </a:solidFill>
                <a:ea typeface="宋体" panose="02010600030101010101" pitchFamily="2" charset="-122"/>
              </a:rPr>
              <a:t>）进程相关信息</a:t>
            </a:r>
            <a:endParaRPr lang="en-US" altLang="zh-CN"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如：</a:t>
            </a:r>
            <a:r>
              <a:rPr lang="en-US" altLang="zh-CN" sz="1800" kern="1200" dirty="0">
                <a:solidFill>
                  <a:srgbClr val="111111"/>
                </a:solidFill>
                <a:ea typeface="宋体" panose="02010600030101010101" pitchFamily="2" charset="-122"/>
              </a:rPr>
              <a:t>/proc/[</a:t>
            </a:r>
            <a:r>
              <a:rPr lang="zh-CN" altLang="en-US" sz="1800" kern="1200" dirty="0">
                <a:solidFill>
                  <a:srgbClr val="111111"/>
                </a:solidFill>
                <a:ea typeface="宋体" panose="02010600030101010101" pitchFamily="2" charset="-122"/>
              </a:rPr>
              <a:t>进程</a:t>
            </a:r>
            <a:r>
              <a:rPr lang="en-US" altLang="zh-CN" sz="1800" kern="1200" dirty="0">
                <a:solidFill>
                  <a:srgbClr val="111111"/>
                </a:solidFill>
                <a:ea typeface="宋体" panose="02010600030101010101" pitchFamily="2" charset="-122"/>
              </a:rPr>
              <a:t>PID]</a:t>
            </a:r>
            <a:r>
              <a:rPr lang="zh-CN" altLang="en-US" sz="1800" kern="1200" dirty="0">
                <a:solidFill>
                  <a:srgbClr val="111111"/>
                </a:solidFill>
                <a:ea typeface="宋体" panose="02010600030101010101" pitchFamily="2" charset="-122"/>
              </a:rPr>
              <a:t>，每个</a:t>
            </a:r>
            <a:r>
              <a:rPr lang="en-US" altLang="zh-CN" sz="1800" kern="1200" dirty="0">
                <a:solidFill>
                  <a:srgbClr val="111111"/>
                </a:solidFill>
                <a:ea typeface="宋体" panose="02010600030101010101" pitchFamily="2" charset="-122"/>
              </a:rPr>
              <a:t>PID</a:t>
            </a:r>
            <a:r>
              <a:rPr lang="zh-CN" altLang="en-US" sz="1800" kern="1200" dirty="0">
                <a:solidFill>
                  <a:srgbClr val="111111"/>
                </a:solidFill>
                <a:ea typeface="宋体" panose="02010600030101010101" pitchFamily="2" charset="-122"/>
              </a:rPr>
              <a:t>对应一个目录，目录下包含进程重要信息。</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a:t>
            </a:r>
            <a:r>
              <a:rPr lang="en-US" altLang="zh-CN" sz="1800" kern="1200" dirty="0">
                <a:solidFill>
                  <a:srgbClr val="111111"/>
                </a:solidFill>
                <a:ea typeface="宋体" panose="02010600030101010101" pitchFamily="2" charset="-122"/>
              </a:rPr>
              <a:t>3</a:t>
            </a:r>
            <a:r>
              <a:rPr lang="zh-CN" altLang="en-US" sz="1800" kern="1200" dirty="0">
                <a:solidFill>
                  <a:srgbClr val="111111"/>
                </a:solidFill>
                <a:ea typeface="宋体" panose="02010600030101010101" pitchFamily="2" charset="-122"/>
              </a:rPr>
              <a:t>）通过可读写的</a:t>
            </a:r>
            <a:r>
              <a:rPr lang="en-US" altLang="zh-CN" sz="1800" kern="1200" dirty="0">
                <a:solidFill>
                  <a:srgbClr val="111111"/>
                </a:solidFill>
                <a:ea typeface="宋体" panose="02010600030101010101" pitchFamily="2" charset="-122"/>
              </a:rPr>
              <a:t>proc</a:t>
            </a:r>
            <a:r>
              <a:rPr lang="zh-CN" altLang="en-US" sz="1800" kern="1200" dirty="0">
                <a:solidFill>
                  <a:srgbClr val="111111"/>
                </a:solidFill>
                <a:ea typeface="宋体" panose="02010600030101010101" pitchFamily="2" charset="-122"/>
              </a:rPr>
              <a:t>文件与内核交互</a:t>
            </a:r>
            <a:r>
              <a:rPr lang="en-US" altLang="zh-CN" sz="1800" kern="1200" dirty="0">
                <a:solidFill>
                  <a:srgbClr val="111111"/>
                </a:solidFill>
                <a:ea typeface="宋体" panose="02010600030101010101" pitchFamily="2" charset="-122"/>
              </a:rPr>
              <a:t>——</a:t>
            </a:r>
            <a:r>
              <a:rPr lang="zh-CN" altLang="en-US" sz="1800" kern="1200" dirty="0">
                <a:solidFill>
                  <a:srgbClr val="111111"/>
                </a:solidFill>
                <a:ea typeface="宋体" panose="02010600030101010101" pitchFamily="2" charset="-122"/>
              </a:rPr>
              <a:t>慎重改动</a:t>
            </a:r>
            <a:endParaRPr lang="en-US" altLang="zh-CN"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/proc/sys </a:t>
            </a:r>
            <a:r>
              <a:rPr lang="zh-CN" altLang="en-US" sz="1800" kern="1200" dirty="0">
                <a:solidFill>
                  <a:srgbClr val="111111"/>
                </a:solidFill>
                <a:ea typeface="宋体" panose="02010600030101010101" pitchFamily="2" charset="-122"/>
              </a:rPr>
              <a:t>（改变内核行为）、</a:t>
            </a:r>
            <a:r>
              <a:rPr lang="en-US" altLang="zh-CN" sz="1800" kern="1200" dirty="0">
                <a:solidFill>
                  <a:srgbClr val="111111"/>
                </a:solidFill>
                <a:ea typeface="宋体" panose="02010600030101010101" pitchFamily="2" charset="-122"/>
              </a:rPr>
              <a:t>/proc/sys/kernel </a:t>
            </a:r>
            <a:r>
              <a:rPr lang="zh-CN" altLang="en-US" sz="1800" kern="1200" dirty="0">
                <a:solidFill>
                  <a:srgbClr val="111111"/>
                </a:solidFill>
                <a:ea typeface="宋体" panose="02010600030101010101" pitchFamily="2" charset="-122"/>
              </a:rPr>
              <a:t>（通用内核行为）</a:t>
            </a:r>
            <a:endParaRPr lang="zh-CN" altLang="en-US" sz="1800" kern="1200" dirty="0">
              <a:solidFill>
                <a:srgbClr val="111111"/>
              </a:solidFill>
              <a:ea typeface="宋体" panose="02010600030101010101" pitchFamily="2" charset="-122"/>
            </a:endParaRPr>
          </a:p>
        </p:txBody>
      </p:sp>
      <p:sp>
        <p:nvSpPr>
          <p:cNvPr id="3" name="标题 2"/>
          <p:cNvSpPr>
            <a:spLocks noGrp="1"/>
          </p:cNvSpPr>
          <p:nvPr>
            <p:ph type="title"/>
          </p:nvPr>
        </p:nvSpPr>
        <p:spPr/>
        <p:txBody>
          <a:bodyPr/>
          <a:lstStyle/>
          <a:p>
            <a:r>
              <a:rPr lang="en-US" altLang="zh-CN" dirty="0"/>
              <a:t>proc</a:t>
            </a:r>
            <a:r>
              <a:rPr lang="zh-CN" altLang="en-US" dirty="0"/>
              <a:t>文件系统</a:t>
            </a:r>
            <a:endParaRPr lang="zh-CN" altLang="en-US" dirty="0"/>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88950" y="1340769"/>
            <a:ext cx="9417050" cy="5400599"/>
          </a:xfrm>
        </p:spPr>
        <p:txBody>
          <a:bodyPr/>
          <a:lstStyle/>
          <a:p>
            <a:r>
              <a:rPr lang="zh-CN" altLang="en-US" dirty="0"/>
              <a:t>打开文件 </a:t>
            </a:r>
            <a:r>
              <a:rPr lang="en-US" altLang="zh-CN" dirty="0"/>
              <a:t>-- </a:t>
            </a:r>
            <a:r>
              <a:rPr lang="en-US" altLang="zh-CN" dirty="0" err="1"/>
              <a:t>filp_open</a:t>
            </a:r>
            <a:r>
              <a:rPr lang="en-US" altLang="zh-CN" dirty="0"/>
              <a:t>()</a:t>
            </a:r>
            <a:endParaRPr lang="en-US" altLang="zh-CN" dirty="0"/>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函数原型：</a:t>
            </a:r>
            <a:r>
              <a:rPr lang="en-US" altLang="zh-CN" sz="1800" kern="1200" dirty="0">
                <a:solidFill>
                  <a:srgbClr val="111111"/>
                </a:solidFill>
                <a:ea typeface="宋体" panose="02010600030101010101" pitchFamily="2" charset="-122"/>
              </a:rPr>
              <a:t>struct file* </a:t>
            </a:r>
            <a:r>
              <a:rPr lang="en-US" altLang="zh-CN" sz="1800" kern="1200" dirty="0" err="1">
                <a:solidFill>
                  <a:srgbClr val="111111"/>
                </a:solidFill>
                <a:ea typeface="宋体" panose="02010600030101010101" pitchFamily="2" charset="-122"/>
              </a:rPr>
              <a:t>filp_open</a:t>
            </a:r>
            <a:r>
              <a:rPr lang="en-US" altLang="zh-CN" sz="1800" kern="1200" dirty="0">
                <a:solidFill>
                  <a:srgbClr val="111111"/>
                </a:solidFill>
                <a:ea typeface="宋体" panose="02010600030101010101" pitchFamily="2" charset="-122"/>
              </a:rPr>
              <a:t>(const char* filename, int </a:t>
            </a:r>
            <a:r>
              <a:rPr lang="en-US" altLang="zh-CN" sz="1800" kern="1200" dirty="0" err="1">
                <a:solidFill>
                  <a:srgbClr val="111111"/>
                </a:solidFill>
                <a:ea typeface="宋体" panose="02010600030101010101" pitchFamily="2" charset="-122"/>
              </a:rPr>
              <a:t>open_mode</a:t>
            </a:r>
            <a:r>
              <a:rPr lang="en-US" altLang="zh-CN" sz="1800" kern="1200" dirty="0">
                <a:solidFill>
                  <a:srgbClr val="111111"/>
                </a:solidFill>
                <a:ea typeface="宋体" panose="02010600030101010101" pitchFamily="2" charset="-122"/>
              </a:rPr>
              <a:t>, int mode);</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返回值：</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返回 </a:t>
            </a:r>
            <a:r>
              <a:rPr lang="en-US" altLang="zh-CN" sz="1800" kern="1200" dirty="0">
                <a:solidFill>
                  <a:srgbClr val="111111"/>
                </a:solidFill>
                <a:ea typeface="宋体" panose="02010600030101010101" pitchFamily="2" charset="-122"/>
              </a:rPr>
              <a:t>struct file* </a:t>
            </a:r>
            <a:r>
              <a:rPr lang="zh-CN" altLang="en-US" sz="1800" kern="1200" dirty="0">
                <a:solidFill>
                  <a:srgbClr val="111111"/>
                </a:solidFill>
                <a:ea typeface="宋体" panose="02010600030101010101" pitchFamily="2" charset="-122"/>
              </a:rPr>
              <a:t>结构指针，供后续函数使用；可用</a:t>
            </a:r>
            <a:r>
              <a:rPr lang="en-US" altLang="zh-CN" sz="1800" kern="1200" dirty="0">
                <a:solidFill>
                  <a:srgbClr val="111111"/>
                </a:solidFill>
                <a:ea typeface="宋体" panose="02010600030101010101" pitchFamily="2" charset="-122"/>
              </a:rPr>
              <a:t>IS</a:t>
            </a:r>
            <a:r>
              <a:rPr lang="zh-CN" altLang="en-US" sz="1800" kern="1200" dirty="0">
                <a:solidFill>
                  <a:srgbClr val="111111"/>
                </a:solidFill>
                <a:ea typeface="宋体" panose="02010600030101010101" pitchFamily="2" charset="-122"/>
              </a:rPr>
              <a:t>＿</a:t>
            </a:r>
            <a:r>
              <a:rPr lang="en-US" altLang="zh-CN" sz="1800" kern="1200" dirty="0">
                <a:solidFill>
                  <a:srgbClr val="111111"/>
                </a:solidFill>
                <a:ea typeface="宋体" panose="02010600030101010101" pitchFamily="2" charset="-122"/>
              </a:rPr>
              <a:t>ERR()</a:t>
            </a:r>
            <a:r>
              <a:rPr lang="zh-CN" altLang="en-US" sz="1800" kern="1200" dirty="0">
                <a:solidFill>
                  <a:srgbClr val="111111"/>
                </a:solidFill>
                <a:ea typeface="宋体" panose="02010600030101010101" pitchFamily="2" charset="-122"/>
              </a:rPr>
              <a:t>检验其有效性。</a:t>
            </a:r>
            <a:endParaRPr lang="zh-CN" altLang="en-US"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参数说明：</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filename</a:t>
            </a:r>
            <a:r>
              <a:rPr lang="zh-CN" altLang="en-US" sz="1800" kern="1200" dirty="0">
                <a:solidFill>
                  <a:srgbClr val="111111"/>
                </a:solidFill>
                <a:ea typeface="宋体" panose="02010600030101010101" pitchFamily="2" charset="-122"/>
              </a:rPr>
              <a:t>：要打开或创建文件的名称（包括路径部分）。</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err="1">
                <a:solidFill>
                  <a:srgbClr val="111111"/>
                </a:solidFill>
                <a:ea typeface="宋体" panose="02010600030101010101" pitchFamily="2" charset="-122"/>
              </a:rPr>
              <a:t>open_mode</a:t>
            </a:r>
            <a:r>
              <a:rPr lang="zh-CN" altLang="en-US" sz="1800" kern="1200" dirty="0">
                <a:solidFill>
                  <a:srgbClr val="111111"/>
                </a:solidFill>
                <a:ea typeface="宋体" panose="02010600030101010101" pitchFamily="2" charset="-122"/>
              </a:rPr>
              <a:t>：文件的打开方式，包括：</a:t>
            </a:r>
            <a:r>
              <a:rPr lang="en-US" altLang="zh-CN" sz="1800" kern="1200" dirty="0">
                <a:solidFill>
                  <a:srgbClr val="111111"/>
                </a:solidFill>
                <a:ea typeface="宋体" panose="02010600030101010101" pitchFamily="2" charset="-122"/>
              </a:rPr>
              <a:t>O_RDONLY</a:t>
            </a:r>
            <a:r>
              <a:rPr lang="zh-CN" altLang="en-US" sz="1800" kern="1200" dirty="0">
                <a:solidFill>
                  <a:srgbClr val="111111"/>
                </a:solidFill>
                <a:ea typeface="宋体" panose="02010600030101010101" pitchFamily="2" charset="-122"/>
              </a:rPr>
              <a:t>（只读打开）、</a:t>
            </a:r>
            <a:r>
              <a:rPr lang="en-US" altLang="zh-CN" sz="1800" kern="1200" dirty="0">
                <a:solidFill>
                  <a:srgbClr val="111111"/>
                </a:solidFill>
                <a:ea typeface="宋体" panose="02010600030101010101" pitchFamily="2" charset="-122"/>
              </a:rPr>
              <a:t>O_WRONLY</a:t>
            </a:r>
            <a:r>
              <a:rPr lang="zh-CN" altLang="en-US" sz="1800" kern="1200" dirty="0">
                <a:solidFill>
                  <a:srgbClr val="111111"/>
                </a:solidFill>
                <a:ea typeface="宋体" panose="02010600030101010101" pitchFamily="2" charset="-122"/>
              </a:rPr>
              <a:t>（只写打开）、</a:t>
            </a:r>
            <a:r>
              <a:rPr lang="en-US" altLang="zh-CN" sz="1800" kern="1200" dirty="0">
                <a:solidFill>
                  <a:srgbClr val="111111"/>
                </a:solidFill>
                <a:ea typeface="宋体" panose="02010600030101010101" pitchFamily="2" charset="-122"/>
              </a:rPr>
              <a:t>O_RDWR</a:t>
            </a:r>
            <a:r>
              <a:rPr lang="zh-CN" altLang="en-US" sz="1800" kern="1200" dirty="0">
                <a:solidFill>
                  <a:srgbClr val="111111"/>
                </a:solidFill>
                <a:ea typeface="宋体" panose="02010600030101010101" pitchFamily="2" charset="-122"/>
              </a:rPr>
              <a:t>（读写打开）、</a:t>
            </a:r>
            <a:r>
              <a:rPr lang="en-US" altLang="zh-CN" sz="1800" kern="1200" dirty="0">
                <a:solidFill>
                  <a:srgbClr val="111111"/>
                </a:solidFill>
                <a:ea typeface="宋体" panose="02010600030101010101" pitchFamily="2" charset="-122"/>
              </a:rPr>
              <a:t>O_CREAT</a:t>
            </a:r>
            <a:r>
              <a:rPr lang="zh-CN" altLang="en-US" sz="1800" kern="1200" dirty="0">
                <a:solidFill>
                  <a:srgbClr val="111111"/>
                </a:solidFill>
                <a:ea typeface="宋体" panose="02010600030101010101" pitchFamily="2" charset="-122"/>
              </a:rPr>
              <a:t>（文件不存在则创建）等。</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mode</a:t>
            </a:r>
            <a:r>
              <a:rPr lang="zh-CN" altLang="en-US" sz="1800" kern="1200" dirty="0">
                <a:solidFill>
                  <a:srgbClr val="111111"/>
                </a:solidFill>
                <a:ea typeface="宋体" panose="02010600030101010101" pitchFamily="2" charset="-122"/>
              </a:rPr>
              <a:t>：创建文件时设置创建文件的读写权限，本次实验设为</a:t>
            </a:r>
            <a:r>
              <a:rPr lang="en-US" altLang="zh-CN" sz="1800" kern="1200" dirty="0">
                <a:solidFill>
                  <a:srgbClr val="111111"/>
                </a:solidFill>
                <a:ea typeface="宋体" panose="02010600030101010101" pitchFamily="2" charset="-122"/>
              </a:rPr>
              <a:t>0</a:t>
            </a:r>
            <a:r>
              <a:rPr lang="zh-CN" altLang="en-US" sz="1800" kern="1200" dirty="0">
                <a:solidFill>
                  <a:srgbClr val="111111"/>
                </a:solidFill>
                <a:ea typeface="宋体" panose="02010600030101010101" pitchFamily="2" charset="-122"/>
              </a:rPr>
              <a:t>即可。</a:t>
            </a:r>
            <a:endParaRPr lang="en-US" altLang="zh-CN" sz="1800" kern="1200" dirty="0">
              <a:solidFill>
                <a:srgbClr val="111111"/>
              </a:solidFill>
              <a:ea typeface="宋体" panose="02010600030101010101" pitchFamily="2" charset="-122"/>
            </a:endParaRPr>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2400" dirty="0"/>
              <a:t>关闭文件 </a:t>
            </a:r>
            <a:r>
              <a:rPr lang="en-US" altLang="zh-CN" sz="2400" dirty="0"/>
              <a:t>-- </a:t>
            </a:r>
            <a:r>
              <a:rPr lang="en-US" altLang="zh-CN" sz="2400" dirty="0" err="1"/>
              <a:t>filp_close</a:t>
            </a:r>
            <a:r>
              <a:rPr lang="en-US" altLang="zh-CN" sz="2400" dirty="0"/>
              <a:t>()</a:t>
            </a:r>
            <a:endParaRPr lang="zh-CN" altLang="en-US" sz="26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函数原型：</a:t>
            </a:r>
            <a:r>
              <a:rPr lang="en-US" altLang="zh-CN" sz="1800" kern="1200" dirty="0">
                <a:solidFill>
                  <a:srgbClr val="111111"/>
                </a:solidFill>
                <a:ea typeface="宋体" panose="02010600030101010101" pitchFamily="2" charset="-122"/>
              </a:rPr>
              <a:t>int </a:t>
            </a:r>
            <a:r>
              <a:rPr lang="en-US" altLang="zh-CN" sz="1800" kern="1200" dirty="0" err="1">
                <a:solidFill>
                  <a:srgbClr val="111111"/>
                </a:solidFill>
                <a:ea typeface="宋体" panose="02010600030101010101" pitchFamily="2" charset="-122"/>
              </a:rPr>
              <a:t>filp_close</a:t>
            </a:r>
            <a:r>
              <a:rPr lang="en-US" altLang="zh-CN" sz="1800" kern="1200" dirty="0">
                <a:solidFill>
                  <a:srgbClr val="111111"/>
                </a:solidFill>
                <a:ea typeface="宋体" panose="02010600030101010101" pitchFamily="2" charset="-122"/>
              </a:rPr>
              <a:t>(struct file*</a:t>
            </a:r>
            <a:r>
              <a:rPr lang="en-US" altLang="zh-CN" sz="1800" kern="1200" dirty="0" err="1">
                <a:solidFill>
                  <a:srgbClr val="111111"/>
                </a:solidFill>
                <a:ea typeface="宋体" panose="02010600030101010101" pitchFamily="2" charset="-122"/>
              </a:rPr>
              <a:t>filp</a:t>
            </a:r>
            <a:r>
              <a:rPr lang="en-US" altLang="zh-CN" sz="1800" kern="1200" dirty="0">
                <a:solidFill>
                  <a:srgbClr val="111111"/>
                </a:solidFill>
                <a:ea typeface="宋体" panose="02010600030101010101" pitchFamily="2" charset="-122"/>
              </a:rPr>
              <a:t>, </a:t>
            </a:r>
            <a:r>
              <a:rPr lang="en-US" altLang="zh-CN" sz="1800" kern="1200" dirty="0" err="1">
                <a:solidFill>
                  <a:srgbClr val="111111"/>
                </a:solidFill>
                <a:ea typeface="宋体" panose="02010600030101010101" pitchFamily="2" charset="-122"/>
              </a:rPr>
              <a:t>fl_owner_t</a:t>
            </a:r>
            <a:r>
              <a:rPr lang="en-US" altLang="zh-CN" sz="1800" kern="1200" dirty="0">
                <a:solidFill>
                  <a:srgbClr val="111111"/>
                </a:solidFill>
                <a:ea typeface="宋体" panose="02010600030101010101" pitchFamily="2" charset="-122"/>
              </a:rPr>
              <a:t> id);</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参数说明：</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err="1">
                <a:solidFill>
                  <a:srgbClr val="111111"/>
                </a:solidFill>
                <a:ea typeface="宋体" panose="02010600030101010101" pitchFamily="2" charset="-122"/>
              </a:rPr>
              <a:t>filp</a:t>
            </a:r>
            <a:r>
              <a:rPr lang="zh-CN" altLang="en-US" sz="1800" kern="1200" dirty="0">
                <a:solidFill>
                  <a:srgbClr val="111111"/>
                </a:solidFill>
                <a:ea typeface="宋体" panose="02010600030101010101" pitchFamily="2" charset="-122"/>
              </a:rPr>
              <a:t>：待关闭的目标文件的文件指针。</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id</a:t>
            </a:r>
            <a:r>
              <a:rPr lang="zh-CN" altLang="en-US" sz="1800" kern="1200" dirty="0">
                <a:solidFill>
                  <a:srgbClr val="111111"/>
                </a:solidFill>
                <a:ea typeface="宋体" panose="02010600030101010101" pitchFamily="2" charset="-122"/>
              </a:rPr>
              <a:t>：一般传递</a:t>
            </a:r>
            <a:r>
              <a:rPr lang="en-US" altLang="zh-CN" sz="1800" kern="1200" dirty="0">
                <a:solidFill>
                  <a:srgbClr val="111111"/>
                </a:solidFill>
                <a:ea typeface="宋体" panose="02010600030101010101" pitchFamily="2" charset="-122"/>
              </a:rPr>
              <a:t>NULL</a:t>
            </a:r>
            <a:r>
              <a:rPr lang="zh-CN" altLang="en-US" sz="1800" kern="1200" dirty="0">
                <a:solidFill>
                  <a:srgbClr val="111111"/>
                </a:solidFill>
                <a:ea typeface="宋体" panose="02010600030101010101" pitchFamily="2" charset="-122"/>
              </a:rPr>
              <a:t>值，也可用</a:t>
            </a:r>
            <a:r>
              <a:rPr lang="en-US" altLang="zh-CN" sz="1800" kern="1200" dirty="0">
                <a:solidFill>
                  <a:srgbClr val="111111"/>
                </a:solidFill>
                <a:ea typeface="宋体" panose="02010600030101010101" pitchFamily="2" charset="-122"/>
              </a:rPr>
              <a:t>current-&gt;files</a:t>
            </a:r>
            <a:r>
              <a:rPr lang="zh-CN" altLang="en-US" sz="1800" kern="1200" dirty="0">
                <a:solidFill>
                  <a:srgbClr val="111111"/>
                </a:solidFill>
                <a:ea typeface="宋体" panose="02010600030101010101" pitchFamily="2" charset="-122"/>
              </a:rPr>
              <a:t>作为实参。</a:t>
            </a:r>
            <a:endParaRPr lang="zh-CN" altLang="en-US"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p:txBody>
      </p:sp>
      <p:sp>
        <p:nvSpPr>
          <p:cNvPr id="3" name="标题 2"/>
          <p:cNvSpPr>
            <a:spLocks noGrp="1"/>
          </p:cNvSpPr>
          <p:nvPr>
            <p:ph type="title"/>
          </p:nvPr>
        </p:nvSpPr>
        <p:spPr/>
        <p:txBody>
          <a:bodyPr/>
          <a:lstStyle/>
          <a:p>
            <a:r>
              <a:rPr lang="zh-CN" altLang="en-US" dirty="0"/>
              <a:t>内核中读写文件数据</a:t>
            </a:r>
            <a:endParaRPr lang="zh-CN" altLang="en-US"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88950" y="1340769"/>
            <a:ext cx="9417050" cy="5400599"/>
          </a:xfrm>
        </p:spPr>
        <p:txBody>
          <a:bodyPr/>
          <a:lstStyle/>
          <a:p>
            <a:r>
              <a:rPr lang="zh-CN" altLang="en-US" dirty="0"/>
              <a:t>读文件 </a:t>
            </a:r>
            <a:r>
              <a:rPr lang="en-US" altLang="zh-CN" dirty="0"/>
              <a:t>-- </a:t>
            </a:r>
            <a:r>
              <a:rPr lang="en-US" altLang="zh-CN" dirty="0" err="1"/>
              <a:t>kernel_read</a:t>
            </a:r>
            <a:r>
              <a:rPr lang="en-US" altLang="zh-CN" dirty="0"/>
              <a:t>()</a:t>
            </a:r>
            <a:endParaRPr lang="en-US" altLang="zh-CN" dirty="0"/>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函数原型：</a:t>
            </a:r>
            <a:r>
              <a:rPr lang="en-US" altLang="zh-CN" sz="1800" kern="1200" dirty="0" err="1">
                <a:solidFill>
                  <a:srgbClr val="111111"/>
                </a:solidFill>
                <a:ea typeface="宋体" panose="02010600030101010101" pitchFamily="2" charset="-122"/>
              </a:rPr>
              <a:t>ssize_t</a:t>
            </a:r>
            <a:r>
              <a:rPr lang="en-US" altLang="zh-CN" sz="1800" kern="1200" dirty="0">
                <a:solidFill>
                  <a:srgbClr val="111111"/>
                </a:solidFill>
                <a:ea typeface="宋体" panose="02010600030101010101" pitchFamily="2" charset="-122"/>
              </a:rPr>
              <a:t> </a:t>
            </a:r>
            <a:r>
              <a:rPr lang="en-US" altLang="zh-CN" sz="1800" kern="1200" dirty="0" err="1">
                <a:solidFill>
                  <a:srgbClr val="111111"/>
                </a:solidFill>
                <a:ea typeface="宋体" panose="02010600030101010101" pitchFamily="2" charset="-122"/>
              </a:rPr>
              <a:t>kernel_read</a:t>
            </a:r>
            <a:r>
              <a:rPr lang="en-US" altLang="zh-CN" sz="1800" kern="1200" dirty="0">
                <a:solidFill>
                  <a:srgbClr val="111111"/>
                </a:solidFill>
                <a:ea typeface="宋体" panose="02010600030101010101" pitchFamily="2" charset="-122"/>
              </a:rPr>
              <a:t>(struct file *file, void *</a:t>
            </a:r>
            <a:r>
              <a:rPr lang="en-US" altLang="zh-CN" sz="1800" kern="1200" dirty="0" err="1">
                <a:solidFill>
                  <a:srgbClr val="111111"/>
                </a:solidFill>
                <a:ea typeface="宋体" panose="02010600030101010101" pitchFamily="2" charset="-122"/>
              </a:rPr>
              <a:t>buf</a:t>
            </a:r>
            <a:r>
              <a:rPr lang="en-US" altLang="zh-CN" sz="1800" kern="1200" dirty="0">
                <a:solidFill>
                  <a:srgbClr val="111111"/>
                </a:solidFill>
                <a:ea typeface="宋体" panose="02010600030101010101" pitchFamily="2" charset="-122"/>
              </a:rPr>
              <a:t>, </a:t>
            </a:r>
            <a:r>
              <a:rPr lang="en-US" altLang="zh-CN" sz="1800" kern="1200" dirty="0" err="1">
                <a:solidFill>
                  <a:srgbClr val="111111"/>
                </a:solidFill>
                <a:ea typeface="宋体" panose="02010600030101010101" pitchFamily="2" charset="-122"/>
              </a:rPr>
              <a:t>size_t</a:t>
            </a:r>
            <a:r>
              <a:rPr lang="en-US" altLang="zh-CN" sz="1800" kern="1200" dirty="0">
                <a:solidFill>
                  <a:srgbClr val="111111"/>
                </a:solidFill>
                <a:ea typeface="宋体" panose="02010600030101010101" pitchFamily="2" charset="-122"/>
              </a:rPr>
              <a:t> count, </a:t>
            </a:r>
            <a:r>
              <a:rPr lang="en-US" altLang="zh-CN" sz="1800" kern="1200" dirty="0" err="1">
                <a:solidFill>
                  <a:srgbClr val="111111"/>
                </a:solidFill>
                <a:ea typeface="宋体" panose="02010600030101010101" pitchFamily="2" charset="-122"/>
              </a:rPr>
              <a:t>loff_t</a:t>
            </a:r>
            <a:r>
              <a:rPr lang="en-US" altLang="zh-CN" sz="1800" kern="1200" dirty="0">
                <a:solidFill>
                  <a:srgbClr val="111111"/>
                </a:solidFill>
                <a:ea typeface="宋体" panose="02010600030101010101" pitchFamily="2" charset="-122"/>
              </a:rPr>
              <a:t> *pos);</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参数说明：</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file</a:t>
            </a:r>
            <a:r>
              <a:rPr lang="zh-CN" altLang="en-US" sz="1800" kern="1200" dirty="0">
                <a:solidFill>
                  <a:srgbClr val="111111"/>
                </a:solidFill>
                <a:ea typeface="宋体" panose="02010600030101010101" pitchFamily="2" charset="-122"/>
              </a:rPr>
              <a:t>：进行读取信息的目标文件，即</a:t>
            </a:r>
            <a:r>
              <a:rPr lang="en-US" altLang="zh-CN" sz="1800" kern="1200" dirty="0" err="1">
                <a:solidFill>
                  <a:srgbClr val="111111"/>
                </a:solidFill>
                <a:ea typeface="宋体" panose="02010600030101010101" pitchFamily="2" charset="-122"/>
              </a:rPr>
              <a:t>file_open</a:t>
            </a:r>
            <a:r>
              <a:rPr lang="en-US" altLang="zh-CN" sz="1800" kern="1200" dirty="0">
                <a:solidFill>
                  <a:srgbClr val="111111"/>
                </a:solidFill>
                <a:ea typeface="宋体" panose="02010600030101010101" pitchFamily="2" charset="-122"/>
              </a:rPr>
              <a:t>() </a:t>
            </a:r>
            <a:r>
              <a:rPr lang="zh-CN" altLang="en-US" sz="1800" kern="1200" dirty="0">
                <a:solidFill>
                  <a:srgbClr val="111111"/>
                </a:solidFill>
                <a:ea typeface="宋体" panose="02010600030101010101" pitchFamily="2" charset="-122"/>
              </a:rPr>
              <a:t>函数的返回值。</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err="1">
                <a:solidFill>
                  <a:srgbClr val="111111"/>
                </a:solidFill>
                <a:ea typeface="宋体" panose="02010600030101010101" pitchFamily="2" charset="-122"/>
              </a:rPr>
              <a:t>buf</a:t>
            </a:r>
            <a:r>
              <a:rPr lang="zh-CN" altLang="en-US" sz="1800" kern="1200" dirty="0">
                <a:solidFill>
                  <a:srgbClr val="111111"/>
                </a:solidFill>
                <a:ea typeface="宋体" panose="02010600030101010101" pitchFamily="2" charset="-122"/>
              </a:rPr>
              <a:t>：对应放置信息的缓冲区。</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count</a:t>
            </a:r>
            <a:r>
              <a:rPr lang="zh-CN" altLang="en-US" sz="1800" kern="1200" dirty="0">
                <a:solidFill>
                  <a:srgbClr val="111111"/>
                </a:solidFill>
                <a:ea typeface="宋体" panose="02010600030101010101" pitchFamily="2" charset="-122"/>
              </a:rPr>
              <a:t>：要读取的信息长度。</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pos</a:t>
            </a:r>
            <a:r>
              <a:rPr lang="zh-CN" altLang="en-US" sz="1800" kern="1200" dirty="0">
                <a:solidFill>
                  <a:srgbClr val="111111"/>
                </a:solidFill>
                <a:ea typeface="宋体" panose="02010600030101010101" pitchFamily="2" charset="-122"/>
              </a:rPr>
              <a:t>：表示用户在当前文件中进行读取操作的位置相对于文件开头的偏移量。</a:t>
            </a:r>
            <a:endParaRPr lang="en-US" altLang="zh-CN" sz="1800" kern="1200" dirty="0">
              <a:solidFill>
                <a:srgbClr val="111111"/>
              </a:solidFill>
              <a:ea typeface="宋体" panose="02010600030101010101" pitchFamily="2" charset="-122"/>
            </a:endParaRPr>
          </a:p>
          <a:p>
            <a:r>
              <a:rPr lang="zh-CN" altLang="en-US" dirty="0"/>
              <a:t>写文件 </a:t>
            </a:r>
            <a:r>
              <a:rPr lang="en-US" altLang="zh-CN" dirty="0"/>
              <a:t>-- </a:t>
            </a:r>
            <a:r>
              <a:rPr lang="en-US" altLang="zh-CN" dirty="0" err="1"/>
              <a:t>kernel_write</a:t>
            </a:r>
            <a:r>
              <a:rPr lang="en-US" altLang="zh-CN" dirty="0"/>
              <a:t>()</a:t>
            </a:r>
            <a:endParaRPr lang="en-US" altLang="zh-CN" dirty="0"/>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函数原型：</a:t>
            </a:r>
            <a:r>
              <a:rPr lang="en-US" altLang="zh-CN" sz="1800" kern="1200" dirty="0" err="1">
                <a:solidFill>
                  <a:srgbClr val="111111"/>
                </a:solidFill>
                <a:ea typeface="宋体" panose="02010600030101010101" pitchFamily="2" charset="-122"/>
              </a:rPr>
              <a:t>ssize_t</a:t>
            </a:r>
            <a:r>
              <a:rPr lang="en-US" altLang="zh-CN" sz="1800" kern="1200" dirty="0">
                <a:solidFill>
                  <a:srgbClr val="111111"/>
                </a:solidFill>
                <a:ea typeface="宋体" panose="02010600030101010101" pitchFamily="2" charset="-122"/>
              </a:rPr>
              <a:t> </a:t>
            </a:r>
            <a:r>
              <a:rPr lang="en-US" altLang="zh-CN" sz="1800" kern="1200" dirty="0" err="1">
                <a:solidFill>
                  <a:srgbClr val="111111"/>
                </a:solidFill>
                <a:ea typeface="宋体" panose="02010600030101010101" pitchFamily="2" charset="-122"/>
              </a:rPr>
              <a:t>kernel_write</a:t>
            </a:r>
            <a:r>
              <a:rPr lang="en-US" altLang="zh-CN" sz="1800" kern="1200" dirty="0">
                <a:solidFill>
                  <a:srgbClr val="111111"/>
                </a:solidFill>
                <a:ea typeface="宋体" panose="02010600030101010101" pitchFamily="2" charset="-122"/>
              </a:rPr>
              <a:t>(struct file *file, const void *</a:t>
            </a:r>
            <a:r>
              <a:rPr lang="en-US" altLang="zh-CN" sz="1800" kern="1200" dirty="0" err="1">
                <a:solidFill>
                  <a:srgbClr val="111111"/>
                </a:solidFill>
                <a:ea typeface="宋体" panose="02010600030101010101" pitchFamily="2" charset="-122"/>
              </a:rPr>
              <a:t>buf</a:t>
            </a:r>
            <a:r>
              <a:rPr lang="en-US" altLang="zh-CN" sz="1800" kern="1200" dirty="0">
                <a:solidFill>
                  <a:srgbClr val="111111"/>
                </a:solidFill>
                <a:ea typeface="宋体" panose="02010600030101010101" pitchFamily="2" charset="-122"/>
              </a:rPr>
              <a:t>, </a:t>
            </a:r>
            <a:r>
              <a:rPr lang="en-US" altLang="zh-CN" sz="1800" kern="1200" dirty="0" err="1">
                <a:solidFill>
                  <a:srgbClr val="111111"/>
                </a:solidFill>
                <a:ea typeface="宋体" panose="02010600030101010101" pitchFamily="2" charset="-122"/>
              </a:rPr>
              <a:t>size_t</a:t>
            </a:r>
            <a:r>
              <a:rPr lang="en-US" altLang="zh-CN" sz="1800" kern="1200" dirty="0">
                <a:solidFill>
                  <a:srgbClr val="111111"/>
                </a:solidFill>
                <a:ea typeface="宋体" panose="02010600030101010101" pitchFamily="2" charset="-122"/>
              </a:rPr>
              <a:t> count, </a:t>
            </a:r>
            <a:r>
              <a:rPr lang="en-US" altLang="zh-CN" sz="1800" kern="1200" dirty="0" err="1">
                <a:solidFill>
                  <a:srgbClr val="111111"/>
                </a:solidFill>
                <a:ea typeface="宋体" panose="02010600030101010101" pitchFamily="2" charset="-122"/>
              </a:rPr>
              <a:t>loff_t</a:t>
            </a:r>
            <a:r>
              <a:rPr lang="en-US" altLang="zh-CN" sz="1800" kern="1200" dirty="0">
                <a:solidFill>
                  <a:srgbClr val="111111"/>
                </a:solidFill>
                <a:ea typeface="宋体" panose="02010600030101010101" pitchFamily="2" charset="-122"/>
              </a:rPr>
              <a:t> *pos);</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参数说明：</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file</a:t>
            </a:r>
            <a:r>
              <a:rPr lang="zh-CN" altLang="en-US" sz="1800" kern="1200" dirty="0">
                <a:solidFill>
                  <a:srgbClr val="111111"/>
                </a:solidFill>
                <a:ea typeface="宋体" panose="02010600030101010101" pitchFamily="2" charset="-122"/>
              </a:rPr>
              <a:t>：进行信息写入的目标文件，即</a:t>
            </a:r>
            <a:r>
              <a:rPr lang="en-US" altLang="zh-CN" sz="1800" kern="1200" dirty="0" err="1">
                <a:solidFill>
                  <a:srgbClr val="111111"/>
                </a:solidFill>
                <a:ea typeface="宋体" panose="02010600030101010101" pitchFamily="2" charset="-122"/>
              </a:rPr>
              <a:t>file_open</a:t>
            </a:r>
            <a:r>
              <a:rPr lang="en-US" altLang="zh-CN" sz="1800" kern="1200" dirty="0">
                <a:solidFill>
                  <a:srgbClr val="111111"/>
                </a:solidFill>
                <a:ea typeface="宋体" panose="02010600030101010101" pitchFamily="2" charset="-122"/>
              </a:rPr>
              <a:t>() </a:t>
            </a:r>
            <a:r>
              <a:rPr lang="zh-CN" altLang="en-US" sz="1800" kern="1200" dirty="0">
                <a:solidFill>
                  <a:srgbClr val="111111"/>
                </a:solidFill>
                <a:ea typeface="宋体" panose="02010600030101010101" pitchFamily="2" charset="-122"/>
              </a:rPr>
              <a:t>函数的返回值。</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err="1">
                <a:solidFill>
                  <a:srgbClr val="111111"/>
                </a:solidFill>
                <a:ea typeface="宋体" panose="02010600030101010101" pitchFamily="2" charset="-122"/>
              </a:rPr>
              <a:t>buf</a:t>
            </a:r>
            <a:r>
              <a:rPr lang="zh-CN" altLang="en-US" sz="1800" kern="1200" dirty="0">
                <a:solidFill>
                  <a:srgbClr val="111111"/>
                </a:solidFill>
                <a:ea typeface="宋体" panose="02010600030101010101" pitchFamily="2" charset="-122"/>
              </a:rPr>
              <a:t>：要写入文件的信息缓冲区。</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count</a:t>
            </a:r>
            <a:r>
              <a:rPr lang="zh-CN" altLang="en-US" sz="1800" kern="1200" dirty="0">
                <a:solidFill>
                  <a:srgbClr val="111111"/>
                </a:solidFill>
                <a:ea typeface="宋体" panose="02010600030101010101" pitchFamily="2" charset="-122"/>
              </a:rPr>
              <a:t>：要写入信息的长度。</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pos</a:t>
            </a:r>
            <a:r>
              <a:rPr lang="zh-CN" altLang="en-US" sz="1800" kern="1200" dirty="0">
                <a:solidFill>
                  <a:srgbClr val="111111"/>
                </a:solidFill>
                <a:ea typeface="宋体" panose="02010600030101010101" pitchFamily="2" charset="-122"/>
              </a:rPr>
              <a:t>：表示用户在当前文件中进行写入操作的位置相对于文件开头的偏移量。</a:t>
            </a:r>
            <a:endParaRPr lang="en-US" altLang="zh-CN" sz="1800" kern="1200" dirty="0">
              <a:solidFill>
                <a:srgbClr val="111111"/>
              </a:solidFill>
              <a:ea typeface="宋体" panose="02010600030101010101" pitchFamily="2" charset="-122"/>
            </a:endParaRPr>
          </a:p>
        </p:txBody>
      </p:sp>
      <p:sp>
        <p:nvSpPr>
          <p:cNvPr id="3" name="标题 2"/>
          <p:cNvSpPr>
            <a:spLocks noGrp="1"/>
          </p:cNvSpPr>
          <p:nvPr>
            <p:ph type="title"/>
          </p:nvPr>
        </p:nvSpPr>
        <p:spPr/>
        <p:txBody>
          <a:bodyPr/>
          <a:lstStyle/>
          <a:p>
            <a:r>
              <a:rPr lang="zh-CN" altLang="en-US" dirty="0"/>
              <a:t>内核中读写文件数据</a:t>
            </a:r>
            <a:endParaRPr lang="zh-CN" altLang="en-US" dirty="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88950" y="1340769"/>
            <a:ext cx="9144570" cy="1800199"/>
          </a:xfrm>
        </p:spPr>
        <p:txBody>
          <a:bodyPr/>
          <a:lstStyle/>
          <a:p>
            <a:r>
              <a:rPr lang="zh-CN" altLang="en-US" dirty="0"/>
              <a:t>任务描述</a:t>
            </a:r>
            <a:endParaRPr lang="en-US" altLang="zh-CN" dirty="0"/>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编写一个内核模块，打印当前系统处于运行状态的进程的</a:t>
            </a:r>
            <a:r>
              <a:rPr lang="en-US" altLang="zh-CN" sz="1800" kern="1200" dirty="0">
                <a:solidFill>
                  <a:srgbClr val="111111"/>
                </a:solidFill>
                <a:ea typeface="宋体" panose="02010600030101010101" pitchFamily="2" charset="-122"/>
              </a:rPr>
              <a:t>PID</a:t>
            </a:r>
            <a:r>
              <a:rPr lang="zh-CN" altLang="en-US" sz="1800" kern="1200" dirty="0">
                <a:solidFill>
                  <a:srgbClr val="111111"/>
                </a:solidFill>
                <a:ea typeface="宋体" panose="02010600030101010101" pitchFamily="2" charset="-122"/>
              </a:rPr>
              <a:t>和名字。</a:t>
            </a:r>
            <a:endParaRPr lang="zh-CN" altLang="en-US"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加载、卸载模块并查看模块打印信息。</a:t>
            </a:r>
            <a:endParaRPr lang="zh-CN" altLang="en-US" dirty="0"/>
          </a:p>
        </p:txBody>
      </p:sp>
      <p:sp>
        <p:nvSpPr>
          <p:cNvPr id="3" name="标题 2"/>
          <p:cNvSpPr>
            <a:spLocks noGrp="1"/>
          </p:cNvSpPr>
          <p:nvPr>
            <p:ph type="title"/>
          </p:nvPr>
        </p:nvSpPr>
        <p:spPr/>
        <p:txBody>
          <a:bodyPr/>
          <a:lstStyle/>
          <a:p>
            <a:r>
              <a:rPr lang="zh-CN" altLang="en-US" sz="2400" dirty="0"/>
              <a:t>任务</a:t>
            </a:r>
            <a:r>
              <a:rPr lang="en-US" altLang="zh-CN" sz="2400" dirty="0"/>
              <a:t>3</a:t>
            </a:r>
            <a:r>
              <a:rPr lang="zh-CN" altLang="en-US" sz="2400" dirty="0"/>
              <a:t>：打印输出当前处于运行状态的进程的 </a:t>
            </a:r>
            <a:r>
              <a:rPr lang="en-US" altLang="zh-CN" sz="2400" dirty="0"/>
              <a:t>PID </a:t>
            </a:r>
            <a:r>
              <a:rPr lang="zh-CN" altLang="en-US" sz="2400" dirty="0"/>
              <a:t>和名字</a:t>
            </a:r>
            <a:endParaRPr lang="zh-CN" altLang="en-US" sz="2400" dirty="0"/>
          </a:p>
        </p:txBody>
      </p:sp>
      <p:sp>
        <p:nvSpPr>
          <p:cNvPr id="4" name="内容占位符 1"/>
          <p:cNvSpPr txBox="1"/>
          <p:nvPr/>
        </p:nvSpPr>
        <p:spPr bwMode="auto">
          <a:xfrm>
            <a:off x="488950" y="2924944"/>
            <a:ext cx="9144570" cy="1800199"/>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FF5050"/>
              </a:buClr>
              <a:buSzPct val="120000"/>
              <a:buFont typeface="Wingdings" panose="05000000000000000000" pitchFamily="2" charset="2"/>
              <a:buChar char="§"/>
              <a:defRPr kumimoji="1" sz="2800" b="1">
                <a:solidFill>
                  <a:srgbClr val="000066"/>
                </a:solidFill>
                <a:latin typeface="Times New Roman" panose="02020603050405020304" pitchFamily="18" charset="0"/>
                <a:ea typeface="+mn-ea"/>
                <a:cs typeface="Times New Roman" panose="02020603050405020304" pitchFamily="18" charset="0"/>
              </a:defRPr>
            </a:lvl1pPr>
            <a:lvl2pPr marL="742950" indent="-285750" algn="l" rtl="0" eaLnBrk="0" fontAlgn="base" hangingPunct="0">
              <a:lnSpc>
                <a:spcPct val="100000"/>
              </a:lnSpc>
              <a:spcBef>
                <a:spcPct val="20000"/>
              </a:spcBef>
              <a:spcAft>
                <a:spcPct val="0"/>
              </a:spcAft>
              <a:buClr>
                <a:schemeClr val="tx2"/>
              </a:buClr>
              <a:buSzPct val="75000"/>
              <a:buFont typeface="Wingdings" panose="05000000000000000000" pitchFamily="2" charset="2"/>
              <a:buChar char="v"/>
              <a:defRPr kumimoji="1" sz="2000" b="1">
                <a:solidFill>
                  <a:schemeClr val="tx1"/>
                </a:solidFill>
                <a:latin typeface="Times New Roman" panose="02020603050405020304" pitchFamily="18" charset="0"/>
                <a:ea typeface="幼圆" panose="02010509060101010101" pitchFamily="49" charset="-122"/>
                <a:cs typeface="Times New Roman" panose="02020603050405020304" pitchFamily="18" charset="0"/>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Ø"/>
              <a:defRPr kumimoji="1" sz="2000" b="1">
                <a:solidFill>
                  <a:srgbClr val="CC3300"/>
                </a:solidFill>
                <a:latin typeface="Times New Roman" panose="02020603050405020304" pitchFamily="18" charset="0"/>
                <a:ea typeface="+mn-ea"/>
                <a:cs typeface="Times New Roman" panose="02020603050405020304" pitchFamily="18" charset="0"/>
              </a:defRPr>
            </a:lvl3pPr>
            <a:lvl4pPr marL="1600200" indent="-228600" algn="l" rtl="0" eaLnBrk="0" fontAlgn="base" hangingPunct="0">
              <a:spcBef>
                <a:spcPct val="20000"/>
              </a:spcBef>
              <a:spcAft>
                <a:spcPct val="0"/>
              </a:spcAft>
              <a:buClr>
                <a:schemeClr val="tx2"/>
              </a:buClr>
              <a:buSzPct val="100000"/>
              <a:buChar char="•"/>
              <a:defRPr kumimoji="1">
                <a:solidFill>
                  <a:srgbClr val="CC3300"/>
                </a:solidFill>
                <a:latin typeface="Times New Roman" panose="02020603050405020304" pitchFamily="18" charset="0"/>
                <a:ea typeface="+mn-ea"/>
                <a:cs typeface="Times New Roman" panose="02020603050405020304" pitchFamily="18" charset="0"/>
              </a:defRPr>
            </a:lvl4pPr>
            <a:lvl5pPr marL="2057400" indent="-228600" algn="l" rtl="0" eaLnBrk="0" fontAlgn="base" hangingPunct="0">
              <a:spcBef>
                <a:spcPct val="20000"/>
              </a:spcBef>
              <a:spcAft>
                <a:spcPct val="0"/>
              </a:spcAft>
              <a:buClr>
                <a:schemeClr val="hlink"/>
              </a:buClr>
              <a:buSzPct val="100000"/>
              <a:buChar char="–"/>
              <a:defRPr kumimoji="1">
                <a:solidFill>
                  <a:srgbClr val="1C1C1C"/>
                </a:solidFill>
                <a:latin typeface="Times New Roman" panose="02020603050405020304" pitchFamily="18" charset="0"/>
                <a:ea typeface="+mn-ea"/>
                <a:cs typeface="Times New Roman" panose="02020603050405020304" pitchFamily="18" charset="0"/>
              </a:defRPr>
            </a:lvl5pPr>
            <a:lvl6pPr marL="2514600" indent="-228600" algn="l" rtl="0" fontAlgn="base">
              <a:spcBef>
                <a:spcPct val="20000"/>
              </a:spcBef>
              <a:spcAft>
                <a:spcPct val="0"/>
              </a:spcAft>
              <a:buClr>
                <a:schemeClr val="hlink"/>
              </a:buClr>
              <a:buSzPct val="100000"/>
              <a:buChar char="–"/>
              <a:defRPr kumimoji="1">
                <a:solidFill>
                  <a:srgbClr val="1C1C1C"/>
                </a:solidFill>
                <a:latin typeface="+mn-lt"/>
                <a:ea typeface="+mn-ea"/>
              </a:defRPr>
            </a:lvl6pPr>
            <a:lvl7pPr marL="2971800" indent="-228600" algn="l" rtl="0" fontAlgn="base">
              <a:spcBef>
                <a:spcPct val="20000"/>
              </a:spcBef>
              <a:spcAft>
                <a:spcPct val="0"/>
              </a:spcAft>
              <a:buClr>
                <a:schemeClr val="hlink"/>
              </a:buClr>
              <a:buSzPct val="100000"/>
              <a:buChar char="–"/>
              <a:defRPr kumimoji="1">
                <a:solidFill>
                  <a:srgbClr val="1C1C1C"/>
                </a:solidFill>
                <a:latin typeface="+mn-lt"/>
                <a:ea typeface="+mn-ea"/>
              </a:defRPr>
            </a:lvl7pPr>
            <a:lvl8pPr marL="3429000" indent="-228600" algn="l" rtl="0" fontAlgn="base">
              <a:spcBef>
                <a:spcPct val="20000"/>
              </a:spcBef>
              <a:spcAft>
                <a:spcPct val="0"/>
              </a:spcAft>
              <a:buClr>
                <a:schemeClr val="hlink"/>
              </a:buClr>
              <a:buSzPct val="100000"/>
              <a:buChar char="–"/>
              <a:defRPr kumimoji="1">
                <a:solidFill>
                  <a:srgbClr val="1C1C1C"/>
                </a:solidFill>
                <a:latin typeface="+mn-lt"/>
                <a:ea typeface="+mn-ea"/>
              </a:defRPr>
            </a:lvl8pPr>
            <a:lvl9pPr marL="3886200" indent="-228600" algn="l" rtl="0" fontAlgn="base">
              <a:spcBef>
                <a:spcPct val="20000"/>
              </a:spcBef>
              <a:spcAft>
                <a:spcPct val="0"/>
              </a:spcAft>
              <a:buClr>
                <a:schemeClr val="hlink"/>
              </a:buClr>
              <a:buSzPct val="100000"/>
              <a:buChar char="–"/>
              <a:defRPr kumimoji="1">
                <a:solidFill>
                  <a:srgbClr val="1C1C1C"/>
                </a:solidFill>
                <a:latin typeface="+mn-lt"/>
                <a:ea typeface="+mn-ea"/>
              </a:defRPr>
            </a:lvl9pPr>
          </a:lstStyle>
          <a:p>
            <a:r>
              <a:rPr lang="zh-CN" altLang="en-US" kern="0" dirty="0"/>
              <a:t>审核要求</a:t>
            </a:r>
            <a:endParaRPr lang="en-US" altLang="zh-CN" kern="0" dirty="0"/>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dirty="0">
                <a:solidFill>
                  <a:srgbClr val="111111"/>
                </a:solidFill>
                <a:ea typeface="宋体" panose="02010600030101010101" pitchFamily="2" charset="-122"/>
              </a:rPr>
              <a:t>正确编写满足功能的源文件，正确编译。</a:t>
            </a:r>
            <a:endParaRPr lang="zh-CN" altLang="en-US" sz="18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dirty="0">
                <a:solidFill>
                  <a:srgbClr val="111111"/>
                </a:solidFill>
                <a:ea typeface="宋体" panose="02010600030101010101" pitchFamily="2" charset="-122"/>
              </a:rPr>
              <a:t>正常加载、卸载内核模块；且内核模块功能满足任务所述。</a:t>
            </a:r>
            <a:endParaRPr lang="zh-CN" altLang="en-US" sz="18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dirty="0">
                <a:solidFill>
                  <a:srgbClr val="111111"/>
                </a:solidFill>
                <a:ea typeface="宋体" panose="02010600030101010101" pitchFamily="2" charset="-122"/>
              </a:rPr>
              <a:t>提交相关源码与运行截图。</a:t>
            </a:r>
            <a:endParaRPr lang="zh-CN" altLang="en-US" kern="0" dirty="0"/>
          </a:p>
        </p:txBody>
      </p:sp>
      <p:pic>
        <p:nvPicPr>
          <p:cNvPr id="5" name="图片 4"/>
          <p:cNvPicPr>
            <a:picLocks noChangeAspect="1"/>
          </p:cNvPicPr>
          <p:nvPr/>
        </p:nvPicPr>
        <p:blipFill>
          <a:blip r:embed="rId1"/>
          <a:stretch>
            <a:fillRect/>
          </a:stretch>
        </p:blipFill>
        <p:spPr>
          <a:xfrm>
            <a:off x="142190" y="4532047"/>
            <a:ext cx="5040000" cy="1178281"/>
          </a:xfrm>
          <a:prstGeom prst="rect">
            <a:avLst/>
          </a:prstGeom>
        </p:spPr>
      </p:pic>
      <p:pic>
        <p:nvPicPr>
          <p:cNvPr id="6" name="图片 5"/>
          <p:cNvPicPr>
            <a:picLocks noChangeAspect="1"/>
          </p:cNvPicPr>
          <p:nvPr/>
        </p:nvPicPr>
        <p:blipFill>
          <a:blip r:embed="rId2"/>
          <a:stretch>
            <a:fillRect/>
          </a:stretch>
        </p:blipFill>
        <p:spPr>
          <a:xfrm>
            <a:off x="5212650" y="5156934"/>
            <a:ext cx="4680000" cy="1337143"/>
          </a:xfrm>
          <a:prstGeom prst="rect">
            <a:avLst/>
          </a:prstGeom>
        </p:spPr>
      </p:pic>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88950" y="1340769"/>
            <a:ext cx="9417050" cy="5400599"/>
          </a:xfrm>
        </p:spPr>
        <p:txBody>
          <a:bodyPr/>
          <a:lstStyle/>
          <a:p>
            <a:r>
              <a:rPr lang="zh-CN" altLang="en-US" dirty="0"/>
              <a:t> </a:t>
            </a:r>
            <a:r>
              <a:rPr lang="en-US" altLang="zh-CN" dirty="0" err="1"/>
              <a:t>task_struct </a:t>
            </a:r>
            <a:r>
              <a:rPr lang="zh-CN" altLang="en-US" dirty="0" err="1"/>
              <a:t>：</a:t>
            </a:r>
            <a:r>
              <a:rPr lang="en-US" altLang="zh-CN" dirty="0" err="1"/>
              <a:t>linux</a:t>
            </a:r>
            <a:r>
              <a:rPr lang="zh-CN" altLang="en-US" dirty="0" err="1"/>
              <a:t>进程的</a:t>
            </a:r>
            <a:r>
              <a:rPr lang="en-US" altLang="zh-CN" dirty="0" err="1"/>
              <a:t>PCB</a:t>
            </a:r>
            <a:endParaRPr lang="en-US" altLang="zh-CN" dirty="0"/>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err="1">
                <a:solidFill>
                  <a:srgbClr val="111111"/>
                </a:solidFill>
                <a:ea typeface="宋体" panose="02010600030101010101" pitchFamily="2" charset="-122"/>
              </a:rPr>
              <a:t>task_struct</a:t>
            </a:r>
            <a:r>
              <a:rPr lang="zh-CN" altLang="en-US" sz="1800" kern="1200" dirty="0">
                <a:solidFill>
                  <a:srgbClr val="111111"/>
                </a:solidFill>
                <a:ea typeface="宋体" panose="02010600030101010101" pitchFamily="2" charset="-122"/>
              </a:rPr>
              <a:t>中几个重要字段</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2800" dirty="0" err="1">
                <a:sym typeface="+mn-ea"/>
              </a:rPr>
              <a:t>for_each_process</a:t>
            </a:r>
            <a:endParaRPr lang="en-US" altLang="zh-CN" sz="2800" dirty="0"/>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err="1">
                <a:solidFill>
                  <a:srgbClr val="111111"/>
                </a:solidFill>
                <a:ea typeface="宋体" panose="02010600030101010101" pitchFamily="2" charset="-122"/>
                <a:sym typeface="+mn-ea"/>
              </a:rPr>
              <a:t>for_each_process</a:t>
            </a:r>
            <a:r>
              <a:rPr lang="en-US" altLang="zh-CN" sz="1800" kern="1200" dirty="0">
                <a:solidFill>
                  <a:srgbClr val="111111"/>
                </a:solidFill>
                <a:ea typeface="宋体" panose="02010600030101010101" pitchFamily="2" charset="-122"/>
                <a:sym typeface="+mn-ea"/>
              </a:rPr>
              <a:t> </a:t>
            </a:r>
            <a:r>
              <a:rPr lang="zh-CN" altLang="en-US" sz="1800" kern="1200" dirty="0">
                <a:solidFill>
                  <a:srgbClr val="111111"/>
                </a:solidFill>
                <a:ea typeface="宋体" panose="02010600030101010101" pitchFamily="2" charset="-122"/>
                <a:sym typeface="+mn-ea"/>
              </a:rPr>
              <a:t>是一个宏，定义在 </a:t>
            </a:r>
            <a:r>
              <a:rPr lang="en-US" altLang="zh-CN" sz="1800" kern="1200" dirty="0">
                <a:solidFill>
                  <a:srgbClr val="111111"/>
                </a:solidFill>
                <a:ea typeface="宋体" panose="02010600030101010101" pitchFamily="2" charset="-122"/>
                <a:sym typeface="+mn-ea"/>
              </a:rPr>
              <a:t>&lt;</a:t>
            </a:r>
            <a:r>
              <a:rPr lang="en-US" altLang="zh-CN" sz="1800" kern="1200" dirty="0" err="1">
                <a:solidFill>
                  <a:srgbClr val="111111"/>
                </a:solidFill>
                <a:ea typeface="宋体" panose="02010600030101010101" pitchFamily="2" charset="-122"/>
                <a:sym typeface="+mn-ea"/>
              </a:rPr>
              <a:t>linux</a:t>
            </a:r>
            <a:r>
              <a:rPr lang="en-US" altLang="zh-CN" sz="1800" kern="1200" dirty="0">
                <a:solidFill>
                  <a:srgbClr val="111111"/>
                </a:solidFill>
                <a:ea typeface="宋体" panose="02010600030101010101" pitchFamily="2" charset="-122"/>
                <a:sym typeface="+mn-ea"/>
              </a:rPr>
              <a:t>/sched/</a:t>
            </a:r>
            <a:r>
              <a:rPr lang="en-US" altLang="zh-CN" sz="1800" kern="1200" dirty="0" err="1">
                <a:solidFill>
                  <a:srgbClr val="111111"/>
                </a:solidFill>
                <a:ea typeface="宋体" panose="02010600030101010101" pitchFamily="2" charset="-122"/>
                <a:sym typeface="+mn-ea"/>
              </a:rPr>
              <a:t>signal.h</a:t>
            </a:r>
            <a:r>
              <a:rPr lang="en-US" altLang="zh-CN" sz="1800" kern="1200" dirty="0">
                <a:solidFill>
                  <a:srgbClr val="111111"/>
                </a:solidFill>
                <a:ea typeface="宋体" panose="02010600030101010101" pitchFamily="2" charset="-122"/>
                <a:sym typeface="+mn-ea"/>
              </a:rPr>
              <a:t>&gt; </a:t>
            </a:r>
            <a:r>
              <a:rPr lang="zh-CN" altLang="en-US" sz="1800" kern="1200" dirty="0">
                <a:solidFill>
                  <a:srgbClr val="111111"/>
                </a:solidFill>
                <a:ea typeface="宋体" panose="02010600030101010101" pitchFamily="2" charset="-122"/>
                <a:sym typeface="+mn-ea"/>
              </a:rPr>
              <a:t>文件中，提供了依次访问整个任务队列的能力。使用方法：</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zh-CN" altLang="en-US" sz="2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zh-CN" altLang="en-US" sz="1800" kern="1200" dirty="0">
              <a:solidFill>
                <a:srgbClr val="111111"/>
              </a:solidFill>
              <a:ea typeface="宋体" panose="02010600030101010101" pitchFamily="2" charset="-122"/>
            </a:endParaRPr>
          </a:p>
        </p:txBody>
      </p:sp>
      <p:sp>
        <p:nvSpPr>
          <p:cNvPr id="3" name="标题 2"/>
          <p:cNvSpPr>
            <a:spLocks noGrp="1"/>
          </p:cNvSpPr>
          <p:nvPr>
            <p:ph type="title"/>
          </p:nvPr>
        </p:nvSpPr>
        <p:spPr/>
        <p:txBody>
          <a:bodyPr/>
          <a:lstStyle/>
          <a:p>
            <a:r>
              <a:rPr lang="zh-CN" altLang="en-US" dirty="0"/>
              <a:t>进程信息获取</a:t>
            </a:r>
            <a:endParaRPr lang="zh-CN" altLang="en-US" dirty="0"/>
          </a:p>
        </p:txBody>
      </p:sp>
      <p:sp>
        <p:nvSpPr>
          <p:cNvPr id="5" name="矩形: 圆角 4"/>
          <p:cNvSpPr/>
          <p:nvPr/>
        </p:nvSpPr>
        <p:spPr bwMode="auto">
          <a:xfrm>
            <a:off x="848360" y="4940935"/>
            <a:ext cx="7210425" cy="1840230"/>
          </a:xfrm>
          <a:prstGeom prst="roundRect">
            <a:avLst/>
          </a:prstGeom>
          <a:solidFill>
            <a:srgbClr val="33333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noAutofit/>
          </a:bodyPr>
          <a:lstStyle/>
          <a:p>
            <a:pPr algn="l"/>
            <a:r>
              <a:rPr lang="en-US" altLang="zh-CN" sz="1400" dirty="0">
                <a:solidFill>
                  <a:srgbClr val="FFFFFF"/>
                </a:solidFill>
                <a:latin typeface="Consolas" panose="020B0609020204030204" pitchFamily="49" charset="0"/>
              </a:rPr>
              <a:t>struct </a:t>
            </a:r>
            <a:r>
              <a:rPr lang="en-US" altLang="zh-CN" sz="1400" dirty="0" err="1">
                <a:solidFill>
                  <a:srgbClr val="FFFFFF"/>
                </a:solidFill>
                <a:latin typeface="Consolas" panose="020B0609020204030204" pitchFamily="49" charset="0"/>
              </a:rPr>
              <a:t>task_struct</a:t>
            </a:r>
            <a:r>
              <a:rPr lang="en-US" altLang="zh-CN" sz="1400" dirty="0">
                <a:solidFill>
                  <a:srgbClr val="FFFFFF"/>
                </a:solidFill>
                <a:latin typeface="Consolas" panose="020B0609020204030204" pitchFamily="49" charset="0"/>
              </a:rPr>
              <a:t> *p;</a:t>
            </a:r>
            <a:endParaRPr lang="en-US" altLang="zh-CN" sz="1400" dirty="0">
              <a:solidFill>
                <a:srgbClr val="FFFFFF"/>
              </a:solidFill>
              <a:latin typeface="Consolas" panose="020B0609020204030204" pitchFamily="49" charset="0"/>
            </a:endParaRPr>
          </a:p>
          <a:p>
            <a:pPr algn="l"/>
            <a:r>
              <a:rPr lang="en-US" altLang="zh-CN" sz="1400" dirty="0" err="1">
                <a:solidFill>
                  <a:srgbClr val="FFFFFF"/>
                </a:solidFill>
                <a:latin typeface="Consolas" panose="020B0609020204030204" pitchFamily="49" charset="0"/>
              </a:rPr>
              <a:t>for_each_process</a:t>
            </a:r>
            <a:r>
              <a:rPr lang="en-US" altLang="zh-CN" sz="1400" dirty="0">
                <a:solidFill>
                  <a:srgbClr val="FFFFFF"/>
                </a:solidFill>
                <a:latin typeface="Consolas" panose="020B0609020204030204" pitchFamily="49" charset="0"/>
              </a:rPr>
              <a:t>(p)</a:t>
            </a:r>
            <a:endParaRPr lang="en-US" altLang="zh-CN" sz="1400" dirty="0">
              <a:solidFill>
                <a:srgbClr val="FFFFFF"/>
              </a:solidFill>
              <a:latin typeface="Consolas" panose="020B0609020204030204" pitchFamily="49" charset="0"/>
            </a:endParaRPr>
          </a:p>
          <a:p>
            <a:pPr algn="l"/>
            <a:r>
              <a:rPr lang="en-US" altLang="zh-CN" sz="1400" dirty="0">
                <a:solidFill>
                  <a:srgbClr val="FFFFFF"/>
                </a:solidFill>
                <a:latin typeface="Consolas" panose="020B0609020204030204" pitchFamily="49" charset="0"/>
              </a:rPr>
              <a:t>{</a:t>
            </a:r>
            <a:endParaRPr lang="en-US" altLang="zh-CN" sz="1400" dirty="0">
              <a:solidFill>
                <a:srgbClr val="FFFFFF"/>
              </a:solidFill>
              <a:latin typeface="Consolas" panose="020B0609020204030204" pitchFamily="49" charset="0"/>
            </a:endParaRPr>
          </a:p>
          <a:p>
            <a:pPr algn="l"/>
            <a:r>
              <a:rPr lang="en-US" altLang="zh-CN" sz="1400" dirty="0">
                <a:solidFill>
                  <a:srgbClr val="FFFFFF"/>
                </a:solidFill>
                <a:latin typeface="Consolas" panose="020B0609020204030204" pitchFamily="49" charset="0"/>
              </a:rPr>
              <a:t>    if(stat</a:t>
            </a:r>
            <a:r>
              <a:rPr lang="en-US" altLang="zh-CN" sz="1400" dirty="0">
                <a:solidFill>
                  <a:srgbClr val="FFFFFF"/>
                </a:solidFill>
                <a:latin typeface="Consolas" panose="020B0609020204030204" pitchFamily="49" charset="0"/>
              </a:rPr>
              <a:t>e==0)</a:t>
            </a:r>
            <a:endParaRPr lang="en-US" altLang="zh-CN" sz="1400" dirty="0">
              <a:solidFill>
                <a:srgbClr val="FFFFFF"/>
              </a:solidFill>
              <a:latin typeface="Consolas" panose="020B0609020204030204" pitchFamily="49" charset="0"/>
            </a:endParaRPr>
          </a:p>
          <a:p>
            <a:pPr algn="l"/>
            <a:r>
              <a:rPr lang="en-US" altLang="zh-CN" sz="1400" dirty="0">
                <a:solidFill>
                  <a:srgbClr val="FFFFFF"/>
                </a:solidFill>
                <a:latin typeface="Consolas" panose="020B0609020204030204" pitchFamily="49" charset="0"/>
              </a:rPr>
              <a:t>    {</a:t>
            </a:r>
            <a:endParaRPr lang="en-US" altLang="zh-CN" sz="1400" dirty="0">
              <a:solidFill>
                <a:srgbClr val="FFFFFF"/>
              </a:solidFill>
              <a:latin typeface="Consolas" panose="020B0609020204030204" pitchFamily="49" charset="0"/>
            </a:endParaRPr>
          </a:p>
          <a:p>
            <a:pPr algn="l"/>
            <a:r>
              <a:rPr lang="zh-CN" altLang="en-US" sz="1400" dirty="0">
                <a:solidFill>
                  <a:srgbClr val="FFFFFF"/>
                </a:solidFill>
                <a:latin typeface="Consolas" panose="020B0609020204030204" pitchFamily="49" charset="0"/>
              </a:rPr>
              <a:t>     </a:t>
            </a:r>
            <a:r>
              <a:rPr lang="en-US" altLang="zh-CN" sz="1400" dirty="0">
                <a:solidFill>
                  <a:srgbClr val="FFFFFF"/>
                </a:solidFill>
                <a:latin typeface="Consolas" panose="020B0609020204030204" pitchFamily="49" charset="0"/>
              </a:rPr>
              <a:t> </a:t>
            </a:r>
            <a:r>
              <a:rPr lang="zh-CN" altLang="en-US" sz="1400" dirty="0">
                <a:solidFill>
                  <a:srgbClr val="FFFFFF"/>
                </a:solidFill>
                <a:latin typeface="Consolas" panose="020B0609020204030204" pitchFamily="49" charset="0"/>
              </a:rPr>
              <a:t>打印信息。。。。。</a:t>
            </a:r>
            <a:endParaRPr lang="zh-CN" altLang="en-US" sz="1400" dirty="0">
              <a:solidFill>
                <a:srgbClr val="FFFFFF"/>
              </a:solidFill>
              <a:latin typeface="Consolas" panose="020B0609020204030204" pitchFamily="49" charset="0"/>
            </a:endParaRPr>
          </a:p>
          <a:p>
            <a:pPr algn="l"/>
            <a:r>
              <a:rPr lang="en-US" altLang="zh-CN" sz="1400" dirty="0">
                <a:solidFill>
                  <a:srgbClr val="FFFFFF"/>
                </a:solidFill>
                <a:latin typeface="Consolas" panose="020B0609020204030204" pitchFamily="49" charset="0"/>
              </a:rPr>
              <a:t>    } </a:t>
            </a:r>
            <a:endParaRPr lang="en-US" altLang="zh-CN" sz="1400" dirty="0">
              <a:solidFill>
                <a:srgbClr val="FFFFFF"/>
              </a:solidFill>
              <a:latin typeface="Consolas" panose="020B0609020204030204" pitchFamily="49" charset="0"/>
            </a:endParaRPr>
          </a:p>
          <a:p>
            <a:pPr algn="l"/>
            <a:r>
              <a:rPr lang="en-US" altLang="zh-CN" sz="1400" dirty="0">
                <a:solidFill>
                  <a:srgbClr val="FFFFFF"/>
                </a:solidFill>
                <a:latin typeface="Consolas" panose="020B0609020204030204" pitchFamily="49" charset="0"/>
              </a:rPr>
              <a:t>}</a:t>
            </a:r>
            <a:endParaRPr lang="en-US" altLang="zh-CN" sz="1400" dirty="0">
              <a:solidFill>
                <a:srgbClr val="FFFFFF"/>
              </a:solidFill>
              <a:latin typeface="Consolas" panose="020B0609020204030204" pitchFamily="49" charset="0"/>
            </a:endParaRPr>
          </a:p>
        </p:txBody>
      </p:sp>
      <p:sp>
        <p:nvSpPr>
          <p:cNvPr id="6" name="矩形: 圆角 5"/>
          <p:cNvSpPr/>
          <p:nvPr/>
        </p:nvSpPr>
        <p:spPr bwMode="auto">
          <a:xfrm>
            <a:off x="344805" y="2277110"/>
            <a:ext cx="8990330" cy="1515745"/>
          </a:xfrm>
          <a:prstGeom prst="roundRect">
            <a:avLst/>
          </a:prstGeom>
          <a:solidFill>
            <a:srgbClr val="33333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noAutofit/>
          </a:bodyPr>
          <a:lstStyle/>
          <a:p>
            <a:pPr algn="l"/>
            <a:r>
              <a:rPr lang="en-US" altLang="zh-CN" sz="1400" dirty="0">
                <a:solidFill>
                  <a:srgbClr val="FFFFFF"/>
                </a:solidFill>
                <a:latin typeface="Consolas" panose="020B0609020204030204" pitchFamily="49" charset="0"/>
              </a:rPr>
              <a:t>struct </a:t>
            </a:r>
            <a:r>
              <a:rPr lang="en-US" altLang="zh-CN" sz="1400" dirty="0" err="1">
                <a:solidFill>
                  <a:srgbClr val="FFFFFF"/>
                </a:solidFill>
                <a:latin typeface="Consolas" panose="020B0609020204030204" pitchFamily="49" charset="0"/>
              </a:rPr>
              <a:t>task_struct</a:t>
            </a:r>
            <a:r>
              <a:rPr lang="en-US" altLang="zh-CN" sz="1400" dirty="0">
                <a:solidFill>
                  <a:srgbClr val="FFFFFF"/>
                </a:solidFill>
                <a:latin typeface="Consolas" panose="020B0609020204030204" pitchFamily="49" charset="0"/>
              </a:rPr>
              <a:t> {</a:t>
            </a:r>
            <a:endParaRPr lang="en-US" altLang="zh-CN" sz="1400" dirty="0">
              <a:solidFill>
                <a:srgbClr val="FFFFFF"/>
              </a:solidFill>
              <a:latin typeface="Consolas" panose="020B0609020204030204" pitchFamily="49" charset="0"/>
            </a:endParaRPr>
          </a:p>
          <a:p>
            <a:pPr algn="l"/>
            <a:r>
              <a:rPr lang="en-US" altLang="zh-CN" sz="1400" dirty="0">
                <a:solidFill>
                  <a:srgbClr val="FFFFFF"/>
                </a:solidFill>
                <a:latin typeface="Consolas" panose="020B0609020204030204" pitchFamily="49" charset="0"/>
              </a:rPr>
              <a:t>     volatile long state;    //</a:t>
            </a:r>
            <a:r>
              <a:rPr lang="zh-CN" altLang="en-US" sz="1400" dirty="0">
                <a:solidFill>
                  <a:srgbClr val="FFFFFF"/>
                </a:solidFill>
                <a:latin typeface="Consolas" panose="020B0609020204030204" pitchFamily="49" charset="0"/>
              </a:rPr>
              <a:t>进程运行状态，</a:t>
            </a:r>
            <a:r>
              <a:rPr lang="en-US" altLang="zh-CN" sz="1400" dirty="0">
                <a:solidFill>
                  <a:srgbClr val="FFFFFF"/>
                </a:solidFill>
                <a:latin typeface="Consolas" panose="020B0609020204030204" pitchFamily="49" charset="0"/>
              </a:rPr>
              <a:t>-1</a:t>
            </a:r>
            <a:r>
              <a:rPr lang="zh-CN" altLang="en-US" sz="1400" dirty="0">
                <a:solidFill>
                  <a:srgbClr val="FFFFFF"/>
                </a:solidFill>
                <a:latin typeface="Consolas" panose="020B0609020204030204" pitchFamily="49" charset="0"/>
              </a:rPr>
              <a:t>代表不可运行，</a:t>
            </a:r>
            <a:r>
              <a:rPr lang="en-US" altLang="zh-CN" sz="1400" dirty="0">
                <a:solidFill>
                  <a:srgbClr val="FFFFFF"/>
                </a:solidFill>
                <a:latin typeface="Consolas" panose="020B0609020204030204" pitchFamily="49" charset="0"/>
              </a:rPr>
              <a:t>0</a:t>
            </a:r>
            <a:r>
              <a:rPr lang="zh-CN" altLang="en-US" sz="1400" dirty="0">
                <a:solidFill>
                  <a:srgbClr val="FFFFFF"/>
                </a:solidFill>
                <a:latin typeface="Consolas" panose="020B0609020204030204" pitchFamily="49" charset="0"/>
              </a:rPr>
              <a:t>代表可运行，</a:t>
            </a:r>
            <a:r>
              <a:rPr lang="en-US" altLang="zh-CN" sz="1400" dirty="0">
                <a:solidFill>
                  <a:srgbClr val="FFFFFF"/>
                </a:solidFill>
                <a:latin typeface="Consolas" panose="020B0609020204030204" pitchFamily="49" charset="0"/>
              </a:rPr>
              <a:t>&gt;0</a:t>
            </a:r>
            <a:r>
              <a:rPr lang="zh-CN" altLang="en-US" sz="1400" dirty="0">
                <a:solidFill>
                  <a:srgbClr val="FFFFFF"/>
                </a:solidFill>
                <a:latin typeface="Consolas" panose="020B0609020204030204" pitchFamily="49" charset="0"/>
              </a:rPr>
              <a:t>代表已停止。</a:t>
            </a:r>
            <a:endParaRPr lang="zh-CN" altLang="en-US" sz="1400" dirty="0">
              <a:solidFill>
                <a:srgbClr val="FFFFFF"/>
              </a:solidFill>
              <a:latin typeface="Consolas" panose="020B0609020204030204" pitchFamily="49" charset="0"/>
            </a:endParaRPr>
          </a:p>
          <a:p>
            <a:pPr algn="l"/>
            <a:r>
              <a:rPr lang="zh-CN" altLang="en-US" sz="1400" dirty="0">
                <a:solidFill>
                  <a:srgbClr val="FFFFFF"/>
                </a:solidFill>
                <a:latin typeface="Consolas" panose="020B0609020204030204" pitchFamily="49" charset="0"/>
              </a:rPr>
              <a:t>     </a:t>
            </a:r>
            <a:r>
              <a:rPr lang="en-US" altLang="zh-CN" sz="1400" dirty="0">
                <a:solidFill>
                  <a:srgbClr val="FFFFFF"/>
                </a:solidFill>
                <a:latin typeface="Consolas" panose="020B0609020204030204" pitchFamily="49" charset="0"/>
              </a:rPr>
              <a:t>struct </a:t>
            </a:r>
            <a:r>
              <a:rPr lang="en-US" altLang="zh-CN" sz="1400" dirty="0" err="1">
                <a:solidFill>
                  <a:srgbClr val="FFFFFF"/>
                </a:solidFill>
                <a:latin typeface="Consolas" panose="020B0609020204030204" pitchFamily="49" charset="0"/>
              </a:rPr>
              <a:t>mm_struct</a:t>
            </a:r>
            <a:r>
              <a:rPr lang="en-US" altLang="zh-CN" sz="1400" dirty="0">
                <a:solidFill>
                  <a:srgbClr val="FFFFFF"/>
                </a:solidFill>
                <a:latin typeface="Consolas" panose="020B0609020204030204" pitchFamily="49" charset="0"/>
              </a:rPr>
              <a:t> *mm;         //</a:t>
            </a:r>
            <a:r>
              <a:rPr lang="zh-CN" altLang="en-US" sz="1400" dirty="0">
                <a:solidFill>
                  <a:srgbClr val="FFFFFF"/>
                </a:solidFill>
                <a:latin typeface="Consolas" panose="020B0609020204030204" pitchFamily="49" charset="0"/>
              </a:rPr>
              <a:t>该结构体记录了进程内存使用的相关情况</a:t>
            </a:r>
            <a:endParaRPr lang="zh-CN" altLang="en-US" sz="1400" dirty="0">
              <a:solidFill>
                <a:srgbClr val="FFFFFF"/>
              </a:solidFill>
              <a:latin typeface="Consolas" panose="020B0609020204030204" pitchFamily="49" charset="0"/>
            </a:endParaRPr>
          </a:p>
          <a:p>
            <a:pPr algn="l"/>
            <a:r>
              <a:rPr lang="zh-CN" altLang="en-US" sz="1400" dirty="0">
                <a:solidFill>
                  <a:srgbClr val="FFFFFF"/>
                </a:solidFill>
                <a:latin typeface="Consolas" panose="020B0609020204030204" pitchFamily="49" charset="0"/>
              </a:rPr>
              <a:t>     </a:t>
            </a:r>
            <a:r>
              <a:rPr lang="en-US" altLang="zh-CN" sz="1400" dirty="0" err="1">
                <a:solidFill>
                  <a:srgbClr val="FFFFFF"/>
                </a:solidFill>
                <a:latin typeface="Consolas" panose="020B0609020204030204" pitchFamily="49" charset="0"/>
              </a:rPr>
              <a:t>pid_t</a:t>
            </a:r>
            <a:r>
              <a:rPr lang="en-US" altLang="zh-CN" sz="1400" dirty="0">
                <a:solidFill>
                  <a:srgbClr val="FFFFFF"/>
                </a:solidFill>
                <a:latin typeface="Consolas" panose="020B0609020204030204" pitchFamily="49" charset="0"/>
              </a:rPr>
              <a:t> </a:t>
            </a:r>
            <a:r>
              <a:rPr lang="en-US" altLang="zh-CN" sz="1400" dirty="0" err="1">
                <a:solidFill>
                  <a:srgbClr val="FFFFFF"/>
                </a:solidFill>
                <a:latin typeface="Consolas" panose="020B0609020204030204" pitchFamily="49" charset="0"/>
              </a:rPr>
              <a:t>pid</a:t>
            </a:r>
            <a:r>
              <a:rPr lang="zh-CN" altLang="en-US" sz="1400" dirty="0">
                <a:solidFill>
                  <a:srgbClr val="FFFFFF"/>
                </a:solidFill>
                <a:latin typeface="Consolas" panose="020B0609020204030204" pitchFamily="49" charset="0"/>
              </a:rPr>
              <a:t>；                   </a:t>
            </a:r>
            <a:r>
              <a:rPr lang="en-US" altLang="zh-CN" sz="1400" dirty="0">
                <a:solidFill>
                  <a:srgbClr val="FFFFFF"/>
                </a:solidFill>
                <a:latin typeface="Consolas" panose="020B0609020204030204" pitchFamily="49" charset="0"/>
              </a:rPr>
              <a:t>//</a:t>
            </a:r>
            <a:r>
              <a:rPr lang="zh-CN" altLang="en-US" sz="1400" dirty="0">
                <a:solidFill>
                  <a:srgbClr val="FFFFFF"/>
                </a:solidFill>
                <a:latin typeface="Consolas" panose="020B0609020204030204" pitchFamily="49" charset="0"/>
              </a:rPr>
              <a:t>进程号</a:t>
            </a:r>
            <a:endParaRPr lang="zh-CN" altLang="en-US" sz="1400" dirty="0">
              <a:solidFill>
                <a:srgbClr val="FFFFFF"/>
              </a:solidFill>
              <a:latin typeface="Consolas" panose="020B0609020204030204" pitchFamily="49" charset="0"/>
            </a:endParaRPr>
          </a:p>
          <a:p>
            <a:pPr algn="l"/>
            <a:r>
              <a:rPr lang="zh-CN" altLang="en-US" sz="1400" dirty="0">
                <a:solidFill>
                  <a:srgbClr val="FFFFFF"/>
                </a:solidFill>
                <a:latin typeface="Consolas" panose="020B0609020204030204" pitchFamily="49" charset="0"/>
              </a:rPr>
              <a:t>     </a:t>
            </a:r>
            <a:r>
              <a:rPr lang="en-US" altLang="zh-CN" sz="1400" dirty="0">
                <a:solidFill>
                  <a:srgbClr val="FFFFFF"/>
                </a:solidFill>
                <a:latin typeface="Consolas" panose="020B0609020204030204" pitchFamily="49" charset="0"/>
              </a:rPr>
              <a:t>char comm[TASK_COMM_LEN];     //</a:t>
            </a:r>
            <a:r>
              <a:rPr lang="zh-CN" altLang="en-US" sz="1400" dirty="0">
                <a:solidFill>
                  <a:srgbClr val="FFFFFF"/>
                </a:solidFill>
                <a:latin typeface="Consolas" panose="020B0609020204030204" pitchFamily="49" charset="0"/>
              </a:rPr>
              <a:t>保存进程名字的字符数组</a:t>
            </a:r>
            <a:endParaRPr lang="zh-CN" altLang="en-US" sz="1400" dirty="0">
              <a:solidFill>
                <a:srgbClr val="FFFFFF"/>
              </a:solidFill>
              <a:latin typeface="Consolas" panose="020B0609020204030204" pitchFamily="49" charset="0"/>
            </a:endParaRPr>
          </a:p>
          <a:p>
            <a:pPr algn="l"/>
            <a:r>
              <a:rPr lang="en-US" altLang="zh-CN" sz="1600" dirty="0">
                <a:solidFill>
                  <a:srgbClr val="FFFFFF"/>
                </a:solidFill>
                <a:latin typeface="Consolas" panose="020B0609020204030204" pitchFamily="49" charset="0"/>
              </a:rPr>
              <a:t>}</a:t>
            </a:r>
            <a:endParaRPr lang="en-US" altLang="zh-CN" sz="1600" dirty="0">
              <a:solidFill>
                <a:srgbClr val="FFFFFF"/>
              </a:solidFill>
              <a:latin typeface="Consolas" panose="020B0609020204030204" pitchFamily="49" charset="0"/>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88950" y="1340769"/>
            <a:ext cx="9144570" cy="1800199"/>
          </a:xfrm>
        </p:spPr>
        <p:txBody>
          <a:bodyPr/>
          <a:lstStyle/>
          <a:p>
            <a:r>
              <a:rPr lang="zh-CN" altLang="en-US" dirty="0"/>
              <a:t>任务描述</a:t>
            </a:r>
            <a:endParaRPr lang="en-US" altLang="zh-CN" dirty="0"/>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使用 </a:t>
            </a:r>
            <a:r>
              <a:rPr lang="en-US" altLang="zh-CN" sz="1800" kern="1200" dirty="0" err="1">
                <a:solidFill>
                  <a:srgbClr val="111111"/>
                </a:solidFill>
                <a:ea typeface="宋体" panose="02010600030101010101" pitchFamily="2" charset="-122"/>
              </a:rPr>
              <a:t>cgroup</a:t>
            </a:r>
            <a:r>
              <a:rPr lang="en-US" altLang="zh-CN" sz="1800" kern="1200" dirty="0">
                <a:solidFill>
                  <a:srgbClr val="111111"/>
                </a:solidFill>
                <a:ea typeface="宋体" panose="02010600030101010101" pitchFamily="2" charset="-122"/>
              </a:rPr>
              <a:t> </a:t>
            </a:r>
            <a:r>
              <a:rPr lang="zh-CN" altLang="en-US" sz="1800" kern="1200" dirty="0">
                <a:solidFill>
                  <a:srgbClr val="111111"/>
                </a:solidFill>
                <a:ea typeface="宋体" panose="02010600030101010101" pitchFamily="2" charset="-122"/>
              </a:rPr>
              <a:t>实现限制 </a:t>
            </a:r>
            <a:r>
              <a:rPr lang="en-US" altLang="zh-CN" sz="1800" kern="1200" dirty="0">
                <a:solidFill>
                  <a:srgbClr val="111111"/>
                </a:solidFill>
                <a:ea typeface="宋体" panose="02010600030101010101" pitchFamily="2" charset="-122"/>
              </a:rPr>
              <a:t>CPU </a:t>
            </a:r>
            <a:r>
              <a:rPr lang="zh-CN" altLang="en-US" sz="1800" kern="1200" dirty="0">
                <a:solidFill>
                  <a:srgbClr val="111111"/>
                </a:solidFill>
                <a:ea typeface="宋体" panose="02010600030101010101" pitchFamily="2" charset="-122"/>
              </a:rPr>
              <a:t>核数；</a:t>
            </a:r>
            <a:endParaRPr lang="zh-CN" altLang="en-US"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编写一个简单的</a:t>
            </a:r>
            <a:r>
              <a:rPr lang="en-US" altLang="zh-CN" sz="1800" kern="1200" dirty="0">
                <a:solidFill>
                  <a:srgbClr val="111111"/>
                </a:solidFill>
                <a:ea typeface="宋体" panose="02010600030101010101" pitchFamily="2" charset="-122"/>
              </a:rPr>
              <a:t>c</a:t>
            </a:r>
            <a:r>
              <a:rPr lang="zh-CN" altLang="en-US" sz="1800" kern="1200" dirty="0">
                <a:solidFill>
                  <a:srgbClr val="111111"/>
                </a:solidFill>
                <a:ea typeface="宋体" panose="02010600030101010101" pitchFamily="2" charset="-122"/>
              </a:rPr>
              <a:t>源程序，实现无线循环</a:t>
            </a:r>
            <a:r>
              <a:rPr lang="en-US" altLang="zh-CN" sz="1800" kern="1200" dirty="0">
                <a:solidFill>
                  <a:srgbClr val="111111"/>
                </a:solidFill>
                <a:ea typeface="宋体" panose="02010600030101010101" pitchFamily="2" charset="-122"/>
              </a:rPr>
              <a:t>/</a:t>
            </a:r>
            <a:r>
              <a:rPr lang="zh-CN" altLang="en-US" sz="1800" kern="1200" dirty="0">
                <a:solidFill>
                  <a:srgbClr val="111111"/>
                </a:solidFill>
                <a:ea typeface="宋体" panose="02010600030101010101" pitchFamily="2" charset="-122"/>
              </a:rPr>
              <a:t>死循环，使其占用某一进程（默认情况下会使得 </a:t>
            </a:r>
            <a:r>
              <a:rPr lang="en-US" altLang="zh-CN" sz="1800" kern="1200" dirty="0" err="1">
                <a:solidFill>
                  <a:srgbClr val="111111"/>
                </a:solidFill>
                <a:ea typeface="宋体" panose="02010600030101010101" pitchFamily="2" charset="-122"/>
              </a:rPr>
              <a:t>cpu</a:t>
            </a:r>
            <a:r>
              <a:rPr lang="en-US" altLang="zh-CN" sz="1800" kern="1200" dirty="0">
                <a:solidFill>
                  <a:srgbClr val="111111"/>
                </a:solidFill>
                <a:ea typeface="宋体" panose="02010600030101010101" pitchFamily="2" charset="-122"/>
              </a:rPr>
              <a:t> </a:t>
            </a:r>
            <a:r>
              <a:rPr lang="zh-CN" altLang="en-US" sz="1800" kern="1200" dirty="0">
                <a:solidFill>
                  <a:srgbClr val="111111"/>
                </a:solidFill>
                <a:ea typeface="宋体" panose="02010600030101010101" pitchFamily="2" charset="-122"/>
              </a:rPr>
              <a:t>资源消耗在 </a:t>
            </a:r>
            <a:r>
              <a:rPr lang="en-US" altLang="zh-CN" sz="1800" kern="1200" dirty="0">
                <a:solidFill>
                  <a:srgbClr val="111111"/>
                </a:solidFill>
                <a:ea typeface="宋体" panose="02010600030101010101" pitchFamily="2" charset="-122"/>
              </a:rPr>
              <a:t>100%</a:t>
            </a:r>
            <a:r>
              <a:rPr lang="zh-CN" altLang="en-US" sz="1800" kern="1200" dirty="0">
                <a:solidFill>
                  <a:srgbClr val="111111"/>
                </a:solidFill>
                <a:ea typeface="宋体" panose="02010600030101010101" pitchFamily="2" charset="-122"/>
              </a:rPr>
              <a:t>）；</a:t>
            </a:r>
            <a:endParaRPr lang="zh-CN" altLang="en-US"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使用 </a:t>
            </a:r>
            <a:r>
              <a:rPr lang="en-US" altLang="zh-CN" sz="1800" kern="1200" dirty="0" err="1">
                <a:solidFill>
                  <a:srgbClr val="111111"/>
                </a:solidFill>
                <a:ea typeface="宋体" panose="02010600030101010101" pitchFamily="2" charset="-122"/>
              </a:rPr>
              <a:t>cgexec</a:t>
            </a:r>
            <a:r>
              <a:rPr lang="en-US" altLang="zh-CN" sz="1800" kern="1200" dirty="0">
                <a:solidFill>
                  <a:srgbClr val="111111"/>
                </a:solidFill>
                <a:ea typeface="宋体" panose="02010600030101010101" pitchFamily="2" charset="-122"/>
              </a:rPr>
              <a:t> </a:t>
            </a:r>
            <a:r>
              <a:rPr lang="zh-CN" altLang="en-US" sz="1800" kern="1200" dirty="0">
                <a:solidFill>
                  <a:srgbClr val="111111"/>
                </a:solidFill>
                <a:ea typeface="宋体" panose="02010600030101010101" pitchFamily="2" charset="-122"/>
              </a:rPr>
              <a:t>与 </a:t>
            </a:r>
            <a:r>
              <a:rPr lang="en-US" altLang="zh-CN" sz="1800" kern="1200" dirty="0">
                <a:solidFill>
                  <a:srgbClr val="111111"/>
                </a:solidFill>
                <a:ea typeface="宋体" panose="02010600030101010101" pitchFamily="2" charset="-122"/>
              </a:rPr>
              <a:t>taskset </a:t>
            </a:r>
            <a:r>
              <a:rPr lang="zh-CN" altLang="en-US" sz="1800" kern="1200" dirty="0">
                <a:solidFill>
                  <a:srgbClr val="111111"/>
                </a:solidFill>
                <a:ea typeface="宋体" panose="02010600030101010101" pitchFamily="2" charset="-122"/>
              </a:rPr>
              <a:t>测试上述限制操作是否成功。</a:t>
            </a:r>
            <a:endParaRPr lang="zh-CN" altLang="en-US" dirty="0"/>
          </a:p>
        </p:txBody>
      </p:sp>
      <p:sp>
        <p:nvSpPr>
          <p:cNvPr id="3" name="标题 2"/>
          <p:cNvSpPr>
            <a:spLocks noGrp="1"/>
          </p:cNvSpPr>
          <p:nvPr>
            <p:ph type="title"/>
          </p:nvPr>
        </p:nvSpPr>
        <p:spPr/>
        <p:txBody>
          <a:bodyPr/>
          <a:lstStyle/>
          <a:p>
            <a:r>
              <a:rPr lang="zh-CN" altLang="en-US" dirty="0"/>
              <a:t>任务</a:t>
            </a:r>
            <a:r>
              <a:rPr lang="en-US" altLang="zh-CN" dirty="0"/>
              <a:t>4</a:t>
            </a:r>
            <a:r>
              <a:rPr lang="zh-CN" altLang="en-US" dirty="0"/>
              <a:t>：使用 </a:t>
            </a:r>
            <a:r>
              <a:rPr lang="en-US" altLang="zh-CN" dirty="0" err="1"/>
              <a:t>cgroup</a:t>
            </a:r>
            <a:r>
              <a:rPr lang="en-US" altLang="zh-CN" dirty="0"/>
              <a:t> </a:t>
            </a:r>
            <a:r>
              <a:rPr lang="zh-CN" altLang="en-US" dirty="0"/>
              <a:t>实现限制 </a:t>
            </a:r>
            <a:r>
              <a:rPr lang="en-US" altLang="zh-CN" dirty="0"/>
              <a:t>CPU </a:t>
            </a:r>
            <a:r>
              <a:rPr lang="zh-CN" altLang="en-US" dirty="0"/>
              <a:t>核数</a:t>
            </a:r>
            <a:endParaRPr lang="zh-CN" altLang="en-US" dirty="0"/>
          </a:p>
        </p:txBody>
      </p:sp>
      <p:sp>
        <p:nvSpPr>
          <p:cNvPr id="4" name="内容占位符 1"/>
          <p:cNvSpPr txBox="1"/>
          <p:nvPr/>
        </p:nvSpPr>
        <p:spPr bwMode="auto">
          <a:xfrm>
            <a:off x="488950" y="3429001"/>
            <a:ext cx="9144570" cy="1224136"/>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FF5050"/>
              </a:buClr>
              <a:buSzPct val="120000"/>
              <a:buFont typeface="Wingdings" panose="05000000000000000000" pitchFamily="2" charset="2"/>
              <a:buChar char="§"/>
              <a:defRPr kumimoji="1" sz="2800" b="1">
                <a:solidFill>
                  <a:srgbClr val="000066"/>
                </a:solidFill>
                <a:latin typeface="Times New Roman" panose="02020603050405020304" pitchFamily="18" charset="0"/>
                <a:ea typeface="+mn-ea"/>
                <a:cs typeface="Times New Roman" panose="02020603050405020304" pitchFamily="18" charset="0"/>
              </a:defRPr>
            </a:lvl1pPr>
            <a:lvl2pPr marL="742950" indent="-285750" algn="l" rtl="0" eaLnBrk="0" fontAlgn="base" hangingPunct="0">
              <a:lnSpc>
                <a:spcPct val="100000"/>
              </a:lnSpc>
              <a:spcBef>
                <a:spcPct val="20000"/>
              </a:spcBef>
              <a:spcAft>
                <a:spcPct val="0"/>
              </a:spcAft>
              <a:buClr>
                <a:schemeClr val="tx2"/>
              </a:buClr>
              <a:buSzPct val="75000"/>
              <a:buFont typeface="Wingdings" panose="05000000000000000000" pitchFamily="2" charset="2"/>
              <a:buChar char="v"/>
              <a:defRPr kumimoji="1" sz="2000" b="1">
                <a:solidFill>
                  <a:schemeClr val="tx1"/>
                </a:solidFill>
                <a:latin typeface="Times New Roman" panose="02020603050405020304" pitchFamily="18" charset="0"/>
                <a:ea typeface="幼圆" panose="02010509060101010101" pitchFamily="49" charset="-122"/>
                <a:cs typeface="Times New Roman" panose="02020603050405020304" pitchFamily="18" charset="0"/>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Ø"/>
              <a:defRPr kumimoji="1" sz="2000" b="1">
                <a:solidFill>
                  <a:srgbClr val="CC3300"/>
                </a:solidFill>
                <a:latin typeface="Times New Roman" panose="02020603050405020304" pitchFamily="18" charset="0"/>
                <a:ea typeface="+mn-ea"/>
                <a:cs typeface="Times New Roman" panose="02020603050405020304" pitchFamily="18" charset="0"/>
              </a:defRPr>
            </a:lvl3pPr>
            <a:lvl4pPr marL="1600200" indent="-228600" algn="l" rtl="0" eaLnBrk="0" fontAlgn="base" hangingPunct="0">
              <a:spcBef>
                <a:spcPct val="20000"/>
              </a:spcBef>
              <a:spcAft>
                <a:spcPct val="0"/>
              </a:spcAft>
              <a:buClr>
                <a:schemeClr val="tx2"/>
              </a:buClr>
              <a:buSzPct val="100000"/>
              <a:buChar char="•"/>
              <a:defRPr kumimoji="1">
                <a:solidFill>
                  <a:srgbClr val="CC3300"/>
                </a:solidFill>
                <a:latin typeface="Times New Roman" panose="02020603050405020304" pitchFamily="18" charset="0"/>
                <a:ea typeface="+mn-ea"/>
                <a:cs typeface="Times New Roman" panose="02020603050405020304" pitchFamily="18" charset="0"/>
              </a:defRPr>
            </a:lvl4pPr>
            <a:lvl5pPr marL="2057400" indent="-228600" algn="l" rtl="0" eaLnBrk="0" fontAlgn="base" hangingPunct="0">
              <a:spcBef>
                <a:spcPct val="20000"/>
              </a:spcBef>
              <a:spcAft>
                <a:spcPct val="0"/>
              </a:spcAft>
              <a:buClr>
                <a:schemeClr val="hlink"/>
              </a:buClr>
              <a:buSzPct val="100000"/>
              <a:buChar char="–"/>
              <a:defRPr kumimoji="1">
                <a:solidFill>
                  <a:srgbClr val="1C1C1C"/>
                </a:solidFill>
                <a:latin typeface="Times New Roman" panose="02020603050405020304" pitchFamily="18" charset="0"/>
                <a:ea typeface="+mn-ea"/>
                <a:cs typeface="Times New Roman" panose="02020603050405020304" pitchFamily="18" charset="0"/>
              </a:defRPr>
            </a:lvl5pPr>
            <a:lvl6pPr marL="2514600" indent="-228600" algn="l" rtl="0" fontAlgn="base">
              <a:spcBef>
                <a:spcPct val="20000"/>
              </a:spcBef>
              <a:spcAft>
                <a:spcPct val="0"/>
              </a:spcAft>
              <a:buClr>
                <a:schemeClr val="hlink"/>
              </a:buClr>
              <a:buSzPct val="100000"/>
              <a:buChar char="–"/>
              <a:defRPr kumimoji="1">
                <a:solidFill>
                  <a:srgbClr val="1C1C1C"/>
                </a:solidFill>
                <a:latin typeface="+mn-lt"/>
                <a:ea typeface="+mn-ea"/>
              </a:defRPr>
            </a:lvl6pPr>
            <a:lvl7pPr marL="2971800" indent="-228600" algn="l" rtl="0" fontAlgn="base">
              <a:spcBef>
                <a:spcPct val="20000"/>
              </a:spcBef>
              <a:spcAft>
                <a:spcPct val="0"/>
              </a:spcAft>
              <a:buClr>
                <a:schemeClr val="hlink"/>
              </a:buClr>
              <a:buSzPct val="100000"/>
              <a:buChar char="–"/>
              <a:defRPr kumimoji="1">
                <a:solidFill>
                  <a:srgbClr val="1C1C1C"/>
                </a:solidFill>
                <a:latin typeface="+mn-lt"/>
                <a:ea typeface="+mn-ea"/>
              </a:defRPr>
            </a:lvl7pPr>
            <a:lvl8pPr marL="3429000" indent="-228600" algn="l" rtl="0" fontAlgn="base">
              <a:spcBef>
                <a:spcPct val="20000"/>
              </a:spcBef>
              <a:spcAft>
                <a:spcPct val="0"/>
              </a:spcAft>
              <a:buClr>
                <a:schemeClr val="hlink"/>
              </a:buClr>
              <a:buSzPct val="100000"/>
              <a:buChar char="–"/>
              <a:defRPr kumimoji="1">
                <a:solidFill>
                  <a:srgbClr val="1C1C1C"/>
                </a:solidFill>
                <a:latin typeface="+mn-lt"/>
                <a:ea typeface="+mn-ea"/>
              </a:defRPr>
            </a:lvl8pPr>
            <a:lvl9pPr marL="3886200" indent="-228600" algn="l" rtl="0" fontAlgn="base">
              <a:spcBef>
                <a:spcPct val="20000"/>
              </a:spcBef>
              <a:spcAft>
                <a:spcPct val="0"/>
              </a:spcAft>
              <a:buClr>
                <a:schemeClr val="hlink"/>
              </a:buClr>
              <a:buSzPct val="100000"/>
              <a:buChar char="–"/>
              <a:defRPr kumimoji="1">
                <a:solidFill>
                  <a:srgbClr val="1C1C1C"/>
                </a:solidFill>
                <a:latin typeface="+mn-lt"/>
                <a:ea typeface="+mn-ea"/>
              </a:defRPr>
            </a:lvl9pPr>
          </a:lstStyle>
          <a:p>
            <a:r>
              <a:rPr lang="zh-CN" altLang="en-US" kern="0" dirty="0"/>
              <a:t>审核要求</a:t>
            </a:r>
            <a:endParaRPr lang="en-US" altLang="zh-CN" kern="0" dirty="0"/>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dirty="0">
                <a:solidFill>
                  <a:srgbClr val="111111"/>
                </a:solidFill>
                <a:ea typeface="宋体" panose="02010600030101010101" pitchFamily="2" charset="-122"/>
              </a:rPr>
              <a:t>正确、成功地限制 </a:t>
            </a:r>
            <a:r>
              <a:rPr lang="en-US" altLang="zh-CN" sz="1800" dirty="0">
                <a:solidFill>
                  <a:srgbClr val="111111"/>
                </a:solidFill>
                <a:ea typeface="宋体" panose="02010600030101010101" pitchFamily="2" charset="-122"/>
              </a:rPr>
              <a:t>CPU </a:t>
            </a:r>
            <a:r>
              <a:rPr lang="zh-CN" altLang="en-US" sz="1800" dirty="0">
                <a:solidFill>
                  <a:srgbClr val="111111"/>
                </a:solidFill>
                <a:ea typeface="宋体" panose="02010600030101010101" pitchFamily="2" charset="-122"/>
              </a:rPr>
              <a:t>核数。</a:t>
            </a:r>
            <a:endParaRPr lang="zh-CN" altLang="en-US" sz="18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dirty="0">
                <a:solidFill>
                  <a:srgbClr val="111111"/>
                </a:solidFill>
                <a:ea typeface="宋体" panose="02010600030101010101" pitchFamily="2" charset="-122"/>
              </a:rPr>
              <a:t>提交每一步操作以及结果显示的截图。</a:t>
            </a:r>
            <a:endParaRPr lang="zh-CN" altLang="en-US" kern="0" dirty="0"/>
          </a:p>
        </p:txBody>
      </p:sp>
      <p:pic>
        <p:nvPicPr>
          <p:cNvPr id="5" name="图片 4"/>
          <p:cNvPicPr>
            <a:picLocks noChangeAspect="1"/>
          </p:cNvPicPr>
          <p:nvPr/>
        </p:nvPicPr>
        <p:blipFill>
          <a:blip r:embed="rId1"/>
          <a:stretch>
            <a:fillRect/>
          </a:stretch>
        </p:blipFill>
        <p:spPr>
          <a:xfrm>
            <a:off x="806221" y="4770583"/>
            <a:ext cx="4320000" cy="1690772"/>
          </a:xfrm>
          <a:prstGeom prst="rect">
            <a:avLst/>
          </a:prstGeom>
        </p:spPr>
      </p:pic>
      <p:pic>
        <p:nvPicPr>
          <p:cNvPr id="6" name="图片 5"/>
          <p:cNvPicPr>
            <a:picLocks noChangeAspect="1"/>
          </p:cNvPicPr>
          <p:nvPr/>
        </p:nvPicPr>
        <p:blipFill>
          <a:blip r:embed="rId2"/>
          <a:stretch>
            <a:fillRect/>
          </a:stretch>
        </p:blipFill>
        <p:spPr>
          <a:xfrm>
            <a:off x="5313040" y="5414138"/>
            <a:ext cx="3600000" cy="1079195"/>
          </a:xfrm>
          <a:prstGeom prst="rect">
            <a:avLst/>
          </a:prstGeom>
        </p:spPr>
      </p:pic>
      <p:pic>
        <p:nvPicPr>
          <p:cNvPr id="7" name="图片 6"/>
          <p:cNvPicPr>
            <a:picLocks noChangeAspect="1"/>
          </p:cNvPicPr>
          <p:nvPr/>
        </p:nvPicPr>
        <p:blipFill>
          <a:blip r:embed="rId3"/>
          <a:stretch>
            <a:fillRect/>
          </a:stretch>
        </p:blipFill>
        <p:spPr>
          <a:xfrm>
            <a:off x="5226000" y="4822736"/>
            <a:ext cx="4680000" cy="421802"/>
          </a:xfrm>
          <a:prstGeom prst="rect">
            <a:avLst/>
          </a:prstGeom>
        </p:spPr>
      </p:pic>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88950" y="1340769"/>
            <a:ext cx="9576618" cy="5400599"/>
          </a:xfrm>
        </p:spPr>
        <p:txBody>
          <a:bodyPr/>
          <a:lstStyle/>
          <a:p>
            <a:pPr marL="342900" lvl="1" indent="-342900" algn="l">
              <a:buChar char="§"/>
            </a:pPr>
            <a:r>
              <a:rPr lang="en-US" altLang="zh-CN" sz="2800" dirty="0" err="1">
                <a:solidFill>
                  <a:srgbClr val="000066"/>
                </a:solidFill>
                <a:ea typeface="+mn-ea"/>
              </a:rPr>
              <a:t>实验步骤：</a:t>
            </a:r>
            <a:endParaRPr lang="en-US" altLang="zh-CN" sz="2800" dirty="0" err="1">
              <a:solidFill>
                <a:srgbClr val="000066"/>
              </a:solidFill>
              <a:ea typeface="+mn-ea"/>
            </a:endParaRPr>
          </a:p>
          <a:p>
            <a:pPr marL="0" lvl="1" indent="0" algn="l">
              <a:buNone/>
            </a:pPr>
            <a:r>
              <a:rPr lang="zh-CN" altLang="en-US" sz="2800" kern="1200" dirty="0">
                <a:solidFill>
                  <a:srgbClr val="111111"/>
                </a:solidFill>
                <a:ea typeface="宋体" panose="02010600030101010101" pitchFamily="2" charset="-122"/>
                <a:sym typeface="+mn-ea"/>
              </a:rPr>
              <a:t> </a:t>
            </a:r>
            <a:r>
              <a:rPr lang="en-US" altLang="zh-CN" sz="2800" kern="1200" dirty="0">
                <a:solidFill>
                  <a:srgbClr val="111111"/>
                </a:solidFill>
                <a:ea typeface="宋体" panose="02010600030101010101" pitchFamily="2" charset="-122"/>
                <a:sym typeface="+mn-ea"/>
              </a:rPr>
              <a:t>     1.</a:t>
            </a:r>
            <a:r>
              <a:rPr sz="2800" kern="1200">
                <a:solidFill>
                  <a:srgbClr val="111111"/>
                </a:solidFill>
                <a:ea typeface="宋体" panose="02010600030101010101" pitchFamily="2" charset="-122"/>
                <a:sym typeface="+mn-ea"/>
              </a:rPr>
              <a:t>安装 libcgroup：dnf install libcgroup -y </a:t>
            </a:r>
            <a:endParaRPr sz="2800" kern="1200">
              <a:solidFill>
                <a:srgbClr val="111111"/>
              </a:solidFill>
              <a:ea typeface="宋体" panose="02010600030101010101" pitchFamily="2" charset="-122"/>
              <a:sym typeface="+mn-ea"/>
            </a:endParaRPr>
          </a:p>
          <a:p>
            <a:pPr marL="0" lvl="1" indent="0" algn="l">
              <a:buNone/>
            </a:pPr>
            <a:r>
              <a:rPr sz="2800" kern="1200">
                <a:solidFill>
                  <a:srgbClr val="111111"/>
                </a:solidFill>
                <a:ea typeface="宋体" panose="02010600030101010101" pitchFamily="2" charset="-122"/>
                <a:sym typeface="+mn-ea"/>
              </a:rPr>
              <a:t> </a:t>
            </a:r>
            <a:r>
              <a:rPr lang="en-US" sz="2800" kern="1200">
                <a:solidFill>
                  <a:srgbClr val="111111"/>
                </a:solidFill>
                <a:ea typeface="宋体" panose="02010600030101010101" pitchFamily="2" charset="-122"/>
                <a:sym typeface="+mn-ea"/>
              </a:rPr>
              <a:t>     2.</a:t>
            </a:r>
            <a:r>
              <a:rPr sz="2800" kern="1200">
                <a:solidFill>
                  <a:srgbClr val="111111"/>
                </a:solidFill>
                <a:ea typeface="宋体" panose="02010600030101010101" pitchFamily="2" charset="-122"/>
                <a:sym typeface="+mn-ea"/>
              </a:rPr>
              <a:t>挂载 tmpfs 格式的 cgroup 文件夹 </a:t>
            </a:r>
            <a:endParaRPr sz="2800" kern="1200">
              <a:solidFill>
                <a:srgbClr val="111111"/>
              </a:solidFill>
              <a:ea typeface="宋体" panose="02010600030101010101" pitchFamily="2" charset="-122"/>
              <a:sym typeface="+mn-ea"/>
            </a:endParaRPr>
          </a:p>
          <a:p>
            <a:pPr marL="0" lvl="1" indent="0" algn="l">
              <a:buNone/>
            </a:pPr>
            <a:r>
              <a:rPr sz="2800" kern="1200">
                <a:solidFill>
                  <a:srgbClr val="111111"/>
                </a:solidFill>
                <a:ea typeface="宋体" panose="02010600030101010101" pitchFamily="2" charset="-122"/>
                <a:sym typeface="+mn-ea"/>
              </a:rPr>
              <a:t> </a:t>
            </a:r>
            <a:r>
              <a:rPr lang="en-US" sz="2800" kern="1200">
                <a:solidFill>
                  <a:srgbClr val="111111"/>
                </a:solidFill>
                <a:ea typeface="宋体" panose="02010600030101010101" pitchFamily="2" charset="-122"/>
                <a:sym typeface="+mn-ea"/>
              </a:rPr>
              <a:t>     3.挂载 cpuset 管理子系统 </a:t>
            </a:r>
            <a:r>
              <a:rPr lang="zh-CN" altLang="en-US" sz="2800" kern="1200">
                <a:solidFill>
                  <a:srgbClr val="111111"/>
                </a:solidFill>
                <a:ea typeface="宋体" panose="02010600030101010101" pitchFamily="2" charset="-122"/>
                <a:sym typeface="+mn-ea"/>
              </a:rPr>
              <a:t>，并在里</a:t>
            </a:r>
            <a:r>
              <a:rPr lang="zh-CN" altLang="en-US" sz="2800" kern="1200">
                <a:solidFill>
                  <a:srgbClr val="111111"/>
                </a:solidFill>
                <a:ea typeface="宋体" panose="02010600030101010101" pitchFamily="2" charset="-122"/>
                <a:sym typeface="+mn-ea"/>
              </a:rPr>
              <a:t>面创建控制组。</a:t>
            </a:r>
            <a:endParaRPr lang="en-US" sz="2800" kern="1200">
              <a:solidFill>
                <a:srgbClr val="111111"/>
              </a:solidFill>
              <a:ea typeface="宋体" panose="02010600030101010101" pitchFamily="2" charset="-122"/>
              <a:sym typeface="+mn-ea"/>
            </a:endParaRPr>
          </a:p>
          <a:p>
            <a:pPr marL="0" lvl="1" indent="0" algn="l">
              <a:buNone/>
            </a:pPr>
            <a:r>
              <a:rPr lang="en-US" sz="2800" kern="1200">
                <a:solidFill>
                  <a:srgbClr val="111111"/>
                </a:solidFill>
                <a:ea typeface="宋体" panose="02010600030101010101" pitchFamily="2" charset="-122"/>
                <a:sym typeface="+mn-ea"/>
              </a:rPr>
              <a:t>      4.设置 cpu 核数 </a:t>
            </a:r>
            <a:endParaRPr lang="en-US" sz="2800" kern="1200">
              <a:solidFill>
                <a:srgbClr val="111111"/>
              </a:solidFill>
              <a:ea typeface="宋体" panose="02010600030101010101" pitchFamily="2" charset="-122"/>
              <a:sym typeface="+mn-ea"/>
            </a:endParaRPr>
          </a:p>
          <a:p>
            <a:pPr marL="0" lvl="1" indent="0" algn="l">
              <a:buNone/>
            </a:pPr>
            <a:r>
              <a:rPr lang="en-US" sz="2800" kern="1200">
                <a:solidFill>
                  <a:srgbClr val="111111"/>
                </a:solidFill>
                <a:ea typeface="宋体" panose="02010600030101010101" pitchFamily="2" charset="-122"/>
                <a:sym typeface="+mn-ea"/>
              </a:rPr>
              <a:t>      5.创建简单的死循环 C 源文件 while_long.c </a:t>
            </a:r>
            <a:endParaRPr lang="en-US" sz="2800" kern="1200">
              <a:solidFill>
                <a:srgbClr val="111111"/>
              </a:solidFill>
              <a:ea typeface="宋体" panose="02010600030101010101" pitchFamily="2" charset="-122"/>
              <a:sym typeface="+mn-ea"/>
            </a:endParaRPr>
          </a:p>
          <a:p>
            <a:pPr marL="0" lvl="1" indent="0" algn="l">
              <a:buNone/>
            </a:pPr>
            <a:r>
              <a:rPr lang="en-US" sz="2800" kern="1200">
                <a:solidFill>
                  <a:srgbClr val="111111"/>
                </a:solidFill>
                <a:ea typeface="宋体" panose="02010600030101010101" pitchFamily="2" charset="-122"/>
                <a:sym typeface="+mn-ea"/>
              </a:rPr>
              <a:t>      6.</a:t>
            </a:r>
            <a:r>
              <a:rPr lang="zh-CN" altLang="en-US" sz="2800" kern="1200">
                <a:solidFill>
                  <a:srgbClr val="111111"/>
                </a:solidFill>
                <a:ea typeface="宋体" panose="02010600030101010101" pitchFamily="2" charset="-122"/>
                <a:sym typeface="+mn-ea"/>
              </a:rPr>
              <a:t>使用</a:t>
            </a:r>
            <a:r>
              <a:rPr lang="en-US" altLang="zh-CN" sz="2800" kern="1200">
                <a:solidFill>
                  <a:srgbClr val="111111"/>
                </a:solidFill>
                <a:ea typeface="宋体" panose="02010600030101010101" pitchFamily="2" charset="-122"/>
                <a:sym typeface="+mn-ea"/>
              </a:rPr>
              <a:t>cgexec</a:t>
            </a:r>
            <a:r>
              <a:rPr lang="zh-CN" altLang="en-US" sz="2800" kern="1200">
                <a:solidFill>
                  <a:srgbClr val="111111"/>
                </a:solidFill>
                <a:ea typeface="宋体" panose="02010600030101010101" pitchFamily="2" charset="-122"/>
                <a:sym typeface="+mn-ea"/>
              </a:rPr>
              <a:t>命令在</a:t>
            </a:r>
            <a:r>
              <a:rPr lang="en-US" altLang="zh-CN" sz="2800" kern="1200">
                <a:solidFill>
                  <a:srgbClr val="111111"/>
                </a:solidFill>
                <a:ea typeface="宋体" panose="02010600030101010101" pitchFamily="2" charset="-122"/>
                <a:sym typeface="+mn-ea"/>
              </a:rPr>
              <a:t>3</a:t>
            </a:r>
            <a:r>
              <a:rPr lang="zh-CN" altLang="en-US" sz="2800" kern="1200">
                <a:solidFill>
                  <a:srgbClr val="111111"/>
                </a:solidFill>
                <a:ea typeface="宋体" panose="02010600030101010101" pitchFamily="2" charset="-122"/>
                <a:sym typeface="+mn-ea"/>
              </a:rPr>
              <a:t>创建的的控制组中执行</a:t>
            </a:r>
            <a:r>
              <a:rPr lang="en-US" altLang="zh-CN" sz="2800" kern="1200">
                <a:solidFill>
                  <a:srgbClr val="111111"/>
                </a:solidFill>
                <a:ea typeface="宋体" panose="02010600030101010101" pitchFamily="2" charset="-122"/>
                <a:sym typeface="+mn-ea"/>
              </a:rPr>
              <a:t>.c</a:t>
            </a:r>
            <a:r>
              <a:rPr lang="zh-CN" altLang="en-US" sz="2800" kern="1200">
                <a:solidFill>
                  <a:srgbClr val="111111"/>
                </a:solidFill>
                <a:ea typeface="宋体" panose="02010600030101010101" pitchFamily="2" charset="-122"/>
                <a:sym typeface="+mn-ea"/>
              </a:rPr>
              <a:t>源文件</a:t>
            </a:r>
            <a:endParaRPr lang="zh-CN" altLang="en-US" sz="2800" kern="1200">
              <a:solidFill>
                <a:srgbClr val="111111"/>
              </a:solidFill>
              <a:ea typeface="宋体" panose="02010600030101010101" pitchFamily="2" charset="-122"/>
              <a:sym typeface="+mn-ea"/>
            </a:endParaRPr>
          </a:p>
          <a:p>
            <a:pPr marL="0" lvl="1" indent="0" algn="l">
              <a:buNone/>
            </a:pPr>
            <a:r>
              <a:rPr lang="zh-CN" altLang="en-US" sz="2800" kern="1200">
                <a:solidFill>
                  <a:srgbClr val="111111"/>
                </a:solidFill>
                <a:ea typeface="宋体" panose="02010600030101010101" pitchFamily="2" charset="-122"/>
                <a:sym typeface="+mn-ea"/>
              </a:rPr>
              <a:t> </a:t>
            </a:r>
            <a:r>
              <a:rPr lang="en-US" altLang="zh-CN" sz="2800" kern="1200">
                <a:solidFill>
                  <a:srgbClr val="111111"/>
                </a:solidFill>
                <a:ea typeface="宋体" panose="02010600030101010101" pitchFamily="2" charset="-122"/>
                <a:sym typeface="+mn-ea"/>
              </a:rPr>
              <a:t>     7.</a:t>
            </a:r>
            <a:r>
              <a:rPr lang="zh-CN" altLang="en-US" sz="2800" kern="1200">
                <a:solidFill>
                  <a:srgbClr val="111111"/>
                </a:solidFill>
                <a:ea typeface="宋体" panose="02010600030101010101" pitchFamily="2" charset="-122"/>
                <a:sym typeface="+mn-ea"/>
              </a:rPr>
              <a:t>使用</a:t>
            </a:r>
            <a:r>
              <a:rPr lang="en-US" altLang="zh-CN" sz="2800" kern="1200">
                <a:solidFill>
                  <a:srgbClr val="111111"/>
                </a:solidFill>
                <a:ea typeface="宋体" panose="02010600030101010101" pitchFamily="2" charset="-122"/>
                <a:sym typeface="+mn-ea"/>
              </a:rPr>
              <a:t>top</a:t>
            </a:r>
            <a:r>
              <a:rPr lang="zh-CN" altLang="en-US" sz="2800" kern="1200">
                <a:solidFill>
                  <a:srgbClr val="111111"/>
                </a:solidFill>
                <a:ea typeface="宋体" panose="02010600030101010101" pitchFamily="2" charset="-122"/>
                <a:sym typeface="+mn-ea"/>
              </a:rPr>
              <a:t>命令得到</a:t>
            </a:r>
            <a:r>
              <a:rPr lang="en-US" altLang="zh-CN" sz="2800" kern="1200">
                <a:solidFill>
                  <a:srgbClr val="111111"/>
                </a:solidFill>
                <a:ea typeface="宋体" panose="02010600030101010101" pitchFamily="2" charset="-122"/>
                <a:sym typeface="+mn-ea"/>
              </a:rPr>
              <a:t>while_long</a:t>
            </a:r>
            <a:r>
              <a:rPr lang="zh-CN" altLang="en-US" sz="2800" kern="1200">
                <a:solidFill>
                  <a:srgbClr val="111111"/>
                </a:solidFill>
                <a:ea typeface="宋体" panose="02010600030101010101" pitchFamily="2" charset="-122"/>
                <a:sym typeface="+mn-ea"/>
              </a:rPr>
              <a:t>的</a:t>
            </a:r>
            <a:r>
              <a:rPr lang="en-US" altLang="zh-CN" sz="2800" kern="1200">
                <a:solidFill>
                  <a:srgbClr val="111111"/>
                </a:solidFill>
                <a:ea typeface="宋体" panose="02010600030101010101" pitchFamily="2" charset="-122"/>
                <a:sym typeface="+mn-ea"/>
              </a:rPr>
              <a:t>PID</a:t>
            </a:r>
            <a:endParaRPr lang="en-US" altLang="zh-CN" sz="2800" kern="1200">
              <a:solidFill>
                <a:srgbClr val="111111"/>
              </a:solidFill>
              <a:ea typeface="宋体" panose="02010600030101010101" pitchFamily="2" charset="-122"/>
              <a:sym typeface="+mn-ea"/>
            </a:endParaRPr>
          </a:p>
          <a:p>
            <a:pPr marL="0" lvl="1" indent="0" algn="l">
              <a:buNone/>
            </a:pPr>
            <a:r>
              <a:rPr lang="en-US" altLang="zh-CN" sz="2800" kern="1200">
                <a:solidFill>
                  <a:srgbClr val="111111"/>
                </a:solidFill>
                <a:ea typeface="宋体" panose="02010600030101010101" pitchFamily="2" charset="-122"/>
                <a:sym typeface="+mn-ea"/>
              </a:rPr>
              <a:t>      8.</a:t>
            </a:r>
            <a:r>
              <a:rPr lang="zh-CN" altLang="en-US" sz="2800" kern="1200">
                <a:solidFill>
                  <a:srgbClr val="111111"/>
                </a:solidFill>
                <a:ea typeface="宋体" panose="02010600030101010101" pitchFamily="2" charset="-122"/>
                <a:sym typeface="+mn-ea"/>
              </a:rPr>
              <a:t>使用</a:t>
            </a:r>
            <a:r>
              <a:rPr lang="en-US" altLang="zh-CN" sz="2800" kern="1200">
                <a:solidFill>
                  <a:srgbClr val="111111"/>
                </a:solidFill>
                <a:ea typeface="宋体" panose="02010600030101010101" pitchFamily="2" charset="-122"/>
                <a:sym typeface="+mn-ea"/>
              </a:rPr>
              <a:t>taskset</a:t>
            </a:r>
            <a:r>
              <a:rPr lang="zh-CN" altLang="en-US" sz="2800" kern="1200">
                <a:solidFill>
                  <a:srgbClr val="111111"/>
                </a:solidFill>
                <a:ea typeface="宋体" panose="02010600030101010101" pitchFamily="2" charset="-122"/>
                <a:sym typeface="+mn-ea"/>
              </a:rPr>
              <a:t>命令检测是否成功限制</a:t>
            </a:r>
            <a:r>
              <a:rPr lang="en-US" altLang="zh-CN" sz="2800" kern="1200">
                <a:solidFill>
                  <a:srgbClr val="111111"/>
                </a:solidFill>
                <a:ea typeface="宋体" panose="02010600030101010101" pitchFamily="2" charset="-122"/>
                <a:sym typeface="+mn-ea"/>
              </a:rPr>
              <a:t>CPU</a:t>
            </a:r>
            <a:r>
              <a:rPr lang="zh-CN" altLang="en-US" sz="2800" kern="1200">
                <a:solidFill>
                  <a:srgbClr val="111111"/>
                </a:solidFill>
                <a:ea typeface="宋体" panose="02010600030101010101" pitchFamily="2" charset="-122"/>
                <a:sym typeface="+mn-ea"/>
              </a:rPr>
              <a:t>核数</a:t>
            </a:r>
            <a:endParaRPr lang="en-US" sz="2800" kern="1200">
              <a:solidFill>
                <a:srgbClr val="111111"/>
              </a:solidFill>
              <a:ea typeface="宋体" panose="02010600030101010101" pitchFamily="2" charset="-122"/>
              <a:sym typeface="+mn-ea"/>
            </a:endParaRPr>
          </a:p>
          <a:p>
            <a:pPr marL="0" lvl="1" indent="0" algn="l">
              <a:buNone/>
            </a:pPr>
            <a:r>
              <a:rPr lang="en-US" sz="2800" kern="1200">
                <a:solidFill>
                  <a:srgbClr val="111111"/>
                </a:solidFill>
                <a:ea typeface="宋体" panose="02010600030101010101" pitchFamily="2" charset="-122"/>
                <a:sym typeface="+mn-ea"/>
              </a:rPr>
              <a:t>      </a:t>
            </a:r>
            <a:endParaRPr lang="en-US" sz="2800" kern="1200">
              <a:solidFill>
                <a:srgbClr val="111111"/>
              </a:solidFill>
              <a:ea typeface="宋体" panose="02010600030101010101" pitchFamily="2" charset="-122"/>
              <a:sym typeface="+mn-ea"/>
            </a:endParaRPr>
          </a:p>
          <a:p>
            <a:pPr marL="342900" lvl="1" indent="-342900" algn="l">
              <a:buChar char="§"/>
            </a:pPr>
            <a:endParaRPr lang="en-US" altLang="zh-CN" sz="2800" dirty="0" err="1">
              <a:solidFill>
                <a:srgbClr val="000066"/>
              </a:solidFill>
              <a:ea typeface="+mn-ea"/>
            </a:endParaRPr>
          </a:p>
        </p:txBody>
      </p:sp>
      <p:sp>
        <p:nvSpPr>
          <p:cNvPr id="3" name="标题 2"/>
          <p:cNvSpPr>
            <a:spLocks noGrp="1"/>
          </p:cNvSpPr>
          <p:nvPr>
            <p:ph type="title"/>
          </p:nvPr>
        </p:nvSpPr>
        <p:spPr/>
        <p:txBody>
          <a:bodyPr/>
          <a:lstStyle/>
          <a:p>
            <a:r>
              <a:rPr lang="zh-CN" altLang="en-US" dirty="0">
                <a:sym typeface="+mn-ea"/>
              </a:rPr>
              <a:t>任务</a:t>
            </a:r>
            <a:r>
              <a:rPr lang="en-US" altLang="zh-CN" dirty="0">
                <a:sym typeface="+mn-ea"/>
              </a:rPr>
              <a:t>4</a:t>
            </a:r>
            <a:r>
              <a:rPr lang="zh-CN" altLang="en-US" dirty="0">
                <a:sym typeface="+mn-ea"/>
              </a:rPr>
              <a:t>：使用 </a:t>
            </a:r>
            <a:r>
              <a:rPr lang="en-US" altLang="zh-CN" dirty="0" err="1">
                <a:sym typeface="+mn-ea"/>
              </a:rPr>
              <a:t>cgroup</a:t>
            </a:r>
            <a:r>
              <a:rPr lang="en-US" altLang="zh-CN" dirty="0">
                <a:sym typeface="+mn-ea"/>
              </a:rPr>
              <a:t> </a:t>
            </a:r>
            <a:r>
              <a:rPr lang="zh-CN" altLang="en-US" dirty="0">
                <a:sym typeface="+mn-ea"/>
              </a:rPr>
              <a:t>实现限制 </a:t>
            </a:r>
            <a:r>
              <a:rPr lang="en-US" altLang="zh-CN" dirty="0">
                <a:sym typeface="+mn-ea"/>
              </a:rPr>
              <a:t>CPU </a:t>
            </a:r>
            <a:r>
              <a:rPr lang="zh-CN" altLang="en-US" dirty="0">
                <a:sym typeface="+mn-ea"/>
              </a:rPr>
              <a:t>核数</a:t>
            </a:r>
            <a:endParaRPr lang="zh-CN" altLang="en-US" dirty="0"/>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88950" y="1340769"/>
            <a:ext cx="9417050" cy="5400599"/>
          </a:xfrm>
        </p:spPr>
        <p:txBody>
          <a:bodyPr/>
          <a:lstStyle/>
          <a:p>
            <a:r>
              <a:rPr lang="en-US" altLang="zh-CN" dirty="0" err="1"/>
              <a:t>cgroup</a:t>
            </a:r>
            <a:r>
              <a:rPr lang="zh-CN" altLang="en-US" dirty="0"/>
              <a:t>简介：</a:t>
            </a:r>
            <a:endParaRPr lang="en-US" altLang="zh-CN" dirty="0"/>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err="1">
                <a:solidFill>
                  <a:srgbClr val="111111"/>
                </a:solidFill>
                <a:ea typeface="宋体" panose="02010600030101010101" pitchFamily="2" charset="-122"/>
              </a:rPr>
              <a:t>cgroup</a:t>
            </a:r>
            <a:r>
              <a:rPr lang="zh-CN" altLang="en-US" sz="1800" kern="1200" dirty="0">
                <a:solidFill>
                  <a:srgbClr val="111111"/>
                </a:solidFill>
                <a:ea typeface="宋体" panose="02010600030101010101" pitchFamily="2" charset="-122"/>
              </a:rPr>
              <a:t>提供了一个 </a:t>
            </a:r>
            <a:r>
              <a:rPr lang="en-US" altLang="zh-CN" sz="1800" kern="1200" dirty="0" err="1">
                <a:solidFill>
                  <a:srgbClr val="111111"/>
                </a:solidFill>
                <a:ea typeface="宋体" panose="02010600030101010101" pitchFamily="2" charset="-122"/>
              </a:rPr>
              <a:t>cgroup</a:t>
            </a:r>
            <a:r>
              <a:rPr lang="zh-CN" altLang="en-US" sz="1800" kern="1200" dirty="0">
                <a:solidFill>
                  <a:srgbClr val="111111"/>
                </a:solidFill>
                <a:ea typeface="宋体" panose="02010600030101010101" pitchFamily="2" charset="-122"/>
              </a:rPr>
              <a:t>虚拟文件系统，作为进行分组管理和各子系统设置的用户接口。要使用 </a:t>
            </a:r>
            <a:r>
              <a:rPr lang="en-US" altLang="zh-CN" sz="1800" kern="1200" dirty="0" err="1">
                <a:solidFill>
                  <a:srgbClr val="111111"/>
                </a:solidFill>
                <a:ea typeface="宋体" panose="02010600030101010101" pitchFamily="2" charset="-122"/>
              </a:rPr>
              <a:t>cgroup</a:t>
            </a:r>
            <a:r>
              <a:rPr lang="zh-CN" altLang="en-US" sz="1800" kern="1200" dirty="0">
                <a:solidFill>
                  <a:srgbClr val="111111"/>
                </a:solidFill>
                <a:ea typeface="宋体" panose="02010600030101010101" pitchFamily="2" charset="-122"/>
              </a:rPr>
              <a:t>，必须挂载 </a:t>
            </a:r>
            <a:r>
              <a:rPr lang="en-US" altLang="zh-CN" sz="1800" kern="1200" dirty="0" err="1">
                <a:solidFill>
                  <a:srgbClr val="111111"/>
                </a:solidFill>
                <a:ea typeface="宋体" panose="02010600030101010101" pitchFamily="2" charset="-122"/>
              </a:rPr>
              <a:t>cgroup</a:t>
            </a:r>
            <a:r>
              <a:rPr lang="zh-CN" altLang="en-US" sz="1800" kern="1200" dirty="0">
                <a:solidFill>
                  <a:srgbClr val="111111"/>
                </a:solidFill>
                <a:ea typeface="宋体" panose="02010600030101010101" pitchFamily="2" charset="-122"/>
              </a:rPr>
              <a:t>文件系统。这时通过挂载选项指定使用哪个子系统。</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安装配置：</a:t>
            </a:r>
            <a:r>
              <a:rPr lang="en-US" altLang="zh-CN" sz="1800" kern="1200" dirty="0" err="1">
                <a:solidFill>
                  <a:srgbClr val="111111"/>
                </a:solidFill>
                <a:ea typeface="宋体" panose="02010600030101010101" pitchFamily="2" charset="-122"/>
              </a:rPr>
              <a:t>dnf</a:t>
            </a:r>
            <a:r>
              <a:rPr lang="en-US" altLang="zh-CN" sz="1800" kern="1200" dirty="0">
                <a:solidFill>
                  <a:srgbClr val="111111"/>
                </a:solidFill>
                <a:ea typeface="宋体" panose="02010600030101010101" pitchFamily="2" charset="-122"/>
              </a:rPr>
              <a:t> install </a:t>
            </a:r>
            <a:r>
              <a:rPr lang="en-US" altLang="zh-CN" sz="1800" kern="1200" dirty="0" err="1">
                <a:solidFill>
                  <a:srgbClr val="111111"/>
                </a:solidFill>
                <a:ea typeface="宋体" panose="02010600030101010101" pitchFamily="2" charset="-122"/>
              </a:rPr>
              <a:t>libcgroup</a:t>
            </a:r>
            <a:r>
              <a:rPr lang="en-US" altLang="zh-CN" sz="1800" kern="1200" dirty="0">
                <a:solidFill>
                  <a:srgbClr val="111111"/>
                </a:solidFill>
                <a:ea typeface="宋体" panose="02010600030101010101" pitchFamily="2" charset="-122"/>
              </a:rPr>
              <a:t> -y</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err="1">
                <a:solidFill>
                  <a:srgbClr val="111111"/>
                </a:solidFill>
                <a:ea typeface="宋体" panose="02010600030101010101" pitchFamily="2" charset="-122"/>
              </a:rPr>
              <a:t>cgroup</a:t>
            </a:r>
            <a:r>
              <a:rPr lang="zh-CN" altLang="en-US" sz="1800" kern="1200" dirty="0">
                <a:solidFill>
                  <a:srgbClr val="111111"/>
                </a:solidFill>
                <a:ea typeface="宋体" panose="02010600030101010101" pitchFamily="2" charset="-122"/>
              </a:rPr>
              <a:t>为每种可以控制的资源定义了一个子系统。典型的子系统介绍如下： </a:t>
            </a:r>
            <a:endParaRPr lang="en-US" altLang="zh-CN"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1</a:t>
            </a:r>
            <a:r>
              <a:rPr lang="zh-CN" altLang="en-US" sz="1800" kern="1200" dirty="0">
                <a:solidFill>
                  <a:srgbClr val="111111"/>
                </a:solidFill>
                <a:ea typeface="宋体" panose="02010600030101010101" pitchFamily="2" charset="-122"/>
              </a:rPr>
              <a:t>）</a:t>
            </a:r>
            <a:r>
              <a:rPr lang="en-US" altLang="zh-CN" sz="1800" kern="1200" dirty="0" err="1">
                <a:solidFill>
                  <a:srgbClr val="111111"/>
                </a:solidFill>
                <a:ea typeface="宋体" panose="02010600030101010101" pitchFamily="2" charset="-122"/>
              </a:rPr>
              <a:t>cpu</a:t>
            </a:r>
            <a:r>
              <a:rPr lang="zh-CN" altLang="en-US" sz="1800" kern="1200" dirty="0">
                <a:solidFill>
                  <a:srgbClr val="111111"/>
                </a:solidFill>
                <a:ea typeface="宋体" panose="02010600030101010101" pitchFamily="2" charset="-122"/>
              </a:rPr>
              <a:t>子系统：管理进程对</a:t>
            </a:r>
            <a:r>
              <a:rPr lang="en-US" altLang="zh-CN" sz="1800" kern="1200" dirty="0" err="1">
                <a:solidFill>
                  <a:srgbClr val="111111"/>
                </a:solidFill>
                <a:ea typeface="宋体" panose="02010600030101010101" pitchFamily="2" charset="-122"/>
              </a:rPr>
              <a:t>cpu</a:t>
            </a:r>
            <a:r>
              <a:rPr lang="zh-CN" altLang="en-US" sz="1800" kern="1200" dirty="0">
                <a:solidFill>
                  <a:srgbClr val="111111"/>
                </a:solidFill>
                <a:ea typeface="宋体" panose="02010600030101010101" pitchFamily="2" charset="-122"/>
              </a:rPr>
              <a:t>的访问，限制进程的 </a:t>
            </a:r>
            <a:r>
              <a:rPr lang="en-US" altLang="zh-CN" sz="1800" kern="1200" dirty="0" err="1">
                <a:solidFill>
                  <a:srgbClr val="111111"/>
                </a:solidFill>
                <a:ea typeface="宋体" panose="02010600030101010101" pitchFamily="2" charset="-122"/>
              </a:rPr>
              <a:t>cpu</a:t>
            </a:r>
            <a:r>
              <a:rPr lang="en-US" altLang="zh-CN" sz="1800" kern="1200" dirty="0">
                <a:solidFill>
                  <a:srgbClr val="111111"/>
                </a:solidFill>
                <a:ea typeface="宋体" panose="02010600030101010101" pitchFamily="2" charset="-122"/>
              </a:rPr>
              <a:t> </a:t>
            </a:r>
            <a:r>
              <a:rPr lang="zh-CN" altLang="en-US" sz="1800" kern="1200" dirty="0">
                <a:solidFill>
                  <a:srgbClr val="111111"/>
                </a:solidFill>
                <a:ea typeface="宋体" panose="02010600030101010101" pitchFamily="2" charset="-122"/>
              </a:rPr>
              <a:t>使用率。</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2</a:t>
            </a:r>
            <a:r>
              <a:rPr lang="zh-CN" altLang="en-US" sz="1800" kern="1200" dirty="0">
                <a:solidFill>
                  <a:srgbClr val="111111"/>
                </a:solidFill>
                <a:ea typeface="宋体" panose="02010600030101010101" pitchFamily="2" charset="-122"/>
              </a:rPr>
              <a:t>）</a:t>
            </a:r>
            <a:r>
              <a:rPr lang="en-US" altLang="zh-CN" sz="1800" kern="1200" dirty="0" err="1">
                <a:solidFill>
                  <a:srgbClr val="111111"/>
                </a:solidFill>
                <a:ea typeface="宋体" panose="02010600030101010101" pitchFamily="2" charset="-122"/>
              </a:rPr>
              <a:t>cpuset</a:t>
            </a:r>
            <a:r>
              <a:rPr lang="zh-CN" altLang="en-US" sz="1800" kern="1200" dirty="0">
                <a:solidFill>
                  <a:srgbClr val="111111"/>
                </a:solidFill>
                <a:ea typeface="宋体" panose="02010600030101010101" pitchFamily="2" charset="-122"/>
              </a:rPr>
              <a:t>子系统：为一组指定的进程分配指定的</a:t>
            </a:r>
            <a:r>
              <a:rPr lang="en-US" altLang="zh-CN" sz="1800" kern="1200" dirty="0" err="1">
                <a:solidFill>
                  <a:srgbClr val="111111"/>
                </a:solidFill>
                <a:ea typeface="宋体" panose="02010600030101010101" pitchFamily="2" charset="-122"/>
              </a:rPr>
              <a:t>cpu</a:t>
            </a:r>
            <a:r>
              <a:rPr lang="zh-CN" altLang="en-US" sz="1800" kern="1200" dirty="0">
                <a:solidFill>
                  <a:srgbClr val="111111"/>
                </a:solidFill>
                <a:ea typeface="宋体" panose="02010600030101010101" pitchFamily="2" charset="-122"/>
              </a:rPr>
              <a:t>和内存节点。</a:t>
            </a:r>
            <a:endParaRPr lang="en-US" altLang="zh-CN"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3</a:t>
            </a:r>
            <a:r>
              <a:rPr lang="zh-CN" altLang="en-US" sz="1800" kern="1200" dirty="0">
                <a:solidFill>
                  <a:srgbClr val="111111"/>
                </a:solidFill>
                <a:ea typeface="宋体" panose="02010600030101010101" pitchFamily="2" charset="-122"/>
              </a:rPr>
              <a:t>）</a:t>
            </a:r>
            <a:r>
              <a:rPr lang="en-US" altLang="zh-CN" sz="1800" kern="1200" dirty="0" err="1">
                <a:solidFill>
                  <a:srgbClr val="111111"/>
                </a:solidFill>
                <a:ea typeface="宋体" panose="02010600030101010101" pitchFamily="2" charset="-122"/>
              </a:rPr>
              <a:t>cpuacct</a:t>
            </a:r>
            <a:r>
              <a:rPr lang="zh-CN" altLang="en-US" sz="1800" kern="1200" dirty="0">
                <a:solidFill>
                  <a:srgbClr val="111111"/>
                </a:solidFill>
                <a:ea typeface="宋体" panose="02010600030101010101" pitchFamily="2" charset="-122"/>
              </a:rPr>
              <a:t>子系统：生成当前进程组内的进程对</a:t>
            </a:r>
            <a:r>
              <a:rPr lang="en-US" altLang="zh-CN" sz="1800" kern="1200" dirty="0" err="1">
                <a:solidFill>
                  <a:srgbClr val="111111"/>
                </a:solidFill>
                <a:ea typeface="宋体" panose="02010600030101010101" pitchFamily="2" charset="-122"/>
              </a:rPr>
              <a:t>cpu</a:t>
            </a:r>
            <a:r>
              <a:rPr lang="zh-CN" altLang="en-US" sz="1800" kern="1200" dirty="0">
                <a:solidFill>
                  <a:srgbClr val="111111"/>
                </a:solidFill>
                <a:ea typeface="宋体" panose="02010600030101010101" pitchFamily="2" charset="-122"/>
              </a:rPr>
              <a:t>的使用报告。</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4</a:t>
            </a:r>
            <a:r>
              <a:rPr lang="zh-CN" altLang="en-US" sz="1800" kern="1200" dirty="0">
                <a:solidFill>
                  <a:srgbClr val="111111"/>
                </a:solidFill>
                <a:ea typeface="宋体" panose="02010600030101010101" pitchFamily="2" charset="-122"/>
              </a:rPr>
              <a:t>）</a:t>
            </a:r>
            <a:r>
              <a:rPr lang="en-US" altLang="zh-CN" sz="1800" kern="1200" dirty="0">
                <a:solidFill>
                  <a:srgbClr val="111111"/>
                </a:solidFill>
                <a:ea typeface="宋体" panose="02010600030101010101" pitchFamily="2" charset="-122"/>
              </a:rPr>
              <a:t>memory</a:t>
            </a:r>
            <a:r>
              <a:rPr lang="zh-CN" altLang="en-US" sz="1800" kern="1200" dirty="0">
                <a:solidFill>
                  <a:srgbClr val="111111"/>
                </a:solidFill>
                <a:ea typeface="宋体" panose="02010600030101010101" pitchFamily="2" charset="-122"/>
              </a:rPr>
              <a:t>子系统：限制对内存的访问上限，同时可以生成内存资源报告。</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5</a:t>
            </a:r>
            <a:r>
              <a:rPr lang="zh-CN" altLang="en-US" sz="1800" kern="1200" dirty="0">
                <a:solidFill>
                  <a:srgbClr val="111111"/>
                </a:solidFill>
                <a:ea typeface="宋体" panose="02010600030101010101" pitchFamily="2" charset="-122"/>
              </a:rPr>
              <a:t>）</a:t>
            </a:r>
            <a:r>
              <a:rPr lang="en-US" altLang="zh-CN" sz="1800" kern="1200" dirty="0" err="1">
                <a:solidFill>
                  <a:srgbClr val="111111"/>
                </a:solidFill>
                <a:ea typeface="宋体" panose="02010600030101010101" pitchFamily="2" charset="-122"/>
              </a:rPr>
              <a:t>blkio</a:t>
            </a:r>
            <a:r>
              <a:rPr lang="zh-CN" altLang="en-US" sz="1800" kern="1200" dirty="0">
                <a:solidFill>
                  <a:srgbClr val="111111"/>
                </a:solidFill>
                <a:ea typeface="宋体" panose="02010600030101010101" pitchFamily="2" charset="-122"/>
              </a:rPr>
              <a:t>子系统：限制每个块设备的输入输出带宽。</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6</a:t>
            </a:r>
            <a:r>
              <a:rPr lang="zh-CN" altLang="en-US" sz="1800" kern="1200" dirty="0">
                <a:solidFill>
                  <a:srgbClr val="111111"/>
                </a:solidFill>
                <a:ea typeface="宋体" panose="02010600030101010101" pitchFamily="2" charset="-122"/>
              </a:rPr>
              <a:t>）</a:t>
            </a:r>
            <a:r>
              <a:rPr lang="en-US" altLang="zh-CN" sz="1800" kern="1200" dirty="0">
                <a:solidFill>
                  <a:srgbClr val="111111"/>
                </a:solidFill>
                <a:ea typeface="宋体" panose="02010600030101010101" pitchFamily="2" charset="-122"/>
              </a:rPr>
              <a:t>devices</a:t>
            </a:r>
            <a:r>
              <a:rPr lang="zh-CN" altLang="en-US" sz="1800" kern="1200" dirty="0">
                <a:solidFill>
                  <a:srgbClr val="111111"/>
                </a:solidFill>
                <a:ea typeface="宋体" panose="02010600030101010101" pitchFamily="2" charset="-122"/>
              </a:rPr>
              <a:t>子系统：允许或禁止进程组对某设备的访问。</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7</a:t>
            </a:r>
            <a:r>
              <a:rPr lang="zh-CN" altLang="en-US" sz="1800" kern="1200" dirty="0">
                <a:solidFill>
                  <a:srgbClr val="111111"/>
                </a:solidFill>
                <a:ea typeface="宋体" panose="02010600030101010101" pitchFamily="2" charset="-122"/>
              </a:rPr>
              <a:t>）</a:t>
            </a:r>
            <a:r>
              <a:rPr lang="en-US" altLang="zh-CN" sz="1800" kern="1200" dirty="0">
                <a:solidFill>
                  <a:srgbClr val="111111"/>
                </a:solidFill>
                <a:ea typeface="宋体" panose="02010600030101010101" pitchFamily="2" charset="-122"/>
              </a:rPr>
              <a:t>freezer</a:t>
            </a:r>
            <a:r>
              <a:rPr lang="zh-CN" altLang="en-US" sz="1800" kern="1200" dirty="0">
                <a:solidFill>
                  <a:srgbClr val="111111"/>
                </a:solidFill>
                <a:ea typeface="宋体" panose="02010600030101010101" pitchFamily="2" charset="-122"/>
              </a:rPr>
              <a:t>子系统：使得进程组中的所有进程挂起或恢复。</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8</a:t>
            </a:r>
            <a:r>
              <a:rPr lang="zh-CN" altLang="en-US" sz="1800" kern="1200" dirty="0">
                <a:solidFill>
                  <a:srgbClr val="111111"/>
                </a:solidFill>
                <a:ea typeface="宋体" panose="02010600030101010101" pitchFamily="2" charset="-122"/>
              </a:rPr>
              <a:t>）</a:t>
            </a:r>
            <a:r>
              <a:rPr lang="en-US" altLang="zh-CN" sz="1800" kern="1200" dirty="0">
                <a:solidFill>
                  <a:srgbClr val="111111"/>
                </a:solidFill>
                <a:ea typeface="宋体" panose="02010600030101010101" pitchFamily="2" charset="-122"/>
              </a:rPr>
              <a:t>net-</a:t>
            </a:r>
            <a:r>
              <a:rPr lang="en-US" altLang="zh-CN" sz="1800" kern="1200" dirty="0" err="1">
                <a:solidFill>
                  <a:srgbClr val="111111"/>
                </a:solidFill>
                <a:ea typeface="宋体" panose="02010600030101010101" pitchFamily="2" charset="-122"/>
              </a:rPr>
              <a:t>cls</a:t>
            </a:r>
            <a:r>
              <a:rPr lang="zh-CN" altLang="en-US" sz="1800" kern="1200" dirty="0">
                <a:solidFill>
                  <a:srgbClr val="111111"/>
                </a:solidFill>
                <a:ea typeface="宋体" panose="02010600030101010101" pitchFamily="2" charset="-122"/>
              </a:rPr>
              <a:t>子系统：提供对网络带宽的访问限制。</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9</a:t>
            </a:r>
            <a:r>
              <a:rPr lang="zh-CN" altLang="en-US" sz="1800" kern="1200" dirty="0">
                <a:solidFill>
                  <a:srgbClr val="111111"/>
                </a:solidFill>
                <a:ea typeface="宋体" panose="02010600030101010101" pitchFamily="2" charset="-122"/>
              </a:rPr>
              <a:t>）</a:t>
            </a:r>
            <a:r>
              <a:rPr lang="en-US" altLang="zh-CN" sz="1800" kern="1200" dirty="0">
                <a:solidFill>
                  <a:srgbClr val="111111"/>
                </a:solidFill>
                <a:ea typeface="宋体" panose="02010600030101010101" pitchFamily="2" charset="-122"/>
              </a:rPr>
              <a:t>ns</a:t>
            </a:r>
            <a:r>
              <a:rPr lang="zh-CN" altLang="en-US" sz="1800" kern="1200" dirty="0">
                <a:solidFill>
                  <a:srgbClr val="111111"/>
                </a:solidFill>
                <a:ea typeface="宋体" panose="02010600030101010101" pitchFamily="2" charset="-122"/>
              </a:rPr>
              <a:t>子系统：使不同 </a:t>
            </a:r>
            <a:r>
              <a:rPr lang="en-US" altLang="zh-CN" sz="1800" kern="1200" dirty="0" err="1">
                <a:solidFill>
                  <a:srgbClr val="111111"/>
                </a:solidFill>
                <a:ea typeface="宋体" panose="02010600030101010101" pitchFamily="2" charset="-122"/>
              </a:rPr>
              <a:t>cgroups</a:t>
            </a:r>
            <a:r>
              <a:rPr lang="en-US" altLang="zh-CN" sz="1800" kern="1200" dirty="0">
                <a:solidFill>
                  <a:srgbClr val="111111"/>
                </a:solidFill>
                <a:ea typeface="宋体" panose="02010600030101010101" pitchFamily="2" charset="-122"/>
              </a:rPr>
              <a:t> </a:t>
            </a:r>
            <a:r>
              <a:rPr lang="zh-CN" altLang="en-US" sz="1800" kern="1200" dirty="0">
                <a:solidFill>
                  <a:srgbClr val="111111"/>
                </a:solidFill>
                <a:ea typeface="宋体" panose="02010600030101010101" pitchFamily="2" charset="-122"/>
              </a:rPr>
              <a:t>下面的进程使用不同的 </a:t>
            </a:r>
            <a:r>
              <a:rPr lang="en-US" altLang="zh-CN" sz="1800" kern="1200" dirty="0">
                <a:solidFill>
                  <a:srgbClr val="111111"/>
                </a:solidFill>
                <a:ea typeface="宋体" panose="02010600030101010101" pitchFamily="2" charset="-122"/>
              </a:rPr>
              <a:t>namespace</a:t>
            </a:r>
            <a:r>
              <a:rPr lang="zh-CN" altLang="en-US" sz="1800" kern="1200" dirty="0">
                <a:solidFill>
                  <a:srgbClr val="111111"/>
                </a:solidFill>
                <a:ea typeface="宋体" panose="02010600030101010101" pitchFamily="2" charset="-122"/>
              </a:rPr>
              <a:t>。</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针对运行中的内核而言，可以使用的 </a:t>
            </a:r>
            <a:r>
              <a:rPr lang="en-US" altLang="zh-CN" sz="1800" kern="1200" dirty="0" err="1">
                <a:solidFill>
                  <a:srgbClr val="111111"/>
                </a:solidFill>
                <a:ea typeface="宋体" panose="02010600030101010101" pitchFamily="2" charset="-122"/>
              </a:rPr>
              <a:t>cgroup</a:t>
            </a:r>
            <a:r>
              <a:rPr lang="en-US" altLang="zh-CN" sz="1800" kern="1200" dirty="0">
                <a:solidFill>
                  <a:srgbClr val="111111"/>
                </a:solidFill>
                <a:ea typeface="宋体" panose="02010600030101010101" pitchFamily="2" charset="-122"/>
              </a:rPr>
              <a:t> </a:t>
            </a:r>
            <a:r>
              <a:rPr lang="zh-CN" altLang="en-US" sz="1800" kern="1200" dirty="0">
                <a:solidFill>
                  <a:srgbClr val="111111"/>
                </a:solidFill>
                <a:ea typeface="宋体" panose="02010600030101010101" pitchFamily="2" charset="-122"/>
              </a:rPr>
              <a:t>子系统由 </a:t>
            </a:r>
            <a:r>
              <a:rPr lang="en-US" altLang="zh-CN" sz="1800" kern="1200" dirty="0">
                <a:solidFill>
                  <a:srgbClr val="111111"/>
                </a:solidFill>
                <a:ea typeface="宋体" panose="02010600030101010101" pitchFamily="2" charset="-122"/>
              </a:rPr>
              <a:t>/proc/</a:t>
            </a:r>
            <a:r>
              <a:rPr lang="en-US" altLang="zh-CN" sz="1800" kern="1200" dirty="0" err="1">
                <a:solidFill>
                  <a:srgbClr val="111111"/>
                </a:solidFill>
                <a:ea typeface="宋体" panose="02010600030101010101" pitchFamily="2" charset="-122"/>
              </a:rPr>
              <a:t>cgroup</a:t>
            </a:r>
            <a:r>
              <a:rPr lang="en-US" altLang="zh-CN" sz="1800" kern="1200" dirty="0">
                <a:solidFill>
                  <a:srgbClr val="111111"/>
                </a:solidFill>
                <a:ea typeface="宋体" panose="02010600030101010101" pitchFamily="2" charset="-122"/>
              </a:rPr>
              <a:t> </a:t>
            </a:r>
            <a:r>
              <a:rPr lang="zh-CN" altLang="en-US" sz="1800" kern="1200" dirty="0">
                <a:solidFill>
                  <a:srgbClr val="111111"/>
                </a:solidFill>
                <a:ea typeface="宋体" panose="02010600030101010101" pitchFamily="2" charset="-122"/>
              </a:rPr>
              <a:t>来确认。</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zh-CN" altLang="en-US" sz="1800" kern="1200" dirty="0">
              <a:solidFill>
                <a:srgbClr val="111111"/>
              </a:solidFill>
              <a:ea typeface="宋体" panose="02010600030101010101" pitchFamily="2" charset="-122"/>
            </a:endParaRPr>
          </a:p>
        </p:txBody>
      </p:sp>
      <p:sp>
        <p:nvSpPr>
          <p:cNvPr id="3" name="标题 2"/>
          <p:cNvSpPr>
            <a:spLocks noGrp="1"/>
          </p:cNvSpPr>
          <p:nvPr>
            <p:ph type="title"/>
          </p:nvPr>
        </p:nvSpPr>
        <p:spPr/>
        <p:txBody>
          <a:bodyPr/>
          <a:lstStyle/>
          <a:p>
            <a:r>
              <a:rPr lang="zh-CN" altLang="en-US" dirty="0"/>
              <a:t>使用</a:t>
            </a:r>
            <a:r>
              <a:rPr lang="en-US" altLang="zh-CN" dirty="0" err="1"/>
              <a:t>cgroup</a:t>
            </a:r>
            <a:r>
              <a:rPr lang="zh-CN" altLang="en-US" dirty="0"/>
              <a:t>实现资源限制</a:t>
            </a:r>
            <a:endParaRPr lang="zh-CN" altLang="en-US" dirty="0"/>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88950" y="1340769"/>
            <a:ext cx="9417050" cy="5400599"/>
          </a:xfrm>
        </p:spPr>
        <p:txBody>
          <a:bodyPr/>
          <a:lstStyle/>
          <a:p>
            <a:r>
              <a:rPr lang="en-US" altLang="zh-CN" dirty="0" err="1"/>
              <a:t>tmpfs</a:t>
            </a:r>
            <a:r>
              <a:rPr lang="zh-CN" altLang="en-US" dirty="0"/>
              <a:t>文件系统：</a:t>
            </a:r>
            <a:endParaRPr lang="en-US" altLang="zh-CN" dirty="0"/>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err="1">
                <a:solidFill>
                  <a:srgbClr val="111111"/>
                </a:solidFill>
                <a:ea typeface="宋体" panose="02010600030101010101" pitchFamily="2" charset="-122"/>
              </a:rPr>
              <a:t>tmpfs</a:t>
            </a:r>
            <a:r>
              <a:rPr lang="zh-CN" altLang="en-US" sz="1800" kern="1200" dirty="0">
                <a:solidFill>
                  <a:srgbClr val="111111"/>
                </a:solidFill>
                <a:ea typeface="宋体" panose="02010600030101010101" pitchFamily="2" charset="-122"/>
              </a:rPr>
              <a:t>，是一种基于内存的临时文件系统，是虚拟文件系统。</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err="1">
                <a:solidFill>
                  <a:srgbClr val="111111"/>
                </a:solidFill>
                <a:ea typeface="宋体" panose="02010600030101010101" pitchFamily="2" charset="-122"/>
              </a:rPr>
              <a:t>tmpfs</a:t>
            </a:r>
            <a:r>
              <a:rPr lang="en-US" altLang="zh-CN" sz="1800" kern="1200" dirty="0">
                <a:solidFill>
                  <a:srgbClr val="111111"/>
                </a:solidFill>
                <a:ea typeface="宋体" panose="02010600030101010101" pitchFamily="2" charset="-122"/>
              </a:rPr>
              <a:t> </a:t>
            </a:r>
            <a:r>
              <a:rPr lang="zh-CN" altLang="en-US" sz="1800" kern="1200" dirty="0">
                <a:solidFill>
                  <a:srgbClr val="111111"/>
                </a:solidFill>
                <a:ea typeface="宋体" panose="02010600030101010101" pitchFamily="2" charset="-122"/>
              </a:rPr>
              <a:t>上储存的资料在理论上都是临时存放的，也就是说，档案不会建立在硬盘上面。一旦重新开机，所有在 </a:t>
            </a:r>
            <a:r>
              <a:rPr lang="en-US" altLang="zh-CN" sz="1800" kern="1200" dirty="0" err="1">
                <a:solidFill>
                  <a:srgbClr val="111111"/>
                </a:solidFill>
                <a:ea typeface="宋体" panose="02010600030101010101" pitchFamily="2" charset="-122"/>
              </a:rPr>
              <a:t>tmpfs</a:t>
            </a:r>
            <a:r>
              <a:rPr lang="en-US" altLang="zh-CN" sz="1800" kern="1200" dirty="0">
                <a:solidFill>
                  <a:srgbClr val="111111"/>
                </a:solidFill>
                <a:ea typeface="宋体" panose="02010600030101010101" pitchFamily="2" charset="-122"/>
              </a:rPr>
              <a:t> </a:t>
            </a:r>
            <a:r>
              <a:rPr lang="zh-CN" altLang="en-US" sz="1800" kern="1200" dirty="0">
                <a:solidFill>
                  <a:srgbClr val="111111"/>
                </a:solidFill>
                <a:ea typeface="宋体" panose="02010600030101010101" pitchFamily="2" charset="-122"/>
              </a:rPr>
              <a:t>里面的资料都会消失不见。</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由于</a:t>
            </a:r>
            <a:r>
              <a:rPr lang="en-US" altLang="zh-CN" sz="1800" kern="1200" dirty="0" err="1">
                <a:solidFill>
                  <a:srgbClr val="111111"/>
                </a:solidFill>
                <a:ea typeface="宋体" panose="02010600030101010101" pitchFamily="2" charset="-122"/>
              </a:rPr>
              <a:t>tmpfs</a:t>
            </a:r>
            <a:r>
              <a:rPr lang="zh-CN" altLang="en-US" sz="1800" kern="1200" dirty="0">
                <a:solidFill>
                  <a:srgbClr val="111111"/>
                </a:solidFill>
                <a:ea typeface="宋体" panose="02010600030101010101" pitchFamily="2" charset="-122"/>
              </a:rPr>
              <a:t>完全存在于页面缓存和交换中，因此所有</a:t>
            </a:r>
            <a:r>
              <a:rPr lang="en-US" altLang="zh-CN" sz="1800" kern="1200" dirty="0" err="1">
                <a:solidFill>
                  <a:srgbClr val="111111"/>
                </a:solidFill>
                <a:ea typeface="宋体" panose="02010600030101010101" pitchFamily="2" charset="-122"/>
              </a:rPr>
              <a:t>tmpfs</a:t>
            </a:r>
            <a:r>
              <a:rPr lang="zh-CN" altLang="en-US" sz="1800" kern="1200" dirty="0">
                <a:solidFill>
                  <a:srgbClr val="111111"/>
                </a:solidFill>
                <a:ea typeface="宋体" panose="02010600030101010101" pitchFamily="2" charset="-122"/>
              </a:rPr>
              <a:t>页面将在 </a:t>
            </a:r>
            <a:r>
              <a:rPr lang="en-US" altLang="zh-CN" sz="1800" kern="1200" dirty="0">
                <a:solidFill>
                  <a:srgbClr val="111111"/>
                </a:solidFill>
                <a:ea typeface="宋体" panose="02010600030101010101" pitchFamily="2" charset="-122"/>
              </a:rPr>
              <a:t>/proc/</a:t>
            </a:r>
            <a:r>
              <a:rPr lang="en-US" altLang="zh-CN" sz="1800" kern="1200" dirty="0" err="1">
                <a:solidFill>
                  <a:srgbClr val="111111"/>
                </a:solidFill>
                <a:ea typeface="宋体" panose="02010600030101010101" pitchFamily="2" charset="-122"/>
              </a:rPr>
              <a:t>meminfo</a:t>
            </a:r>
            <a:r>
              <a:rPr lang="en-US" altLang="zh-CN" sz="1800" kern="1200" dirty="0">
                <a:solidFill>
                  <a:srgbClr val="111111"/>
                </a:solidFill>
                <a:ea typeface="宋体" panose="02010600030101010101" pitchFamily="2" charset="-122"/>
              </a:rPr>
              <a:t> </a:t>
            </a:r>
            <a:r>
              <a:rPr lang="zh-CN" altLang="en-US" sz="1800" kern="1200" dirty="0">
                <a:solidFill>
                  <a:srgbClr val="111111"/>
                </a:solidFill>
                <a:ea typeface="宋体" panose="02010600030101010101" pitchFamily="2" charset="-122"/>
              </a:rPr>
              <a:t>中显示为 “</a:t>
            </a:r>
            <a:r>
              <a:rPr lang="en-US" altLang="zh-CN" sz="1800" kern="1200" dirty="0" err="1">
                <a:solidFill>
                  <a:srgbClr val="111111"/>
                </a:solidFill>
                <a:ea typeface="宋体" panose="02010600030101010101" pitchFamily="2" charset="-122"/>
              </a:rPr>
              <a:t>Shmem</a:t>
            </a:r>
            <a:r>
              <a:rPr lang="en-US" altLang="zh-CN" sz="1800" kern="1200" dirty="0">
                <a:solidFill>
                  <a:srgbClr val="111111"/>
                </a:solidFill>
                <a:ea typeface="宋体" panose="02010600030101010101" pitchFamily="2" charset="-122"/>
              </a:rPr>
              <a:t>”</a:t>
            </a:r>
            <a:r>
              <a:rPr lang="zh-CN" altLang="en-US" sz="1800" kern="1200" dirty="0">
                <a:solidFill>
                  <a:srgbClr val="111111"/>
                </a:solidFill>
                <a:ea typeface="宋体" panose="02010600030101010101" pitchFamily="2" charset="-122"/>
              </a:rPr>
              <a:t>，在</a:t>
            </a:r>
            <a:r>
              <a:rPr lang="en-US" altLang="zh-CN" sz="1800" kern="1200" dirty="0">
                <a:solidFill>
                  <a:srgbClr val="111111"/>
                </a:solidFill>
                <a:ea typeface="宋体" panose="02010600030101010101" pitchFamily="2" charset="-122"/>
              </a:rPr>
              <a:t>free</a:t>
            </a:r>
            <a:r>
              <a:rPr lang="zh-CN" altLang="en-US" sz="1800" kern="1200" dirty="0">
                <a:solidFill>
                  <a:srgbClr val="111111"/>
                </a:solidFill>
                <a:ea typeface="宋体" panose="02010600030101010101" pitchFamily="2" charset="-122"/>
              </a:rPr>
              <a:t>命令后中显示为“</a:t>
            </a:r>
            <a:r>
              <a:rPr lang="en-US" altLang="zh-CN" sz="1800" kern="1200" dirty="0">
                <a:solidFill>
                  <a:srgbClr val="111111"/>
                </a:solidFill>
                <a:ea typeface="宋体" panose="02010600030101010101" pitchFamily="2" charset="-122"/>
              </a:rPr>
              <a:t>Shared”</a:t>
            </a:r>
            <a:r>
              <a:rPr lang="zh-CN" altLang="en-US" sz="1800" kern="1200" dirty="0">
                <a:solidFill>
                  <a:srgbClr val="111111"/>
                </a:solidFill>
                <a:ea typeface="宋体" panose="02010600030101010101" pitchFamily="2" charset="-122"/>
              </a:rPr>
              <a:t>。</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可挂载 </a:t>
            </a:r>
            <a:r>
              <a:rPr lang="en-US" altLang="zh-CN" sz="1800" kern="1200" dirty="0" err="1">
                <a:solidFill>
                  <a:srgbClr val="111111"/>
                </a:solidFill>
                <a:ea typeface="宋体" panose="02010600030101010101" pitchFamily="2" charset="-122"/>
              </a:rPr>
              <a:t>tmpfs</a:t>
            </a:r>
            <a:r>
              <a:rPr lang="en-US" altLang="zh-CN" sz="1800" kern="1200" dirty="0">
                <a:solidFill>
                  <a:srgbClr val="111111"/>
                </a:solidFill>
                <a:ea typeface="宋体" panose="02010600030101010101" pitchFamily="2" charset="-122"/>
              </a:rPr>
              <a:t> </a:t>
            </a:r>
            <a:r>
              <a:rPr lang="zh-CN" altLang="en-US" sz="1800" kern="1200" dirty="0">
                <a:solidFill>
                  <a:srgbClr val="111111"/>
                </a:solidFill>
                <a:ea typeface="宋体" panose="02010600030101010101" pitchFamily="2" charset="-122"/>
              </a:rPr>
              <a:t>格式的 </a:t>
            </a:r>
            <a:r>
              <a:rPr lang="en-US" altLang="zh-CN" sz="1800" kern="1200" dirty="0" err="1">
                <a:solidFill>
                  <a:srgbClr val="111111"/>
                </a:solidFill>
                <a:ea typeface="宋体" panose="02010600030101010101" pitchFamily="2" charset="-122"/>
              </a:rPr>
              <a:t>cgroup</a:t>
            </a:r>
            <a:r>
              <a:rPr lang="en-US" altLang="zh-CN" sz="1800" kern="1200" dirty="0">
                <a:solidFill>
                  <a:srgbClr val="111111"/>
                </a:solidFill>
                <a:ea typeface="宋体" panose="02010600030101010101" pitchFamily="2" charset="-122"/>
              </a:rPr>
              <a:t> </a:t>
            </a:r>
            <a:r>
              <a:rPr lang="zh-CN" altLang="en-US" sz="1800" kern="1200" dirty="0">
                <a:solidFill>
                  <a:srgbClr val="111111"/>
                </a:solidFill>
                <a:ea typeface="宋体" panose="02010600030101010101" pitchFamily="2" charset="-122"/>
              </a:rPr>
              <a:t>文件夹进行 </a:t>
            </a:r>
            <a:r>
              <a:rPr lang="en-US" altLang="zh-CN" sz="1800" kern="1200" dirty="0" err="1">
                <a:solidFill>
                  <a:srgbClr val="111111"/>
                </a:solidFill>
                <a:ea typeface="宋体" panose="02010600030101010101" pitchFamily="2" charset="-122"/>
              </a:rPr>
              <a:t>cgroup</a:t>
            </a:r>
            <a:r>
              <a:rPr lang="en-US" altLang="zh-CN" sz="1800" kern="1200" dirty="0">
                <a:solidFill>
                  <a:srgbClr val="111111"/>
                </a:solidFill>
                <a:ea typeface="宋体" panose="02010600030101010101" pitchFamily="2" charset="-122"/>
              </a:rPr>
              <a:t> </a:t>
            </a:r>
            <a:r>
              <a:rPr lang="zh-CN" altLang="en-US" sz="1800" kern="1200" dirty="0">
                <a:solidFill>
                  <a:srgbClr val="111111"/>
                </a:solidFill>
                <a:ea typeface="宋体" panose="02010600030101010101" pitchFamily="2" charset="-122"/>
              </a:rPr>
              <a:t>的相关操作。</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zh-CN" altLang="en-US" sz="1800" kern="1200" dirty="0">
              <a:solidFill>
                <a:srgbClr val="111111"/>
              </a:solidFill>
              <a:ea typeface="宋体" panose="02010600030101010101" pitchFamily="2" charset="-122"/>
            </a:endParaRPr>
          </a:p>
        </p:txBody>
      </p:sp>
      <p:sp>
        <p:nvSpPr>
          <p:cNvPr id="3" name="标题 2"/>
          <p:cNvSpPr>
            <a:spLocks noGrp="1"/>
          </p:cNvSpPr>
          <p:nvPr>
            <p:ph type="title"/>
          </p:nvPr>
        </p:nvSpPr>
        <p:spPr/>
        <p:txBody>
          <a:bodyPr/>
          <a:lstStyle/>
          <a:p>
            <a:r>
              <a:rPr lang="zh-CN" altLang="en-US" dirty="0"/>
              <a:t>使用</a:t>
            </a:r>
            <a:r>
              <a:rPr lang="en-US" altLang="zh-CN" dirty="0" err="1"/>
              <a:t>cgroup</a:t>
            </a:r>
            <a:r>
              <a:rPr lang="zh-CN" altLang="en-US" dirty="0"/>
              <a:t>实现资源限制</a:t>
            </a:r>
            <a:endParaRPr lang="zh-CN" altLang="en-US" dirty="0"/>
          </a:p>
        </p:txBody>
      </p:sp>
      <p:pic>
        <p:nvPicPr>
          <p:cNvPr id="3074" name="图片 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352600" y="3501008"/>
            <a:ext cx="6120000" cy="14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72415" y="1197259"/>
            <a:ext cx="9576618" cy="5400599"/>
          </a:xfrm>
        </p:spPr>
        <p:txBody>
          <a:bodyPr/>
          <a:lstStyle/>
          <a:p>
            <a:r>
              <a:rPr lang="en-US" altLang="zh-CN" sz="2400" dirty="0"/>
              <a:t>mount</a:t>
            </a:r>
            <a:r>
              <a:rPr lang="zh-CN" altLang="en-US" sz="2400" dirty="0"/>
              <a:t>命令：</a:t>
            </a:r>
            <a:endParaRPr lang="en-US" altLang="zh-CN" sz="2400" dirty="0"/>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600" kern="1200" dirty="0">
                <a:solidFill>
                  <a:srgbClr val="111111"/>
                </a:solidFill>
                <a:ea typeface="宋体" panose="02010600030101010101" pitchFamily="2" charset="-122"/>
              </a:rPr>
              <a:t>mount</a:t>
            </a:r>
            <a:r>
              <a:rPr lang="zh-CN" altLang="en-US" sz="1600" kern="1200" dirty="0">
                <a:solidFill>
                  <a:srgbClr val="111111"/>
                </a:solidFill>
                <a:ea typeface="宋体" panose="02010600030101010101" pitchFamily="2" charset="-122"/>
              </a:rPr>
              <a:t>命令将分区挂接到Linux的一个文件夹下，从而将分区和该目录联系起来，因此我们只要访问这个文件夹，就相当于访问该分区了。</a:t>
            </a:r>
            <a:endParaRPr lang="zh-CN" altLang="en-US" sz="16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600" kern="1200" dirty="0">
                <a:solidFill>
                  <a:srgbClr val="111111"/>
                </a:solidFill>
                <a:ea typeface="宋体" panose="02010600030101010101" pitchFamily="2" charset="-122"/>
                <a:sym typeface="+mn-ea"/>
              </a:rPr>
              <a:t>可以通过</a:t>
            </a:r>
            <a:r>
              <a:rPr lang="en-US" altLang="zh-CN" sz="1600" kern="1200" dirty="0">
                <a:solidFill>
                  <a:srgbClr val="111111"/>
                </a:solidFill>
                <a:ea typeface="宋体" panose="02010600030101010101" pitchFamily="2" charset="-122"/>
                <a:sym typeface="+mn-ea"/>
              </a:rPr>
              <a:t>mount</a:t>
            </a:r>
            <a:r>
              <a:rPr lang="zh-CN" altLang="en-US" sz="1600" kern="1200" dirty="0">
                <a:solidFill>
                  <a:srgbClr val="111111"/>
                </a:solidFill>
                <a:ea typeface="宋体" panose="02010600030101010101" pitchFamily="2" charset="-122"/>
                <a:sym typeface="+mn-ea"/>
              </a:rPr>
              <a:t>命令创建一个</a:t>
            </a:r>
            <a:r>
              <a:rPr lang="en-US" altLang="zh-CN" sz="1600" kern="1200" dirty="0" err="1">
                <a:solidFill>
                  <a:srgbClr val="111111"/>
                </a:solidFill>
                <a:ea typeface="宋体" panose="02010600030101010101" pitchFamily="2" charset="-122"/>
                <a:sym typeface="+mn-ea"/>
              </a:rPr>
              <a:t>cgroup</a:t>
            </a:r>
            <a:r>
              <a:rPr lang="zh-CN" altLang="en-US" sz="1600" kern="1200" dirty="0">
                <a:solidFill>
                  <a:srgbClr val="111111"/>
                </a:solidFill>
                <a:ea typeface="宋体" panose="02010600030101010101" pitchFamily="2" charset="-122"/>
                <a:sym typeface="+mn-ea"/>
              </a:rPr>
              <a:t>实例。</a:t>
            </a:r>
            <a:endParaRPr lang="zh-CN" altLang="en-US" sz="16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600" kern="1200" dirty="0">
                <a:solidFill>
                  <a:srgbClr val="111111"/>
                </a:solidFill>
                <a:ea typeface="宋体" panose="02010600030101010101" pitchFamily="2" charset="-122"/>
              </a:rPr>
              <a:t>命令语法：</a:t>
            </a:r>
            <a:endParaRPr lang="en-US" altLang="zh-CN" sz="16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参数：</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600" kern="1200" dirty="0">
                <a:solidFill>
                  <a:srgbClr val="111111"/>
                </a:solidFill>
                <a:ea typeface="宋体" panose="02010600030101010101" pitchFamily="2" charset="-122"/>
              </a:rPr>
              <a:t>-o options    </a:t>
            </a:r>
            <a:r>
              <a:rPr lang="zh-CN" altLang="en-US" sz="1600" kern="1200" dirty="0">
                <a:solidFill>
                  <a:srgbClr val="111111"/>
                </a:solidFill>
                <a:ea typeface="宋体" panose="02010600030101010101" pitchFamily="2" charset="-122"/>
              </a:rPr>
              <a:t>用来描述设备或档案的挂接方式。此处为子系统，如</a:t>
            </a:r>
            <a:r>
              <a:rPr lang="en-US" altLang="zh-CN" sz="1600" kern="1200" dirty="0">
                <a:solidFill>
                  <a:srgbClr val="111111"/>
                </a:solidFill>
                <a:ea typeface="宋体" panose="02010600030101010101" pitchFamily="2" charset="-122"/>
              </a:rPr>
              <a:t>memory</a:t>
            </a:r>
            <a:r>
              <a:rPr lang="zh-CN" altLang="en-US" sz="1600" kern="1200" dirty="0">
                <a:solidFill>
                  <a:srgbClr val="111111"/>
                </a:solidFill>
                <a:ea typeface="宋体" panose="02010600030101010101" pitchFamily="2" charset="-122"/>
              </a:rPr>
              <a:t>等。</a:t>
            </a:r>
            <a:endParaRPr lang="zh-CN" altLang="en-US" sz="16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600" kern="1200" dirty="0">
                <a:solidFill>
                  <a:srgbClr val="111111"/>
                </a:solidFill>
                <a:ea typeface="宋体" panose="02010600030101010101" pitchFamily="2" charset="-122"/>
              </a:rPr>
              <a:t>-t type         </a:t>
            </a:r>
            <a:r>
              <a:rPr lang="zh-CN" altLang="en-US" sz="1600" kern="1200" dirty="0">
                <a:solidFill>
                  <a:srgbClr val="111111"/>
                </a:solidFill>
                <a:ea typeface="宋体" panose="02010600030101010101" pitchFamily="2" charset="-122"/>
              </a:rPr>
              <a:t>用于指定或限制文件系统类型，如：</a:t>
            </a:r>
            <a:r>
              <a:rPr lang="en-US" altLang="zh-CN" sz="1600" kern="1200" dirty="0">
                <a:solidFill>
                  <a:srgbClr val="111111"/>
                </a:solidFill>
                <a:ea typeface="宋体" panose="02010600030101010101" pitchFamily="2" charset="-122"/>
              </a:rPr>
              <a:t>-t </a:t>
            </a:r>
            <a:r>
              <a:rPr lang="en-US" altLang="zh-CN" sz="1600" kern="1200" dirty="0" err="1">
                <a:solidFill>
                  <a:srgbClr val="111111"/>
                </a:solidFill>
                <a:ea typeface="宋体" panose="02010600030101010101" pitchFamily="2" charset="-122"/>
              </a:rPr>
              <a:t>cgroup</a:t>
            </a:r>
            <a:r>
              <a:rPr lang="en-US" altLang="zh-CN" sz="1600" kern="1200" dirty="0">
                <a:solidFill>
                  <a:srgbClr val="111111"/>
                </a:solidFill>
                <a:ea typeface="宋体" panose="02010600030101010101" pitchFamily="2" charset="-122"/>
              </a:rPr>
              <a:t> </a:t>
            </a:r>
            <a:r>
              <a:rPr lang="zh-CN" altLang="en-US" sz="1600" kern="1200" dirty="0">
                <a:solidFill>
                  <a:srgbClr val="111111"/>
                </a:solidFill>
                <a:ea typeface="宋体" panose="02010600030101010101" pitchFamily="2" charset="-122"/>
              </a:rPr>
              <a:t>指 </a:t>
            </a:r>
            <a:r>
              <a:rPr lang="en-US" altLang="zh-CN" sz="1600" kern="1200" dirty="0" err="1">
                <a:solidFill>
                  <a:srgbClr val="111111"/>
                </a:solidFill>
                <a:ea typeface="宋体" panose="02010600030101010101" pitchFamily="2" charset="-122"/>
              </a:rPr>
              <a:t>cgroup</a:t>
            </a:r>
            <a:r>
              <a:rPr lang="en-US" altLang="zh-CN" sz="1600" kern="1200" dirty="0">
                <a:solidFill>
                  <a:srgbClr val="111111"/>
                </a:solidFill>
                <a:ea typeface="宋体" panose="02010600030101010101" pitchFamily="2" charset="-122"/>
              </a:rPr>
              <a:t> </a:t>
            </a:r>
            <a:r>
              <a:rPr lang="zh-CN" altLang="en-US" sz="1600" kern="1200" dirty="0">
                <a:solidFill>
                  <a:srgbClr val="111111"/>
                </a:solidFill>
                <a:ea typeface="宋体" panose="02010600030101010101" pitchFamily="2" charset="-122"/>
              </a:rPr>
              <a:t>类型的挂载。</a:t>
            </a:r>
            <a:endParaRPr lang="zh-CN" altLang="en-US" sz="16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600" kern="1200" dirty="0">
                <a:solidFill>
                  <a:srgbClr val="111111"/>
                </a:solidFill>
                <a:ea typeface="宋体" panose="02010600030101010101" pitchFamily="2" charset="-122"/>
              </a:rPr>
              <a:t>例如：</a:t>
            </a:r>
            <a:endParaRPr lang="zh-CN" altLang="en-US" sz="16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600" kern="1200" dirty="0" err="1">
                <a:solidFill>
                  <a:srgbClr val="111111"/>
                </a:solidFill>
                <a:ea typeface="宋体" panose="02010600030101010101" pitchFamily="2" charset="-122"/>
              </a:rPr>
              <a:t>sudo</a:t>
            </a:r>
            <a:r>
              <a:rPr lang="en-US" altLang="zh-CN" sz="1600" kern="1200" dirty="0">
                <a:solidFill>
                  <a:srgbClr val="111111"/>
                </a:solidFill>
                <a:ea typeface="宋体" panose="02010600030101010101" pitchFamily="2" charset="-122"/>
              </a:rPr>
              <a:t> mount -t </a:t>
            </a:r>
            <a:r>
              <a:rPr lang="en-US" altLang="zh-CN" sz="1600" kern="1200" dirty="0" err="1">
                <a:solidFill>
                  <a:srgbClr val="111111"/>
                </a:solidFill>
                <a:ea typeface="宋体" panose="02010600030101010101" pitchFamily="2" charset="-122"/>
              </a:rPr>
              <a:t>cgroup</a:t>
            </a:r>
            <a:r>
              <a:rPr lang="en-US" altLang="zh-CN" sz="1600" kern="1200" dirty="0">
                <a:solidFill>
                  <a:srgbClr val="111111"/>
                </a:solidFill>
                <a:ea typeface="宋体" panose="02010600030101010101" pitchFamily="2" charset="-122"/>
              </a:rPr>
              <a:t> -o memory </a:t>
            </a:r>
            <a:r>
              <a:rPr lang="en-US" altLang="zh-CN" sz="1600" kern="1200" dirty="0" err="1">
                <a:solidFill>
                  <a:srgbClr val="111111"/>
                </a:solidFill>
                <a:ea typeface="宋体" panose="02010600030101010101" pitchFamily="2" charset="-122"/>
              </a:rPr>
              <a:t>memory_cgroup</a:t>
            </a:r>
            <a:r>
              <a:rPr lang="en-US" altLang="zh-CN" sz="1600" kern="1200" dirty="0">
                <a:solidFill>
                  <a:srgbClr val="111111"/>
                </a:solidFill>
                <a:ea typeface="宋体" panose="02010600030101010101" pitchFamily="2" charset="-122"/>
              </a:rPr>
              <a:t> /dev/</a:t>
            </a:r>
            <a:r>
              <a:rPr lang="en-US" altLang="zh-CN" sz="1600" kern="1200" dirty="0" err="1">
                <a:solidFill>
                  <a:srgbClr val="111111"/>
                </a:solidFill>
                <a:ea typeface="宋体" panose="02010600030101010101" pitchFamily="2" charset="-122"/>
              </a:rPr>
              <a:t>cgroup</a:t>
            </a:r>
            <a:r>
              <a:rPr lang="en-US" altLang="zh-CN" sz="1600" kern="1200" dirty="0">
                <a:solidFill>
                  <a:srgbClr val="111111"/>
                </a:solidFill>
                <a:ea typeface="宋体" panose="02010600030101010101" pitchFamily="2" charset="-122"/>
              </a:rPr>
              <a:t>/</a:t>
            </a:r>
            <a:endParaRPr lang="en-US" altLang="zh-CN" sz="1600" kern="1200" dirty="0">
              <a:solidFill>
                <a:srgbClr val="111111"/>
              </a:solidFill>
              <a:ea typeface="宋体" panose="02010600030101010101" pitchFamily="2" charset="-122"/>
            </a:endParaRPr>
          </a:p>
          <a:p>
            <a:pPr algn="l"/>
            <a:r>
              <a:rPr lang="en-US" altLang="zh-CN" sz="2400" dirty="0"/>
              <a:t>echo命令：输出重定向</a:t>
            </a:r>
            <a:endParaRPr lang="en-US" altLang="zh-CN" sz="2400" dirty="0"/>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600" kern="1200" dirty="0">
                <a:solidFill>
                  <a:srgbClr val="111111"/>
                </a:solidFill>
                <a:ea typeface="宋体" panose="02010600030101010101" pitchFamily="2" charset="-122"/>
              </a:rPr>
              <a:t>命令语法：</a:t>
            </a:r>
            <a:r>
              <a:rPr lang="en-US" altLang="zh-CN" sz="1600" kern="1200" dirty="0">
                <a:solidFill>
                  <a:srgbClr val="111111"/>
                </a:solidFill>
                <a:ea typeface="宋体" panose="02010600030101010101" pitchFamily="2" charset="-122"/>
              </a:rPr>
              <a:t>echo [-ne][</a:t>
            </a:r>
            <a:r>
              <a:rPr lang="zh-CN" altLang="en-US" sz="1600" kern="1200" dirty="0">
                <a:solidFill>
                  <a:srgbClr val="111111"/>
                </a:solidFill>
                <a:ea typeface="宋体" panose="02010600030101010101" pitchFamily="2" charset="-122"/>
              </a:rPr>
              <a:t>字符串</a:t>
            </a:r>
            <a:r>
              <a:rPr lang="en-US" altLang="zh-CN" sz="1600" kern="1200" dirty="0">
                <a:solidFill>
                  <a:srgbClr val="111111"/>
                </a:solidFill>
                <a:ea typeface="宋体" panose="02010600030101010101" pitchFamily="2" charset="-122"/>
              </a:rPr>
              <a:t>]  </a:t>
            </a:r>
            <a:r>
              <a:rPr lang="zh-CN" altLang="en-US" sz="1600" kern="1200" dirty="0">
                <a:solidFill>
                  <a:srgbClr val="111111"/>
                </a:solidFill>
                <a:ea typeface="宋体" panose="02010600030101010101" pitchFamily="2" charset="-122"/>
              </a:rPr>
              <a:t>或 </a:t>
            </a:r>
            <a:r>
              <a:rPr lang="en-US" altLang="zh-CN" sz="1600" kern="1200" dirty="0">
                <a:solidFill>
                  <a:srgbClr val="111111"/>
                </a:solidFill>
                <a:ea typeface="宋体" panose="02010600030101010101" pitchFamily="2" charset="-122"/>
              </a:rPr>
              <a:t>echo [--help][--version]</a:t>
            </a:r>
            <a:endParaRPr lang="en-US" altLang="zh-CN" sz="16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600" kern="1200" dirty="0">
                <a:solidFill>
                  <a:srgbClr val="111111"/>
                </a:solidFill>
                <a:ea typeface="宋体" panose="02010600030101010101" pitchFamily="2" charset="-122"/>
              </a:rPr>
              <a:t>参数：</a:t>
            </a:r>
            <a:endParaRPr lang="en-US" altLang="zh-CN" sz="16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600" kern="1200" dirty="0">
                <a:solidFill>
                  <a:srgbClr val="111111"/>
                </a:solidFill>
                <a:ea typeface="宋体" panose="02010600030101010101" pitchFamily="2" charset="-122"/>
              </a:rPr>
              <a:t>-n       </a:t>
            </a:r>
            <a:r>
              <a:rPr lang="zh-CN" altLang="en-US" sz="1600" kern="1200" dirty="0">
                <a:solidFill>
                  <a:srgbClr val="111111"/>
                </a:solidFill>
                <a:ea typeface="宋体" panose="02010600030101010101" pitchFamily="2" charset="-122"/>
              </a:rPr>
              <a:t>不要在最后自动换行</a:t>
            </a:r>
            <a:endParaRPr lang="zh-CN" altLang="en-US" sz="16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600" kern="1200" dirty="0">
                <a:solidFill>
                  <a:srgbClr val="111111"/>
                </a:solidFill>
                <a:ea typeface="宋体" panose="02010600030101010101" pitchFamily="2" charset="-122"/>
              </a:rPr>
              <a:t>-e       </a:t>
            </a:r>
            <a:r>
              <a:rPr lang="zh-CN" altLang="en-US" sz="1600" kern="1200" dirty="0">
                <a:solidFill>
                  <a:srgbClr val="111111"/>
                </a:solidFill>
                <a:ea typeface="宋体" panose="02010600030101010101" pitchFamily="2" charset="-122"/>
              </a:rPr>
              <a:t>激活转义字符。</a:t>
            </a:r>
            <a:endParaRPr lang="en-US" altLang="zh-CN" sz="16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示例：</a:t>
            </a:r>
            <a:r>
              <a:rPr lang="en-US" altLang="zh-CN" sz="1800" kern="1200" dirty="0">
                <a:solidFill>
                  <a:srgbClr val="111111"/>
                </a:solidFill>
                <a:ea typeface="宋体" panose="02010600030101010101" pitchFamily="2" charset="-122"/>
              </a:rPr>
              <a:t>echo 0-1 &gt; cpuset.cpus</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zh-CN" altLang="en-US" sz="1800" kern="1200" dirty="0">
              <a:solidFill>
                <a:srgbClr val="111111"/>
              </a:solidFill>
              <a:ea typeface="宋体" panose="02010600030101010101" pitchFamily="2" charset="-122"/>
            </a:endParaRPr>
          </a:p>
        </p:txBody>
      </p:sp>
      <p:sp>
        <p:nvSpPr>
          <p:cNvPr id="3" name="标题 2"/>
          <p:cNvSpPr>
            <a:spLocks noGrp="1"/>
          </p:cNvSpPr>
          <p:nvPr>
            <p:ph type="title"/>
          </p:nvPr>
        </p:nvSpPr>
        <p:spPr/>
        <p:txBody>
          <a:bodyPr/>
          <a:lstStyle/>
          <a:p>
            <a:r>
              <a:rPr lang="zh-CN" altLang="en-US" dirty="0"/>
              <a:t>使用</a:t>
            </a:r>
            <a:r>
              <a:rPr lang="en-US" altLang="zh-CN" dirty="0" err="1"/>
              <a:t>cgroup</a:t>
            </a:r>
            <a:r>
              <a:rPr lang="zh-CN" altLang="en-US" dirty="0"/>
              <a:t>实现资源限制</a:t>
            </a:r>
            <a:endParaRPr lang="zh-CN" altLang="en-US" dirty="0"/>
          </a:p>
        </p:txBody>
      </p:sp>
      <p:sp>
        <p:nvSpPr>
          <p:cNvPr id="5" name="矩形: 圆角 4"/>
          <p:cNvSpPr/>
          <p:nvPr/>
        </p:nvSpPr>
        <p:spPr bwMode="auto">
          <a:xfrm>
            <a:off x="776510" y="2493149"/>
            <a:ext cx="8640000" cy="374571"/>
          </a:xfrm>
          <a:prstGeom prst="roundRect">
            <a:avLst/>
          </a:prstGeom>
          <a:solidFill>
            <a:srgbClr val="33333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algn="l"/>
            <a:r>
              <a:rPr lang="en-US" altLang="zh-CN" sz="1600" dirty="0">
                <a:solidFill>
                  <a:srgbClr val="FFFFFF"/>
                </a:solidFill>
                <a:latin typeface="Consolas" panose="020B0609020204030204" pitchFamily="49" charset="0"/>
              </a:rPr>
              <a:t>mount [-</a:t>
            </a:r>
            <a:r>
              <a:rPr lang="en-US" altLang="zh-CN" sz="1600" dirty="0" err="1">
                <a:solidFill>
                  <a:srgbClr val="FFFFFF"/>
                </a:solidFill>
                <a:latin typeface="Consolas" panose="020B0609020204030204" pitchFamily="49" charset="0"/>
              </a:rPr>
              <a:t>afFhnrvVw</a:t>
            </a:r>
            <a:r>
              <a:rPr lang="en-US" altLang="zh-CN" sz="1600" dirty="0">
                <a:solidFill>
                  <a:srgbClr val="FFFFFF"/>
                </a:solidFill>
                <a:latin typeface="Consolas" panose="020B0609020204030204" pitchFamily="49" charset="0"/>
              </a:rPr>
              <a:t>] [-L&lt;</a:t>
            </a:r>
            <a:r>
              <a:rPr lang="zh-CN" altLang="en-US" sz="1600" dirty="0">
                <a:solidFill>
                  <a:srgbClr val="FFFFFF"/>
                </a:solidFill>
                <a:latin typeface="Consolas" panose="020B0609020204030204" pitchFamily="49" charset="0"/>
              </a:rPr>
              <a:t>标签</a:t>
            </a:r>
            <a:r>
              <a:rPr lang="en-US" altLang="zh-CN" sz="1600" dirty="0">
                <a:solidFill>
                  <a:srgbClr val="FFFFFF"/>
                </a:solidFill>
                <a:latin typeface="Consolas" panose="020B0609020204030204" pitchFamily="49" charset="0"/>
              </a:rPr>
              <a:t>&gt;] [-o&lt;</a:t>
            </a:r>
            <a:r>
              <a:rPr lang="zh-CN" altLang="en-US" sz="1600" dirty="0">
                <a:solidFill>
                  <a:srgbClr val="FFFFFF"/>
                </a:solidFill>
                <a:latin typeface="Consolas" panose="020B0609020204030204" pitchFamily="49" charset="0"/>
              </a:rPr>
              <a:t>选项</a:t>
            </a:r>
            <a:r>
              <a:rPr lang="en-US" altLang="zh-CN" sz="1600" dirty="0">
                <a:solidFill>
                  <a:srgbClr val="FFFFFF"/>
                </a:solidFill>
                <a:latin typeface="Consolas" panose="020B0609020204030204" pitchFamily="49" charset="0"/>
              </a:rPr>
              <a:t>&gt;] [-t&lt;</a:t>
            </a:r>
            <a:r>
              <a:rPr lang="zh-CN" altLang="en-US" sz="1600" dirty="0">
                <a:solidFill>
                  <a:srgbClr val="FFFFFF"/>
                </a:solidFill>
                <a:latin typeface="Consolas" panose="020B0609020204030204" pitchFamily="49" charset="0"/>
              </a:rPr>
              <a:t>文件系统类型</a:t>
            </a:r>
            <a:r>
              <a:rPr lang="en-US" altLang="zh-CN" sz="1600" dirty="0">
                <a:solidFill>
                  <a:srgbClr val="FFFFFF"/>
                </a:solidFill>
                <a:latin typeface="Consolas" panose="020B0609020204030204" pitchFamily="49" charset="0"/>
              </a:rPr>
              <a:t>&gt;] [</a:t>
            </a:r>
            <a:r>
              <a:rPr lang="zh-CN" altLang="en-US" sz="1600" dirty="0">
                <a:solidFill>
                  <a:srgbClr val="FFFFFF"/>
                </a:solidFill>
                <a:latin typeface="Consolas" panose="020B0609020204030204" pitchFamily="49" charset="0"/>
              </a:rPr>
              <a:t>设备名</a:t>
            </a:r>
            <a:r>
              <a:rPr lang="en-US" altLang="zh-CN" sz="1600" dirty="0">
                <a:solidFill>
                  <a:srgbClr val="FFFFFF"/>
                </a:solidFill>
                <a:latin typeface="Consolas" panose="020B0609020204030204" pitchFamily="49" charset="0"/>
              </a:rPr>
              <a:t>] [</a:t>
            </a:r>
            <a:r>
              <a:rPr lang="zh-CN" altLang="en-US" sz="1600" dirty="0">
                <a:solidFill>
                  <a:srgbClr val="FFFFFF"/>
                </a:solidFill>
                <a:latin typeface="Consolas" panose="020B0609020204030204" pitchFamily="49" charset="0"/>
              </a:rPr>
              <a:t>加载点</a:t>
            </a:r>
            <a:r>
              <a:rPr lang="en-US" altLang="zh-CN" sz="1600" dirty="0">
                <a:solidFill>
                  <a:srgbClr val="FFFFFF"/>
                </a:solidFill>
                <a:latin typeface="Consolas" panose="020B0609020204030204" pitchFamily="49" charset="0"/>
              </a:rPr>
              <a:t>]</a:t>
            </a:r>
            <a:endParaRPr lang="en-US" altLang="zh-CN" sz="1600" dirty="0">
              <a:solidFill>
                <a:srgbClr val="FFFFFF"/>
              </a:solidFill>
              <a:latin typeface="Consolas" panose="020B0609020204030204" pitchFamily="49"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88950" y="1340769"/>
            <a:ext cx="9576618" cy="5400599"/>
          </a:xfrm>
        </p:spPr>
        <p:txBody>
          <a:bodyPr/>
          <a:lstStyle/>
          <a:p>
            <a:r>
              <a:rPr lang="en-US" altLang="zh-CN" dirty="0"/>
              <a:t>taskset</a:t>
            </a:r>
            <a:r>
              <a:rPr lang="zh-CN" altLang="en-US" dirty="0"/>
              <a:t>命令：</a:t>
            </a:r>
            <a:endParaRPr lang="en-US" altLang="zh-CN" dirty="0"/>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功能：依据线程 </a:t>
            </a:r>
            <a:r>
              <a:rPr lang="en-US" altLang="zh-CN" sz="1800" kern="1200" dirty="0">
                <a:solidFill>
                  <a:srgbClr val="111111"/>
                </a:solidFill>
                <a:ea typeface="宋体" panose="02010600030101010101" pitchFamily="2" charset="-122"/>
              </a:rPr>
              <a:t>PID</a:t>
            </a:r>
            <a:r>
              <a:rPr lang="zh-CN" altLang="en-US" sz="1800" kern="1200" dirty="0">
                <a:solidFill>
                  <a:srgbClr val="111111"/>
                </a:solidFill>
                <a:ea typeface="宋体" panose="02010600030101010101" pitchFamily="2" charset="-122"/>
              </a:rPr>
              <a:t> 查询或设置线程的 </a:t>
            </a:r>
            <a:r>
              <a:rPr lang="en-US" altLang="zh-CN" sz="1800" kern="1200" dirty="0">
                <a:solidFill>
                  <a:srgbClr val="111111"/>
                </a:solidFill>
                <a:ea typeface="宋体" panose="02010600030101010101" pitchFamily="2" charset="-122"/>
              </a:rPr>
              <a:t>CPU </a:t>
            </a:r>
            <a:r>
              <a:rPr lang="zh-CN" altLang="en-US" sz="1800" kern="1200" dirty="0">
                <a:solidFill>
                  <a:srgbClr val="111111"/>
                </a:solidFill>
                <a:ea typeface="宋体" panose="02010600030101010101" pitchFamily="2" charset="-122"/>
              </a:rPr>
              <a:t>亲和性（即与哪个 </a:t>
            </a:r>
            <a:r>
              <a:rPr lang="en-US" altLang="zh-CN" sz="1800" kern="1200" dirty="0">
                <a:solidFill>
                  <a:srgbClr val="111111"/>
                </a:solidFill>
                <a:ea typeface="宋体" panose="02010600030101010101" pitchFamily="2" charset="-122"/>
              </a:rPr>
              <a:t>CPU </a:t>
            </a:r>
            <a:r>
              <a:rPr lang="zh-CN" altLang="en-US" sz="1800" kern="1200" dirty="0">
                <a:solidFill>
                  <a:srgbClr val="111111"/>
                </a:solidFill>
                <a:ea typeface="宋体" panose="02010600030101010101" pitchFamily="2" charset="-122"/>
              </a:rPr>
              <a:t>核心绑定）。</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命令语法：</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参数：</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-p, --</a:t>
            </a:r>
            <a:r>
              <a:rPr lang="en-US" altLang="zh-CN" sz="1800" kern="1200" dirty="0" err="1">
                <a:solidFill>
                  <a:srgbClr val="111111"/>
                </a:solidFill>
                <a:ea typeface="宋体" panose="02010600030101010101" pitchFamily="2" charset="-122"/>
              </a:rPr>
              <a:t>pid</a:t>
            </a:r>
            <a:r>
              <a:rPr lang="en-US" altLang="zh-CN" sz="1800" kern="1200" dirty="0">
                <a:solidFill>
                  <a:srgbClr val="111111"/>
                </a:solidFill>
                <a:ea typeface="宋体" panose="02010600030101010101" pitchFamily="2" charset="-122"/>
              </a:rPr>
              <a:t>             </a:t>
            </a:r>
            <a:r>
              <a:rPr lang="zh-CN" altLang="en-US" sz="1800" kern="1200" dirty="0">
                <a:solidFill>
                  <a:srgbClr val="111111"/>
                </a:solidFill>
                <a:ea typeface="宋体" panose="02010600030101010101" pitchFamily="2" charset="-122"/>
              </a:rPr>
              <a:t>查询</a:t>
            </a:r>
            <a:r>
              <a:rPr lang="en-US" altLang="zh-CN" sz="1800" kern="1200" dirty="0">
                <a:solidFill>
                  <a:srgbClr val="111111"/>
                </a:solidFill>
                <a:ea typeface="宋体" panose="02010600030101010101" pitchFamily="2" charset="-122"/>
              </a:rPr>
              <a:t>/</a:t>
            </a:r>
            <a:r>
              <a:rPr lang="zh-CN" altLang="en-US" sz="1800" kern="1200" dirty="0">
                <a:solidFill>
                  <a:srgbClr val="111111"/>
                </a:solidFill>
                <a:ea typeface="宋体" panose="02010600030101010101" pitchFamily="2" charset="-122"/>
              </a:rPr>
              <a:t>指定</a:t>
            </a:r>
            <a:r>
              <a:rPr lang="en-US" altLang="zh-CN" sz="1800" kern="1200" dirty="0">
                <a:solidFill>
                  <a:srgbClr val="111111"/>
                </a:solidFill>
                <a:ea typeface="宋体" panose="02010600030101010101" pitchFamily="2" charset="-122"/>
              </a:rPr>
              <a:t>PID</a:t>
            </a:r>
            <a:r>
              <a:rPr lang="zh-CN" altLang="en-US" sz="1800" kern="1200" dirty="0">
                <a:solidFill>
                  <a:srgbClr val="111111"/>
                </a:solidFill>
                <a:ea typeface="宋体" panose="02010600030101010101" pitchFamily="2" charset="-122"/>
              </a:rPr>
              <a:t>的进程</a:t>
            </a:r>
            <a:r>
              <a:rPr lang="en-US" altLang="zh-CN" sz="1800" kern="1200" dirty="0">
                <a:solidFill>
                  <a:srgbClr val="111111"/>
                </a:solidFill>
                <a:ea typeface="宋体" panose="02010600030101010101" pitchFamily="2" charset="-122"/>
              </a:rPr>
              <a:t>/</a:t>
            </a:r>
            <a:r>
              <a:rPr lang="zh-CN" altLang="en-US" sz="1800" kern="1200" dirty="0">
                <a:solidFill>
                  <a:srgbClr val="111111"/>
                </a:solidFill>
                <a:ea typeface="宋体" panose="02010600030101010101" pitchFamily="2" charset="-122"/>
              </a:rPr>
              <a:t>线程可用的</a:t>
            </a:r>
            <a:r>
              <a:rPr lang="en-US" altLang="zh-CN" sz="1800" kern="1200" dirty="0">
                <a:solidFill>
                  <a:srgbClr val="111111"/>
                </a:solidFill>
                <a:ea typeface="宋体" panose="02010600030101010101" pitchFamily="2" charset="-122"/>
              </a:rPr>
              <a:t>CPU</a:t>
            </a:r>
            <a:r>
              <a:rPr lang="zh-CN" altLang="en-US" sz="1800" kern="1200" dirty="0">
                <a:solidFill>
                  <a:srgbClr val="111111"/>
                </a:solidFill>
                <a:ea typeface="宋体" panose="02010600030101010101" pitchFamily="2" charset="-122"/>
              </a:rPr>
              <a:t>核心，默认以掩码形式表示</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-a, --all-tasks     </a:t>
            </a:r>
            <a:r>
              <a:rPr lang="zh-CN" altLang="en-US" sz="1800" kern="1200" dirty="0">
                <a:solidFill>
                  <a:srgbClr val="111111"/>
                </a:solidFill>
                <a:ea typeface="宋体" panose="02010600030101010101" pitchFamily="2" charset="-122"/>
              </a:rPr>
              <a:t>操作所有的任务线程</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-c, --</a:t>
            </a:r>
            <a:r>
              <a:rPr lang="en-US" altLang="zh-CN" sz="1800" kern="1200" dirty="0" err="1">
                <a:solidFill>
                  <a:srgbClr val="111111"/>
                </a:solidFill>
                <a:ea typeface="宋体" panose="02010600030101010101" pitchFamily="2" charset="-122"/>
              </a:rPr>
              <a:t>cpu</a:t>
            </a:r>
            <a:r>
              <a:rPr lang="en-US" altLang="zh-CN" sz="1800" kern="1200" dirty="0">
                <a:solidFill>
                  <a:srgbClr val="111111"/>
                </a:solidFill>
                <a:ea typeface="宋体" panose="02010600030101010101" pitchFamily="2" charset="-122"/>
              </a:rPr>
              <a:t>-list       </a:t>
            </a:r>
            <a:r>
              <a:rPr lang="zh-CN" altLang="en-US" sz="1800" kern="1200" dirty="0">
                <a:solidFill>
                  <a:srgbClr val="111111"/>
                </a:solidFill>
                <a:ea typeface="宋体" panose="02010600030101010101" pitchFamily="2" charset="-122"/>
              </a:rPr>
              <a:t>通过列表显示方式设置</a:t>
            </a:r>
            <a:r>
              <a:rPr lang="en-US" altLang="zh-CN" sz="1800" kern="1200" dirty="0">
                <a:solidFill>
                  <a:srgbClr val="111111"/>
                </a:solidFill>
                <a:ea typeface="宋体" panose="02010600030101010101" pitchFamily="2" charset="-122"/>
              </a:rPr>
              <a:t>CPU</a:t>
            </a:r>
            <a:r>
              <a:rPr lang="zh-CN" altLang="en-US" sz="1800" kern="1200" dirty="0">
                <a:solidFill>
                  <a:srgbClr val="111111"/>
                </a:solidFill>
                <a:ea typeface="宋体" panose="02010600030101010101" pitchFamily="2" charset="-122"/>
              </a:rPr>
              <a:t>（逗号相隔）</a:t>
            </a:r>
            <a:endParaRPr lang="zh-CN" altLang="en-US"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例如：</a:t>
            </a:r>
            <a:endParaRPr lang="zh-CN" altLang="en-US" sz="1800" kern="1200" dirty="0">
              <a:solidFill>
                <a:srgbClr val="111111"/>
              </a:solidFill>
              <a:ea typeface="宋体" panose="02010600030101010101" pitchFamily="2" charset="-122"/>
            </a:endParaRPr>
          </a:p>
        </p:txBody>
      </p:sp>
      <p:sp>
        <p:nvSpPr>
          <p:cNvPr id="3" name="标题 2"/>
          <p:cNvSpPr>
            <a:spLocks noGrp="1"/>
          </p:cNvSpPr>
          <p:nvPr>
            <p:ph type="title"/>
          </p:nvPr>
        </p:nvSpPr>
        <p:spPr/>
        <p:txBody>
          <a:bodyPr/>
          <a:lstStyle/>
          <a:p>
            <a:r>
              <a:rPr lang="zh-CN" altLang="en-US" dirty="0"/>
              <a:t>使用</a:t>
            </a:r>
            <a:r>
              <a:rPr lang="en-US" altLang="zh-CN" dirty="0" err="1"/>
              <a:t>cgroup</a:t>
            </a:r>
            <a:r>
              <a:rPr lang="zh-CN" altLang="en-US" dirty="0"/>
              <a:t>实现资源限制</a:t>
            </a:r>
            <a:endParaRPr lang="zh-CN" altLang="en-US" dirty="0"/>
          </a:p>
        </p:txBody>
      </p:sp>
      <p:sp>
        <p:nvSpPr>
          <p:cNvPr id="5" name="矩形: 圆角 4"/>
          <p:cNvSpPr/>
          <p:nvPr/>
        </p:nvSpPr>
        <p:spPr bwMode="auto">
          <a:xfrm>
            <a:off x="1496616" y="2636912"/>
            <a:ext cx="4320000" cy="408623"/>
          </a:xfrm>
          <a:prstGeom prst="roundRect">
            <a:avLst/>
          </a:prstGeom>
          <a:solidFill>
            <a:srgbClr val="33333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algn="l"/>
            <a:r>
              <a:rPr lang="en-US" altLang="zh-CN" sz="1800" dirty="0">
                <a:solidFill>
                  <a:srgbClr val="FFFFFF"/>
                </a:solidFill>
                <a:latin typeface="Consolas" panose="020B0609020204030204" pitchFamily="49" charset="0"/>
              </a:rPr>
              <a:t>taskset [options] -p [mask] </a:t>
            </a:r>
            <a:r>
              <a:rPr lang="en-US" altLang="zh-CN" sz="1800" dirty="0" err="1">
                <a:solidFill>
                  <a:srgbClr val="FFFFFF"/>
                </a:solidFill>
                <a:latin typeface="Consolas" panose="020B0609020204030204" pitchFamily="49" charset="0"/>
              </a:rPr>
              <a:t>pid</a:t>
            </a:r>
            <a:endParaRPr lang="en-US" altLang="zh-CN" sz="1800" dirty="0">
              <a:solidFill>
                <a:srgbClr val="FFFFFF"/>
              </a:solidFill>
              <a:latin typeface="Consolas" panose="020B0609020204030204" pitchFamily="49" charset="0"/>
            </a:endParaRPr>
          </a:p>
        </p:txBody>
      </p:sp>
      <p:sp>
        <p:nvSpPr>
          <p:cNvPr id="6" name="矩形: 圆角 5"/>
          <p:cNvSpPr/>
          <p:nvPr/>
        </p:nvSpPr>
        <p:spPr bwMode="auto">
          <a:xfrm>
            <a:off x="1424608" y="5013176"/>
            <a:ext cx="5832648" cy="1328023"/>
          </a:xfrm>
          <a:prstGeom prst="roundRect">
            <a:avLst/>
          </a:prstGeom>
          <a:solidFill>
            <a:srgbClr val="33333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algn="l"/>
            <a:r>
              <a:rPr lang="en-US" altLang="zh-CN" sz="1800" dirty="0">
                <a:solidFill>
                  <a:srgbClr val="FFFFFF"/>
                </a:solidFill>
                <a:latin typeface="Consolas" panose="020B0609020204030204" pitchFamily="49" charset="0"/>
              </a:rPr>
              <a:t># taskset -p 11698</a:t>
            </a:r>
            <a:endParaRPr lang="en-US" altLang="zh-CN" sz="1800" dirty="0">
              <a:solidFill>
                <a:srgbClr val="FFFFFF"/>
              </a:solidFill>
              <a:latin typeface="Consolas" panose="020B0609020204030204" pitchFamily="49" charset="0"/>
            </a:endParaRPr>
          </a:p>
          <a:p>
            <a:pPr algn="l"/>
            <a:r>
              <a:rPr lang="en-US" altLang="zh-CN" sz="1800" dirty="0" err="1">
                <a:solidFill>
                  <a:srgbClr val="FFFFFF"/>
                </a:solidFill>
                <a:latin typeface="Consolas" panose="020B0609020204030204" pitchFamily="49" charset="0"/>
              </a:rPr>
              <a:t>pid</a:t>
            </a:r>
            <a:r>
              <a:rPr lang="en-US" altLang="zh-CN" sz="1800" dirty="0">
                <a:solidFill>
                  <a:srgbClr val="FFFFFF"/>
                </a:solidFill>
                <a:latin typeface="Consolas" panose="020B0609020204030204" pitchFamily="49" charset="0"/>
              </a:rPr>
              <a:t> 11698's current affinity mask: f</a:t>
            </a:r>
            <a:endParaRPr lang="en-US" altLang="zh-CN" sz="1800" dirty="0">
              <a:solidFill>
                <a:srgbClr val="FFFFFF"/>
              </a:solidFill>
              <a:latin typeface="Consolas" panose="020B0609020204030204" pitchFamily="49" charset="0"/>
            </a:endParaRPr>
          </a:p>
          <a:p>
            <a:pPr algn="l"/>
            <a:r>
              <a:rPr lang="en-US" altLang="zh-CN" sz="1800" dirty="0">
                <a:solidFill>
                  <a:srgbClr val="FFFFFF"/>
                </a:solidFill>
                <a:latin typeface="Consolas" panose="020B0609020204030204" pitchFamily="49" charset="0"/>
              </a:rPr>
              <a:t># taskset -cp 11698</a:t>
            </a:r>
            <a:endParaRPr lang="en-US" altLang="zh-CN" sz="1800" dirty="0">
              <a:solidFill>
                <a:srgbClr val="FFFFFF"/>
              </a:solidFill>
              <a:latin typeface="Consolas" panose="020B0609020204030204" pitchFamily="49" charset="0"/>
            </a:endParaRPr>
          </a:p>
          <a:p>
            <a:pPr algn="l"/>
            <a:r>
              <a:rPr lang="en-US" altLang="zh-CN" sz="1800" dirty="0" err="1">
                <a:solidFill>
                  <a:srgbClr val="FFFFFF"/>
                </a:solidFill>
                <a:latin typeface="Consolas" panose="020B0609020204030204" pitchFamily="49" charset="0"/>
              </a:rPr>
              <a:t>pid</a:t>
            </a:r>
            <a:r>
              <a:rPr lang="en-US" altLang="zh-CN" sz="1800" dirty="0">
                <a:solidFill>
                  <a:srgbClr val="FFFFFF"/>
                </a:solidFill>
                <a:latin typeface="Consolas" panose="020B0609020204030204" pitchFamily="49" charset="0"/>
              </a:rPr>
              <a:t> 11698's current affinity list: 0-3</a:t>
            </a:r>
            <a:endParaRPr lang="en-US" altLang="zh-CN" sz="1800" dirty="0">
              <a:solidFill>
                <a:srgbClr val="FFFFFF"/>
              </a:solidFill>
              <a:latin typeface="Consolas" panose="020B0609020204030204" pitchFamily="49" charset="0"/>
            </a:endParaRP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88950" y="1340769"/>
            <a:ext cx="9576618" cy="5400599"/>
          </a:xfrm>
        </p:spPr>
        <p:txBody>
          <a:bodyPr/>
          <a:lstStyle/>
          <a:p>
            <a:r>
              <a:rPr lang="en-US" altLang="zh-CN" dirty="0" err="1"/>
              <a:t>cgexec</a:t>
            </a:r>
            <a:r>
              <a:rPr lang="zh-CN" altLang="en-US" dirty="0"/>
              <a:t>命令：</a:t>
            </a:r>
            <a:endParaRPr lang="en-US" altLang="zh-CN" dirty="0"/>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功能：在指定的</a:t>
            </a:r>
            <a:r>
              <a:rPr lang="en-US" altLang="zh-CN" sz="1800" kern="1200" dirty="0" err="1">
                <a:solidFill>
                  <a:srgbClr val="111111"/>
                </a:solidFill>
                <a:ea typeface="宋体" panose="02010600030101010101" pitchFamily="2" charset="-122"/>
              </a:rPr>
              <a:t>cgroup</a:t>
            </a:r>
            <a:r>
              <a:rPr lang="zh-CN" altLang="en-US" sz="1800" kern="1200" dirty="0">
                <a:solidFill>
                  <a:srgbClr val="111111"/>
                </a:solidFill>
                <a:ea typeface="宋体" panose="02010600030101010101" pitchFamily="2" charset="-122"/>
              </a:rPr>
              <a:t>中运行任务。</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命令语法：</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参数：</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-g                  </a:t>
            </a:r>
            <a:r>
              <a:rPr lang="zh-CN" altLang="en-US" sz="1800" kern="1200" dirty="0">
                <a:solidFill>
                  <a:srgbClr val="111111"/>
                </a:solidFill>
                <a:ea typeface="宋体" panose="02010600030101010101" pitchFamily="2" charset="-122"/>
              </a:rPr>
              <a:t>决定了将会运行哪一个</a:t>
            </a:r>
            <a:r>
              <a:rPr lang="en-US" altLang="zh-CN" sz="1800" kern="1200" dirty="0" err="1">
                <a:solidFill>
                  <a:srgbClr val="111111"/>
                </a:solidFill>
                <a:ea typeface="宋体" panose="02010600030101010101" pitchFamily="2" charset="-122"/>
              </a:rPr>
              <a:t>cgroup</a:t>
            </a:r>
            <a:r>
              <a:rPr lang="zh-CN" altLang="en-US" sz="1800" kern="1200" dirty="0">
                <a:solidFill>
                  <a:srgbClr val="111111"/>
                </a:solidFill>
                <a:ea typeface="宋体" panose="02010600030101010101" pitchFamily="2" charset="-122"/>
              </a:rPr>
              <a:t>系统。</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-h help         </a:t>
            </a:r>
            <a:r>
              <a:rPr lang="zh-CN" altLang="en-US" sz="1800" kern="1200" dirty="0">
                <a:solidFill>
                  <a:srgbClr val="111111"/>
                </a:solidFill>
                <a:ea typeface="宋体" panose="02010600030101010101" pitchFamily="2" charset="-122"/>
              </a:rPr>
              <a:t>帮助信息</a:t>
            </a:r>
            <a:endParaRPr lang="zh-CN" altLang="en-US"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例如：在</a:t>
            </a:r>
            <a:r>
              <a:rPr lang="en-US" altLang="zh-CN" sz="1800" kern="1200" dirty="0">
                <a:solidFill>
                  <a:srgbClr val="111111"/>
                </a:solidFill>
                <a:ea typeface="宋体" panose="02010600030101010101" pitchFamily="2" charset="-122"/>
              </a:rPr>
              <a:t>cpuset</a:t>
            </a:r>
            <a:r>
              <a:rPr lang="zh-CN" altLang="en-US" sz="1800" kern="1200" dirty="0">
                <a:solidFill>
                  <a:srgbClr val="111111"/>
                </a:solidFill>
                <a:ea typeface="宋体" panose="02010600030101010101" pitchFamily="2" charset="-122"/>
              </a:rPr>
              <a:t>：</a:t>
            </a:r>
            <a:r>
              <a:rPr lang="en-US" altLang="zh-CN" sz="1800" kern="1200" dirty="0">
                <a:solidFill>
                  <a:srgbClr val="111111"/>
                </a:solidFill>
                <a:ea typeface="宋体" panose="02010600030101010101" pitchFamily="2" charset="-122"/>
              </a:rPr>
              <a:t>mycpuset</a:t>
            </a:r>
            <a:r>
              <a:rPr lang="zh-CN" altLang="en-US" sz="1800" kern="1200" dirty="0">
                <a:solidFill>
                  <a:srgbClr val="111111"/>
                </a:solidFill>
                <a:ea typeface="宋体" panose="02010600030101010101" pitchFamily="2" charset="-122"/>
              </a:rPr>
              <a:t>中执行</a:t>
            </a:r>
            <a:r>
              <a:rPr lang="en-US" altLang="zh-CN" sz="1800" kern="1200" dirty="0">
                <a:solidFill>
                  <a:srgbClr val="111111"/>
                </a:solidFill>
                <a:ea typeface="宋体" panose="02010600030101010101" pitchFamily="2" charset="-122"/>
              </a:rPr>
              <a:t>test.sh</a:t>
            </a:r>
            <a:endParaRPr lang="zh-CN" altLang="en-US"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zh-CN" altLang="en-US" sz="1800" kern="1200" dirty="0">
              <a:solidFill>
                <a:srgbClr val="111111"/>
              </a:solidFill>
              <a:ea typeface="宋体" panose="02010600030101010101" pitchFamily="2" charset="-122"/>
            </a:endParaRPr>
          </a:p>
        </p:txBody>
      </p:sp>
      <p:sp>
        <p:nvSpPr>
          <p:cNvPr id="3" name="标题 2"/>
          <p:cNvSpPr>
            <a:spLocks noGrp="1"/>
          </p:cNvSpPr>
          <p:nvPr>
            <p:ph type="title"/>
          </p:nvPr>
        </p:nvSpPr>
        <p:spPr/>
        <p:txBody>
          <a:bodyPr/>
          <a:lstStyle/>
          <a:p>
            <a:r>
              <a:rPr lang="zh-CN" altLang="en-US" dirty="0"/>
              <a:t>使用</a:t>
            </a:r>
            <a:r>
              <a:rPr lang="en-US" altLang="zh-CN" dirty="0" err="1"/>
              <a:t>cgroup</a:t>
            </a:r>
            <a:r>
              <a:rPr lang="zh-CN" altLang="en-US" dirty="0"/>
              <a:t>实现资源限制</a:t>
            </a:r>
            <a:endParaRPr lang="zh-CN" altLang="en-US" dirty="0"/>
          </a:p>
        </p:txBody>
      </p:sp>
      <p:sp>
        <p:nvSpPr>
          <p:cNvPr id="5" name="矩形: 圆角 4"/>
          <p:cNvSpPr/>
          <p:nvPr/>
        </p:nvSpPr>
        <p:spPr bwMode="auto">
          <a:xfrm>
            <a:off x="1496616" y="2636912"/>
            <a:ext cx="7920434" cy="408623"/>
          </a:xfrm>
          <a:prstGeom prst="roundRect">
            <a:avLst/>
          </a:prstGeom>
          <a:solidFill>
            <a:srgbClr val="33333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algn="l"/>
            <a:r>
              <a:rPr lang="en-US" altLang="zh-CN" sz="1800" dirty="0" err="1">
                <a:solidFill>
                  <a:srgbClr val="FFFFFF"/>
                </a:solidFill>
                <a:latin typeface="Consolas" panose="020B0609020204030204" pitchFamily="49" charset="0"/>
              </a:rPr>
              <a:t>cgexec</a:t>
            </a:r>
            <a:r>
              <a:rPr lang="en-US" altLang="zh-CN" sz="1800" dirty="0">
                <a:solidFill>
                  <a:srgbClr val="FFFFFF"/>
                </a:solidFill>
                <a:latin typeface="Consolas" panose="020B0609020204030204" pitchFamily="49" charset="0"/>
              </a:rPr>
              <a:t> [-h] [-g &lt;</a:t>
            </a:r>
            <a:r>
              <a:rPr lang="zh-CN" altLang="en-US" sz="1800" dirty="0">
                <a:solidFill>
                  <a:srgbClr val="FFFFFF"/>
                </a:solidFill>
                <a:latin typeface="Consolas" panose="020B0609020204030204" pitchFamily="49" charset="0"/>
              </a:rPr>
              <a:t>子系统</a:t>
            </a:r>
            <a:r>
              <a:rPr lang="en-US" altLang="zh-CN" sz="1800" dirty="0">
                <a:solidFill>
                  <a:srgbClr val="FFFFFF"/>
                </a:solidFill>
                <a:latin typeface="Consolas" panose="020B0609020204030204" pitchFamily="49" charset="0"/>
              </a:rPr>
              <a:t>&gt;:&lt;</a:t>
            </a:r>
            <a:r>
              <a:rPr lang="zh-CN" altLang="en-US" sz="1800" dirty="0">
                <a:solidFill>
                  <a:srgbClr val="FFFFFF"/>
                </a:solidFill>
                <a:latin typeface="Consolas" panose="020B0609020204030204" pitchFamily="49" charset="0"/>
              </a:rPr>
              <a:t>路径</a:t>
            </a:r>
            <a:r>
              <a:rPr lang="en-US" altLang="zh-CN" sz="1800" dirty="0">
                <a:solidFill>
                  <a:srgbClr val="FFFFFF"/>
                </a:solidFill>
                <a:latin typeface="Consolas" panose="020B0609020204030204" pitchFamily="49" charset="0"/>
              </a:rPr>
              <a:t>&gt;] [--sticky] </a:t>
            </a:r>
            <a:r>
              <a:rPr lang="zh-CN" altLang="en-US" sz="1800" dirty="0">
                <a:solidFill>
                  <a:srgbClr val="FFFFFF"/>
                </a:solidFill>
                <a:latin typeface="Consolas" panose="020B0609020204030204" pitchFamily="49" charset="0"/>
              </a:rPr>
              <a:t>命令名 </a:t>
            </a:r>
            <a:r>
              <a:rPr lang="en-US" altLang="zh-CN" sz="1800" dirty="0">
                <a:solidFill>
                  <a:srgbClr val="FFFFFF"/>
                </a:solidFill>
                <a:latin typeface="Consolas" panose="020B0609020204030204" pitchFamily="49" charset="0"/>
              </a:rPr>
              <a:t>[</a:t>
            </a:r>
            <a:r>
              <a:rPr lang="zh-CN" altLang="en-US" sz="1800" dirty="0">
                <a:solidFill>
                  <a:srgbClr val="FFFFFF"/>
                </a:solidFill>
                <a:latin typeface="Consolas" panose="020B0609020204030204" pitchFamily="49" charset="0"/>
              </a:rPr>
              <a:t>命令参数</a:t>
            </a:r>
            <a:r>
              <a:rPr lang="en-US" altLang="zh-CN" sz="1800" dirty="0">
                <a:solidFill>
                  <a:srgbClr val="FFFFFF"/>
                </a:solidFill>
                <a:latin typeface="Consolas" panose="020B0609020204030204" pitchFamily="49" charset="0"/>
              </a:rPr>
              <a:t>]</a:t>
            </a:r>
            <a:endParaRPr lang="en-US" altLang="zh-CN" sz="1800" dirty="0">
              <a:solidFill>
                <a:srgbClr val="FFFFFF"/>
              </a:solidFill>
              <a:latin typeface="Consolas" panose="020B0609020204030204" pitchFamily="49" charset="0"/>
            </a:endParaRPr>
          </a:p>
        </p:txBody>
      </p:sp>
      <p:sp>
        <p:nvSpPr>
          <p:cNvPr id="6" name="矩形: 圆角 5"/>
          <p:cNvSpPr/>
          <p:nvPr/>
        </p:nvSpPr>
        <p:spPr bwMode="auto">
          <a:xfrm>
            <a:off x="1496611" y="4725186"/>
            <a:ext cx="5832648" cy="408623"/>
          </a:xfrm>
          <a:prstGeom prst="roundRect">
            <a:avLst/>
          </a:prstGeom>
          <a:solidFill>
            <a:srgbClr val="33333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algn="l"/>
            <a:r>
              <a:rPr lang="en-US" altLang="zh-CN" sz="1800" dirty="0">
                <a:solidFill>
                  <a:srgbClr val="FFFFFF"/>
                </a:solidFill>
                <a:latin typeface="Consolas" panose="020B0609020204030204" pitchFamily="49" charset="0"/>
              </a:rPr>
              <a:t># </a:t>
            </a:r>
            <a:r>
              <a:rPr lang="en-US" altLang="zh-CN" sz="1800" dirty="0" err="1">
                <a:solidFill>
                  <a:srgbClr val="FFFFFF"/>
                </a:solidFill>
                <a:latin typeface="Consolas" panose="020B0609020204030204" pitchFamily="49" charset="0"/>
              </a:rPr>
              <a:t>cgexec</a:t>
            </a:r>
            <a:r>
              <a:rPr lang="en-US" altLang="zh-CN" sz="1800" dirty="0">
                <a:solidFill>
                  <a:srgbClr val="FFFFFF"/>
                </a:solidFill>
                <a:latin typeface="Consolas" panose="020B0609020204030204" pitchFamily="49" charset="0"/>
              </a:rPr>
              <a:t> -g </a:t>
            </a:r>
            <a:r>
              <a:rPr lang="en-US" altLang="zh-CN" sz="1800" dirty="0" err="1">
                <a:solidFill>
                  <a:srgbClr val="FFFFFF"/>
                </a:solidFill>
                <a:latin typeface="Consolas" panose="020B0609020204030204" pitchFamily="49" charset="0"/>
              </a:rPr>
              <a:t>cpuset:mycpuset</a:t>
            </a:r>
            <a:r>
              <a:rPr lang="en-US" altLang="zh-CN" sz="1800" dirty="0">
                <a:solidFill>
                  <a:srgbClr val="FFFFFF"/>
                </a:solidFill>
                <a:latin typeface="Consolas" panose="020B0609020204030204" pitchFamily="49" charset="0"/>
              </a:rPr>
              <a:t> ./test.sh</a:t>
            </a:r>
            <a:endParaRPr lang="en-US" altLang="zh-CN" sz="1800" dirty="0">
              <a:solidFill>
                <a:srgbClr val="FFFFFF"/>
              </a:solidFill>
              <a:latin typeface="Consolas" panose="020B0609020204030204" pitchFamily="49" charset="0"/>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88950" y="1340769"/>
            <a:ext cx="9144570" cy="1800199"/>
          </a:xfrm>
        </p:spPr>
        <p:txBody>
          <a:bodyPr/>
          <a:lstStyle/>
          <a:p>
            <a:r>
              <a:rPr lang="zh-CN" altLang="en-US" dirty="0"/>
              <a:t>任务描述</a:t>
            </a:r>
            <a:endParaRPr lang="en-US" altLang="zh-CN" dirty="0"/>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使用 </a:t>
            </a:r>
            <a:r>
              <a:rPr lang="en-US" altLang="zh-CN" sz="1800" kern="1200" dirty="0" err="1">
                <a:solidFill>
                  <a:srgbClr val="111111"/>
                </a:solidFill>
                <a:ea typeface="宋体" panose="02010600030101010101" pitchFamily="2" charset="-122"/>
              </a:rPr>
              <a:t>cgroup</a:t>
            </a:r>
            <a:r>
              <a:rPr lang="en-US" altLang="zh-CN" sz="1800" kern="1200" dirty="0">
                <a:solidFill>
                  <a:srgbClr val="111111"/>
                </a:solidFill>
                <a:ea typeface="宋体" panose="02010600030101010101" pitchFamily="2" charset="-122"/>
              </a:rPr>
              <a:t> </a:t>
            </a:r>
            <a:r>
              <a:rPr lang="zh-CN" altLang="en-US" sz="1800" kern="1200" dirty="0">
                <a:solidFill>
                  <a:srgbClr val="111111"/>
                </a:solidFill>
                <a:ea typeface="宋体" panose="02010600030101010101" pitchFamily="2" charset="-122"/>
              </a:rPr>
              <a:t>实现不允许访问 </a:t>
            </a:r>
            <a:r>
              <a:rPr lang="en-US" altLang="zh-CN" sz="1800" kern="1200" dirty="0">
                <a:solidFill>
                  <a:srgbClr val="111111"/>
                </a:solidFill>
                <a:ea typeface="宋体" panose="02010600030101010101" pitchFamily="2" charset="-122"/>
              </a:rPr>
              <a:t>U</a:t>
            </a:r>
            <a:r>
              <a:rPr lang="zh-CN" altLang="en-US" sz="1800" kern="1200" dirty="0">
                <a:solidFill>
                  <a:srgbClr val="111111"/>
                </a:solidFill>
                <a:ea typeface="宋体" panose="02010600030101010101" pitchFamily="2" charset="-122"/>
              </a:rPr>
              <a:t>盘。</a:t>
            </a:r>
            <a:endParaRPr lang="zh-CN" altLang="en-US"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a:solidFill>
                  <a:srgbClr val="111111"/>
                </a:solidFill>
                <a:ea typeface="宋体" panose="02010600030101010101" pitchFamily="2" charset="-122"/>
              </a:rPr>
              <a:t>使用 </a:t>
            </a:r>
            <a:r>
              <a:rPr lang="en-US" altLang="zh-CN" sz="1800" kern="1200" dirty="0" err="1">
                <a:solidFill>
                  <a:srgbClr val="111111"/>
                </a:solidFill>
                <a:ea typeface="宋体" panose="02010600030101010101" pitchFamily="2" charset="-122"/>
              </a:rPr>
              <a:t>cgexec</a:t>
            </a:r>
            <a:r>
              <a:rPr lang="en-US" altLang="zh-CN" sz="1800" kern="1200" dirty="0">
                <a:solidFill>
                  <a:srgbClr val="111111"/>
                </a:solidFill>
                <a:ea typeface="宋体" panose="02010600030101010101" pitchFamily="2" charset="-122"/>
              </a:rPr>
              <a:t> </a:t>
            </a:r>
            <a:r>
              <a:rPr lang="zh-CN" altLang="en-US" sz="1800" kern="1200" dirty="0">
                <a:solidFill>
                  <a:srgbClr val="111111"/>
                </a:solidFill>
                <a:ea typeface="宋体" panose="02010600030101010101" pitchFamily="2" charset="-122"/>
              </a:rPr>
              <a:t>与 </a:t>
            </a:r>
            <a:r>
              <a:rPr lang="en-US" altLang="zh-CN" sz="1800" kern="1200" dirty="0">
                <a:solidFill>
                  <a:srgbClr val="111111"/>
                </a:solidFill>
                <a:ea typeface="宋体" panose="02010600030101010101" pitchFamily="2" charset="-122"/>
              </a:rPr>
              <a:t>dd </a:t>
            </a:r>
            <a:r>
              <a:rPr lang="zh-CN" altLang="en-US" sz="1800" kern="1200" dirty="0">
                <a:solidFill>
                  <a:srgbClr val="111111"/>
                </a:solidFill>
                <a:ea typeface="宋体" panose="02010600030101010101" pitchFamily="2" charset="-122"/>
              </a:rPr>
              <a:t>命令验证上述限制操作是否成功。</a:t>
            </a:r>
            <a:endParaRPr lang="zh-CN" altLang="en-US" dirty="0"/>
          </a:p>
        </p:txBody>
      </p:sp>
      <p:sp>
        <p:nvSpPr>
          <p:cNvPr id="3" name="标题 2"/>
          <p:cNvSpPr>
            <a:spLocks noGrp="1"/>
          </p:cNvSpPr>
          <p:nvPr>
            <p:ph type="title"/>
          </p:nvPr>
        </p:nvSpPr>
        <p:spPr/>
        <p:txBody>
          <a:bodyPr/>
          <a:lstStyle/>
          <a:p>
            <a:r>
              <a:rPr lang="zh-CN" altLang="en-US" dirty="0"/>
              <a:t>任务</a:t>
            </a:r>
            <a:r>
              <a:rPr lang="en-US" altLang="zh-CN" dirty="0"/>
              <a:t>5</a:t>
            </a:r>
            <a:r>
              <a:rPr lang="zh-CN" altLang="en-US" dirty="0"/>
              <a:t>：使用 </a:t>
            </a:r>
            <a:r>
              <a:rPr lang="en-US" altLang="zh-CN" dirty="0" err="1"/>
              <a:t>cgroup</a:t>
            </a:r>
            <a:r>
              <a:rPr lang="en-US" altLang="zh-CN" dirty="0"/>
              <a:t> </a:t>
            </a:r>
            <a:r>
              <a:rPr lang="zh-CN" altLang="en-US" dirty="0"/>
              <a:t>实现不允许访问</a:t>
            </a:r>
            <a:r>
              <a:rPr lang="en-US" altLang="zh-CN" dirty="0"/>
              <a:t>U</a:t>
            </a:r>
            <a:r>
              <a:rPr lang="zh-CN" altLang="en-US" dirty="0"/>
              <a:t>盘</a:t>
            </a:r>
            <a:endParaRPr lang="zh-CN" altLang="en-US" dirty="0"/>
          </a:p>
        </p:txBody>
      </p:sp>
      <p:sp>
        <p:nvSpPr>
          <p:cNvPr id="4" name="内容占位符 1"/>
          <p:cNvSpPr txBox="1"/>
          <p:nvPr/>
        </p:nvSpPr>
        <p:spPr bwMode="auto">
          <a:xfrm>
            <a:off x="488950" y="2996953"/>
            <a:ext cx="9144570" cy="1800199"/>
          </a:xfrm>
          <a:prstGeom prst="rect">
            <a:avLst/>
          </a:prstGeom>
          <a:noFill/>
          <a:ln w="9525">
            <a:noFill/>
            <a:miter lim="800000"/>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rgbClr val="FF5050"/>
              </a:buClr>
              <a:buSzPct val="120000"/>
              <a:buFont typeface="Wingdings" panose="05000000000000000000" pitchFamily="2" charset="2"/>
              <a:buChar char="§"/>
              <a:defRPr kumimoji="1" sz="2800" b="1">
                <a:solidFill>
                  <a:srgbClr val="000066"/>
                </a:solidFill>
                <a:latin typeface="Times New Roman" panose="02020603050405020304" pitchFamily="18" charset="0"/>
                <a:ea typeface="+mn-ea"/>
                <a:cs typeface="Times New Roman" panose="02020603050405020304" pitchFamily="18" charset="0"/>
              </a:defRPr>
            </a:lvl1pPr>
            <a:lvl2pPr marL="742950" indent="-285750" algn="l" rtl="0" eaLnBrk="0" fontAlgn="base" hangingPunct="0">
              <a:lnSpc>
                <a:spcPct val="100000"/>
              </a:lnSpc>
              <a:spcBef>
                <a:spcPct val="20000"/>
              </a:spcBef>
              <a:spcAft>
                <a:spcPct val="0"/>
              </a:spcAft>
              <a:buClr>
                <a:schemeClr val="tx2"/>
              </a:buClr>
              <a:buSzPct val="75000"/>
              <a:buFont typeface="Wingdings" panose="05000000000000000000" pitchFamily="2" charset="2"/>
              <a:buChar char="v"/>
              <a:defRPr kumimoji="1" sz="2000" b="1">
                <a:solidFill>
                  <a:schemeClr val="tx1"/>
                </a:solidFill>
                <a:latin typeface="Times New Roman" panose="02020603050405020304" pitchFamily="18" charset="0"/>
                <a:ea typeface="幼圆" panose="02010509060101010101" pitchFamily="49" charset="-122"/>
                <a:cs typeface="Times New Roman" panose="02020603050405020304" pitchFamily="18" charset="0"/>
              </a:defRPr>
            </a:lvl2pPr>
            <a:lvl3pPr marL="1143000" indent="-228600" algn="l" rtl="0" eaLnBrk="0" fontAlgn="base" hangingPunct="0">
              <a:spcBef>
                <a:spcPct val="20000"/>
              </a:spcBef>
              <a:spcAft>
                <a:spcPct val="0"/>
              </a:spcAft>
              <a:buClr>
                <a:schemeClr val="hlink"/>
              </a:buClr>
              <a:buSzPct val="65000"/>
              <a:buFont typeface="Wingdings" panose="05000000000000000000" pitchFamily="2" charset="2"/>
              <a:buChar char="Ø"/>
              <a:defRPr kumimoji="1" sz="2000" b="1">
                <a:solidFill>
                  <a:srgbClr val="CC3300"/>
                </a:solidFill>
                <a:latin typeface="Times New Roman" panose="02020603050405020304" pitchFamily="18" charset="0"/>
                <a:ea typeface="+mn-ea"/>
                <a:cs typeface="Times New Roman" panose="02020603050405020304" pitchFamily="18" charset="0"/>
              </a:defRPr>
            </a:lvl3pPr>
            <a:lvl4pPr marL="1600200" indent="-228600" algn="l" rtl="0" eaLnBrk="0" fontAlgn="base" hangingPunct="0">
              <a:spcBef>
                <a:spcPct val="20000"/>
              </a:spcBef>
              <a:spcAft>
                <a:spcPct val="0"/>
              </a:spcAft>
              <a:buClr>
                <a:schemeClr val="tx2"/>
              </a:buClr>
              <a:buSzPct val="100000"/>
              <a:buChar char="•"/>
              <a:defRPr kumimoji="1">
                <a:solidFill>
                  <a:srgbClr val="CC3300"/>
                </a:solidFill>
                <a:latin typeface="Times New Roman" panose="02020603050405020304" pitchFamily="18" charset="0"/>
                <a:ea typeface="+mn-ea"/>
                <a:cs typeface="Times New Roman" panose="02020603050405020304" pitchFamily="18" charset="0"/>
              </a:defRPr>
            </a:lvl4pPr>
            <a:lvl5pPr marL="2057400" indent="-228600" algn="l" rtl="0" eaLnBrk="0" fontAlgn="base" hangingPunct="0">
              <a:spcBef>
                <a:spcPct val="20000"/>
              </a:spcBef>
              <a:spcAft>
                <a:spcPct val="0"/>
              </a:spcAft>
              <a:buClr>
                <a:schemeClr val="hlink"/>
              </a:buClr>
              <a:buSzPct val="100000"/>
              <a:buChar char="–"/>
              <a:defRPr kumimoji="1">
                <a:solidFill>
                  <a:srgbClr val="1C1C1C"/>
                </a:solidFill>
                <a:latin typeface="Times New Roman" panose="02020603050405020304" pitchFamily="18" charset="0"/>
                <a:ea typeface="+mn-ea"/>
                <a:cs typeface="Times New Roman" panose="02020603050405020304" pitchFamily="18" charset="0"/>
              </a:defRPr>
            </a:lvl5pPr>
            <a:lvl6pPr marL="2514600" indent="-228600" algn="l" rtl="0" fontAlgn="base">
              <a:spcBef>
                <a:spcPct val="20000"/>
              </a:spcBef>
              <a:spcAft>
                <a:spcPct val="0"/>
              </a:spcAft>
              <a:buClr>
                <a:schemeClr val="hlink"/>
              </a:buClr>
              <a:buSzPct val="100000"/>
              <a:buChar char="–"/>
              <a:defRPr kumimoji="1">
                <a:solidFill>
                  <a:srgbClr val="1C1C1C"/>
                </a:solidFill>
                <a:latin typeface="+mn-lt"/>
                <a:ea typeface="+mn-ea"/>
              </a:defRPr>
            </a:lvl6pPr>
            <a:lvl7pPr marL="2971800" indent="-228600" algn="l" rtl="0" fontAlgn="base">
              <a:spcBef>
                <a:spcPct val="20000"/>
              </a:spcBef>
              <a:spcAft>
                <a:spcPct val="0"/>
              </a:spcAft>
              <a:buClr>
                <a:schemeClr val="hlink"/>
              </a:buClr>
              <a:buSzPct val="100000"/>
              <a:buChar char="–"/>
              <a:defRPr kumimoji="1">
                <a:solidFill>
                  <a:srgbClr val="1C1C1C"/>
                </a:solidFill>
                <a:latin typeface="+mn-lt"/>
                <a:ea typeface="+mn-ea"/>
              </a:defRPr>
            </a:lvl7pPr>
            <a:lvl8pPr marL="3429000" indent="-228600" algn="l" rtl="0" fontAlgn="base">
              <a:spcBef>
                <a:spcPct val="20000"/>
              </a:spcBef>
              <a:spcAft>
                <a:spcPct val="0"/>
              </a:spcAft>
              <a:buClr>
                <a:schemeClr val="hlink"/>
              </a:buClr>
              <a:buSzPct val="100000"/>
              <a:buChar char="–"/>
              <a:defRPr kumimoji="1">
                <a:solidFill>
                  <a:srgbClr val="1C1C1C"/>
                </a:solidFill>
                <a:latin typeface="+mn-lt"/>
                <a:ea typeface="+mn-ea"/>
              </a:defRPr>
            </a:lvl8pPr>
            <a:lvl9pPr marL="3886200" indent="-228600" algn="l" rtl="0" fontAlgn="base">
              <a:spcBef>
                <a:spcPct val="20000"/>
              </a:spcBef>
              <a:spcAft>
                <a:spcPct val="0"/>
              </a:spcAft>
              <a:buClr>
                <a:schemeClr val="hlink"/>
              </a:buClr>
              <a:buSzPct val="100000"/>
              <a:buChar char="–"/>
              <a:defRPr kumimoji="1">
                <a:solidFill>
                  <a:srgbClr val="1C1C1C"/>
                </a:solidFill>
                <a:latin typeface="+mn-lt"/>
                <a:ea typeface="+mn-ea"/>
              </a:defRPr>
            </a:lvl9pPr>
          </a:lstStyle>
          <a:p>
            <a:r>
              <a:rPr lang="zh-CN" altLang="en-US" kern="0" dirty="0"/>
              <a:t>审核要求</a:t>
            </a:r>
            <a:endParaRPr lang="en-US" altLang="zh-CN" kern="0" dirty="0"/>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dirty="0">
                <a:solidFill>
                  <a:srgbClr val="111111"/>
                </a:solidFill>
                <a:ea typeface="宋体" panose="02010600030101010101" pitchFamily="2" charset="-122"/>
              </a:rPr>
              <a:t>正确、成功地限制 </a:t>
            </a:r>
            <a:r>
              <a:rPr lang="en-US" altLang="zh-CN" sz="1800" dirty="0">
                <a:solidFill>
                  <a:srgbClr val="111111"/>
                </a:solidFill>
                <a:ea typeface="宋体" panose="02010600030101010101" pitchFamily="2" charset="-122"/>
              </a:rPr>
              <a:t>U </a:t>
            </a:r>
            <a:r>
              <a:rPr lang="zh-CN" altLang="en-US" sz="1800" dirty="0">
                <a:solidFill>
                  <a:srgbClr val="111111"/>
                </a:solidFill>
                <a:ea typeface="宋体" panose="02010600030101010101" pitchFamily="2" charset="-122"/>
              </a:rPr>
              <a:t>盘访问。</a:t>
            </a:r>
            <a:endParaRPr lang="zh-CN" altLang="en-US" sz="18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dirty="0">
                <a:solidFill>
                  <a:srgbClr val="111111"/>
                </a:solidFill>
                <a:ea typeface="宋体" panose="02010600030101010101" pitchFamily="2" charset="-122"/>
              </a:rPr>
              <a:t>提交每一步操作以及结果显示的截图。</a:t>
            </a:r>
            <a:endParaRPr lang="zh-CN" altLang="en-US" kern="0" dirty="0"/>
          </a:p>
        </p:txBody>
      </p:sp>
      <p:pic>
        <p:nvPicPr>
          <p:cNvPr id="5" name="图片 4"/>
          <p:cNvPicPr>
            <a:picLocks noChangeAspect="1"/>
          </p:cNvPicPr>
          <p:nvPr/>
        </p:nvPicPr>
        <p:blipFill>
          <a:blip r:embed="rId1"/>
          <a:stretch>
            <a:fillRect/>
          </a:stretch>
        </p:blipFill>
        <p:spPr>
          <a:xfrm>
            <a:off x="751786" y="5586329"/>
            <a:ext cx="9000000" cy="867007"/>
          </a:xfrm>
          <a:prstGeom prst="rect">
            <a:avLst/>
          </a:prstGeom>
        </p:spPr>
      </p:pic>
      <p:pic>
        <p:nvPicPr>
          <p:cNvPr id="6" name="图片 5"/>
          <p:cNvPicPr>
            <a:picLocks noChangeAspect="1"/>
          </p:cNvPicPr>
          <p:nvPr/>
        </p:nvPicPr>
        <p:blipFill>
          <a:blip r:embed="rId2"/>
          <a:stretch>
            <a:fillRect/>
          </a:stretch>
        </p:blipFill>
        <p:spPr>
          <a:xfrm>
            <a:off x="776536" y="4365104"/>
            <a:ext cx="4680000" cy="1035800"/>
          </a:xfrm>
          <a:prstGeom prst="rect">
            <a:avLst/>
          </a:prstGeom>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88950" y="1340769"/>
            <a:ext cx="9576618" cy="5400599"/>
          </a:xfrm>
        </p:spPr>
        <p:txBody>
          <a:bodyPr/>
          <a:lstStyle/>
          <a:p>
            <a:r>
              <a:rPr lang="en-US" altLang="zh-CN" dirty="0" err="1"/>
              <a:t>fdisk</a:t>
            </a:r>
            <a:r>
              <a:rPr lang="en-US" altLang="zh-CN" dirty="0"/>
              <a:t> </a:t>
            </a:r>
            <a:r>
              <a:rPr lang="zh-CN" altLang="en-US" dirty="0"/>
              <a:t>命令：</a:t>
            </a:r>
            <a:endParaRPr lang="en-US" altLang="zh-CN" dirty="0"/>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功能：创建和维护分区表的程序。</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命令语法：</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参数：（必要参数）：</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-l           </a:t>
            </a:r>
            <a:r>
              <a:rPr lang="zh-CN" altLang="en-US" sz="1800" kern="1200" dirty="0">
                <a:solidFill>
                  <a:srgbClr val="111111"/>
                </a:solidFill>
                <a:ea typeface="宋体" panose="02010600030101010101" pitchFamily="2" charset="-122"/>
              </a:rPr>
              <a:t>列出素所有分区表</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-u           </a:t>
            </a:r>
            <a:r>
              <a:rPr lang="zh-CN" altLang="en-US" sz="1800" kern="1200" dirty="0">
                <a:solidFill>
                  <a:srgbClr val="111111"/>
                </a:solidFill>
                <a:ea typeface="宋体" panose="02010600030101010101" pitchFamily="2" charset="-122"/>
              </a:rPr>
              <a:t>与</a:t>
            </a:r>
            <a:r>
              <a:rPr lang="en-US" altLang="zh-CN" sz="1800" kern="1200" dirty="0">
                <a:solidFill>
                  <a:srgbClr val="111111"/>
                </a:solidFill>
                <a:ea typeface="宋体" panose="02010600030101010101" pitchFamily="2" charset="-122"/>
              </a:rPr>
              <a:t>"-l"</a:t>
            </a:r>
            <a:r>
              <a:rPr lang="zh-CN" altLang="en-US" sz="1800" kern="1200" dirty="0">
                <a:solidFill>
                  <a:srgbClr val="111111"/>
                </a:solidFill>
                <a:ea typeface="宋体" panose="02010600030101010101" pitchFamily="2" charset="-122"/>
              </a:rPr>
              <a:t>搭配使用，显示分区数目</a:t>
            </a:r>
            <a:endParaRPr lang="zh-CN" altLang="en-US"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例如：常用 </a:t>
            </a:r>
            <a:r>
              <a:rPr lang="en-US" altLang="zh-CN" sz="1800" kern="1200" dirty="0" err="1">
                <a:solidFill>
                  <a:srgbClr val="111111"/>
                </a:solidFill>
                <a:ea typeface="宋体" panose="02010600030101010101" pitchFamily="2" charset="-122"/>
              </a:rPr>
              <a:t>fdisk</a:t>
            </a:r>
            <a:r>
              <a:rPr lang="en-US" altLang="zh-CN" sz="1800" kern="1200" dirty="0">
                <a:solidFill>
                  <a:srgbClr val="111111"/>
                </a:solidFill>
                <a:ea typeface="宋体" panose="02010600030101010101" pitchFamily="2" charset="-122"/>
              </a:rPr>
              <a:t> -l </a:t>
            </a:r>
            <a:r>
              <a:rPr lang="zh-CN" altLang="en-US" sz="1800" kern="1200" dirty="0">
                <a:solidFill>
                  <a:srgbClr val="111111"/>
                </a:solidFill>
                <a:ea typeface="宋体" panose="02010600030101010101" pitchFamily="2" charset="-122"/>
              </a:rPr>
              <a:t>显示当前分区情况。可以得到</a:t>
            </a:r>
            <a:r>
              <a:rPr lang="en-US" altLang="zh-CN" sz="1800" kern="1200" dirty="0">
                <a:solidFill>
                  <a:srgbClr val="111111"/>
                </a:solidFill>
                <a:ea typeface="宋体" panose="02010600030101010101" pitchFamily="2" charset="-122"/>
              </a:rPr>
              <a:t>U</a:t>
            </a:r>
            <a:r>
              <a:rPr lang="zh-CN" altLang="en-US" sz="1800" kern="1200" dirty="0">
                <a:solidFill>
                  <a:srgbClr val="111111"/>
                </a:solidFill>
                <a:ea typeface="宋体" panose="02010600030101010101" pitchFamily="2" charset="-122"/>
              </a:rPr>
              <a:t>盘所在的分区。</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dirty="0"/>
              <a:t>ls -l </a:t>
            </a:r>
            <a:r>
              <a:rPr lang="zh-CN" altLang="en-US" dirty="0"/>
              <a:t>：显示文件及其详细信息。</a:t>
            </a:r>
            <a:endParaRPr lang="en-US" altLang="zh-CN" dirty="0"/>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查看设备信息</a:t>
            </a:r>
            <a:r>
              <a:rPr lang="en-US" altLang="zh-CN" sz="1800" kern="1200" dirty="0">
                <a:solidFill>
                  <a:srgbClr val="111111"/>
                </a:solidFill>
                <a:ea typeface="宋体" panose="02010600030101010101" pitchFamily="2" charset="-122"/>
              </a:rPr>
              <a:t>——</a:t>
            </a:r>
            <a:r>
              <a:rPr lang="zh-CN" altLang="en-US" sz="1800" kern="1200" dirty="0">
                <a:solidFill>
                  <a:srgbClr val="111111"/>
                </a:solidFill>
                <a:ea typeface="宋体" panose="02010600030101010101" pitchFamily="2" charset="-122"/>
              </a:rPr>
              <a:t>可知：</a:t>
            </a:r>
            <a:r>
              <a:rPr lang="en-US" altLang="zh-CN" sz="1800" kern="1200" dirty="0">
                <a:solidFill>
                  <a:srgbClr val="111111"/>
                </a:solidFill>
                <a:ea typeface="宋体" panose="02010600030101010101" pitchFamily="2" charset="-122"/>
              </a:rPr>
              <a:t>8</a:t>
            </a:r>
            <a:r>
              <a:rPr lang="zh-CN" altLang="en-US" sz="1800" kern="1200" dirty="0">
                <a:solidFill>
                  <a:srgbClr val="111111"/>
                </a:solidFill>
                <a:ea typeface="宋体" panose="02010600030101010101" pitchFamily="2" charset="-122"/>
              </a:rPr>
              <a:t>为主设备号，</a:t>
            </a:r>
            <a:r>
              <a:rPr lang="en-US" altLang="zh-CN" sz="1800" kern="1200" dirty="0">
                <a:solidFill>
                  <a:srgbClr val="111111"/>
                </a:solidFill>
                <a:ea typeface="宋体" panose="02010600030101010101" pitchFamily="2" charset="-122"/>
              </a:rPr>
              <a:t>4</a:t>
            </a:r>
            <a:r>
              <a:rPr lang="zh-CN" altLang="en-US" sz="1800" kern="1200" dirty="0">
                <a:solidFill>
                  <a:srgbClr val="111111"/>
                </a:solidFill>
                <a:ea typeface="宋体" panose="02010600030101010101" pitchFamily="2" charset="-122"/>
              </a:rPr>
              <a:t>为次设备号。</a:t>
            </a:r>
            <a:endParaRPr lang="zh-CN" altLang="en-US" sz="1800" kern="1200" dirty="0">
              <a:solidFill>
                <a:srgbClr val="111111"/>
              </a:solidFill>
              <a:ea typeface="宋体" panose="02010600030101010101" pitchFamily="2" charset="-122"/>
            </a:endParaRPr>
          </a:p>
        </p:txBody>
      </p:sp>
      <p:sp>
        <p:nvSpPr>
          <p:cNvPr id="3" name="标题 2"/>
          <p:cNvSpPr>
            <a:spLocks noGrp="1"/>
          </p:cNvSpPr>
          <p:nvPr>
            <p:ph type="title"/>
          </p:nvPr>
        </p:nvSpPr>
        <p:spPr/>
        <p:txBody>
          <a:bodyPr/>
          <a:lstStyle/>
          <a:p>
            <a:r>
              <a:rPr lang="zh-CN" altLang="en-US" dirty="0"/>
              <a:t>使用</a:t>
            </a:r>
            <a:r>
              <a:rPr lang="en-US" altLang="zh-CN" dirty="0" err="1"/>
              <a:t>cgroup</a:t>
            </a:r>
            <a:r>
              <a:rPr lang="zh-CN" altLang="en-US" dirty="0"/>
              <a:t>实现资源限制</a:t>
            </a:r>
            <a:endParaRPr lang="zh-CN" altLang="en-US" dirty="0"/>
          </a:p>
        </p:txBody>
      </p:sp>
      <p:sp>
        <p:nvSpPr>
          <p:cNvPr id="5" name="矩形: 圆角 4"/>
          <p:cNvSpPr/>
          <p:nvPr/>
        </p:nvSpPr>
        <p:spPr bwMode="auto">
          <a:xfrm>
            <a:off x="1496616" y="2636912"/>
            <a:ext cx="4320000" cy="408623"/>
          </a:xfrm>
          <a:prstGeom prst="roundRect">
            <a:avLst/>
          </a:prstGeom>
          <a:solidFill>
            <a:srgbClr val="33333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algn="l"/>
            <a:r>
              <a:rPr lang="en-US" altLang="zh-CN" sz="1800" dirty="0" err="1">
                <a:solidFill>
                  <a:srgbClr val="FFFFFF"/>
                </a:solidFill>
                <a:latin typeface="Consolas" panose="020B0609020204030204" pitchFamily="49" charset="0"/>
              </a:rPr>
              <a:t>fdisk</a:t>
            </a:r>
            <a:r>
              <a:rPr lang="en-US" altLang="zh-CN" sz="1800" dirty="0">
                <a:solidFill>
                  <a:srgbClr val="FFFFFF"/>
                </a:solidFill>
                <a:latin typeface="Consolas" panose="020B0609020204030204" pitchFamily="49" charset="0"/>
              </a:rPr>
              <a:t> [</a:t>
            </a:r>
            <a:r>
              <a:rPr lang="zh-CN" altLang="en-US" sz="1800" dirty="0">
                <a:solidFill>
                  <a:srgbClr val="FFFFFF"/>
                </a:solidFill>
                <a:latin typeface="Consolas" panose="020B0609020204030204" pitchFamily="49" charset="0"/>
              </a:rPr>
              <a:t>必要参数</a:t>
            </a:r>
            <a:r>
              <a:rPr lang="en-US" altLang="zh-CN" sz="1800" dirty="0">
                <a:solidFill>
                  <a:srgbClr val="FFFFFF"/>
                </a:solidFill>
                <a:latin typeface="Consolas" panose="020B0609020204030204" pitchFamily="49" charset="0"/>
              </a:rPr>
              <a:t>][</a:t>
            </a:r>
            <a:r>
              <a:rPr lang="zh-CN" altLang="en-US" sz="1800" dirty="0">
                <a:solidFill>
                  <a:srgbClr val="FFFFFF"/>
                </a:solidFill>
                <a:latin typeface="Consolas" panose="020B0609020204030204" pitchFamily="49" charset="0"/>
              </a:rPr>
              <a:t>选择参数</a:t>
            </a:r>
            <a:r>
              <a:rPr lang="en-US" altLang="zh-CN" sz="1800" dirty="0">
                <a:solidFill>
                  <a:srgbClr val="FFFFFF"/>
                </a:solidFill>
                <a:latin typeface="Consolas" panose="020B0609020204030204" pitchFamily="49" charset="0"/>
              </a:rPr>
              <a:t>]</a:t>
            </a:r>
            <a:endParaRPr lang="en-US" altLang="zh-CN" sz="1800" dirty="0">
              <a:solidFill>
                <a:srgbClr val="FFFFFF"/>
              </a:solidFill>
              <a:latin typeface="Consolas" panose="020B0609020204030204" pitchFamily="49" charset="0"/>
            </a:endParaRPr>
          </a:p>
        </p:txBody>
      </p:sp>
      <p:pic>
        <p:nvPicPr>
          <p:cNvPr id="4" name="图片 3"/>
          <p:cNvPicPr>
            <a:picLocks noChangeAspect="1"/>
          </p:cNvPicPr>
          <p:nvPr/>
        </p:nvPicPr>
        <p:blipFill>
          <a:blip r:embed="rId1"/>
          <a:stretch>
            <a:fillRect/>
          </a:stretch>
        </p:blipFill>
        <p:spPr>
          <a:xfrm>
            <a:off x="1352600" y="5805264"/>
            <a:ext cx="5457825" cy="619125"/>
          </a:xfrm>
          <a:prstGeom prst="rect">
            <a:avLst/>
          </a:prstGeom>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88950" y="1340769"/>
            <a:ext cx="9576618" cy="5400599"/>
          </a:xfrm>
        </p:spPr>
        <p:txBody>
          <a:bodyPr/>
          <a:lstStyle/>
          <a:p>
            <a:r>
              <a:rPr lang="en-US" altLang="zh-CN" dirty="0"/>
              <a:t>dd </a:t>
            </a:r>
            <a:r>
              <a:rPr lang="zh-CN" altLang="en-US" dirty="0"/>
              <a:t>命令：</a:t>
            </a:r>
            <a:endParaRPr lang="en-US" altLang="zh-CN" dirty="0"/>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功能：转换和复制文件。</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命令语法：</a:t>
            </a: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参数：</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if =</a:t>
            </a:r>
            <a:r>
              <a:rPr lang="zh-CN" altLang="en-US" sz="1800" kern="1200" dirty="0">
                <a:solidFill>
                  <a:srgbClr val="111111"/>
                </a:solidFill>
                <a:ea typeface="宋体" panose="02010600030101010101" pitchFamily="2" charset="-122"/>
              </a:rPr>
              <a:t>输入文件（或设备名称）。 </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of =</a:t>
            </a:r>
            <a:r>
              <a:rPr lang="zh-CN" altLang="en-US" sz="1800" kern="1200" dirty="0">
                <a:solidFill>
                  <a:srgbClr val="111111"/>
                </a:solidFill>
                <a:ea typeface="宋体" panose="02010600030101010101" pitchFamily="2" charset="-122"/>
              </a:rPr>
              <a:t>输出文件（或设备名称）。 </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bs = bytes                     </a:t>
            </a:r>
            <a:r>
              <a:rPr lang="zh-CN" altLang="en-US" sz="1800" kern="1200" dirty="0">
                <a:solidFill>
                  <a:srgbClr val="111111"/>
                </a:solidFill>
                <a:ea typeface="宋体" panose="02010600030101010101" pitchFamily="2" charset="-122"/>
              </a:rPr>
              <a:t>同时设置读</a:t>
            </a:r>
            <a:r>
              <a:rPr lang="en-US" altLang="zh-CN" sz="1800" kern="1200" dirty="0">
                <a:solidFill>
                  <a:srgbClr val="111111"/>
                </a:solidFill>
                <a:ea typeface="宋体" panose="02010600030101010101" pitchFamily="2" charset="-122"/>
              </a:rPr>
              <a:t>/</a:t>
            </a:r>
            <a:r>
              <a:rPr lang="zh-CN" altLang="en-US" sz="1800" kern="1200" dirty="0">
                <a:solidFill>
                  <a:srgbClr val="111111"/>
                </a:solidFill>
                <a:ea typeface="宋体" panose="02010600030101010101" pitchFamily="2" charset="-122"/>
              </a:rPr>
              <a:t>写缓冲区的字节数（等于设置</a:t>
            </a:r>
            <a:r>
              <a:rPr lang="en-US" altLang="zh-CN" sz="1800" kern="1200" dirty="0" err="1">
                <a:solidFill>
                  <a:srgbClr val="111111"/>
                </a:solidFill>
                <a:ea typeface="宋体" panose="02010600030101010101" pitchFamily="2" charset="-122"/>
              </a:rPr>
              <a:t>ibs</a:t>
            </a:r>
            <a:r>
              <a:rPr lang="zh-CN" altLang="en-US" sz="1800" kern="1200" dirty="0">
                <a:solidFill>
                  <a:srgbClr val="111111"/>
                </a:solidFill>
                <a:ea typeface="宋体" panose="02010600030101010101" pitchFamily="2" charset="-122"/>
              </a:rPr>
              <a:t>和</a:t>
            </a:r>
            <a:r>
              <a:rPr lang="en-US" altLang="zh-CN" sz="1800" kern="1200" dirty="0" err="1">
                <a:solidFill>
                  <a:srgbClr val="111111"/>
                </a:solidFill>
                <a:ea typeface="宋体" panose="02010600030101010101" pitchFamily="2" charset="-122"/>
              </a:rPr>
              <a:t>obs</a:t>
            </a:r>
            <a:r>
              <a:rPr lang="zh-CN" altLang="en-US" sz="1800" kern="1200" dirty="0">
                <a:solidFill>
                  <a:srgbClr val="111111"/>
                </a:solidFill>
                <a:ea typeface="宋体" panose="02010600030101010101" pitchFamily="2" charset="-122"/>
              </a:rPr>
              <a:t>）。</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a:solidFill>
                  <a:srgbClr val="111111"/>
                </a:solidFill>
                <a:ea typeface="宋体" panose="02010600030101010101" pitchFamily="2" charset="-122"/>
              </a:rPr>
              <a:t>count=blocks               </a:t>
            </a:r>
            <a:r>
              <a:rPr lang="zh-CN" altLang="en-US" sz="1800" kern="1200" dirty="0">
                <a:solidFill>
                  <a:srgbClr val="111111"/>
                </a:solidFill>
                <a:ea typeface="宋体" panose="02010600030101010101" pitchFamily="2" charset="-122"/>
              </a:rPr>
              <a:t>只拷贝输入的</a:t>
            </a:r>
            <a:r>
              <a:rPr lang="en-US" altLang="zh-CN" sz="1800" kern="1200" dirty="0">
                <a:solidFill>
                  <a:srgbClr val="111111"/>
                </a:solidFill>
                <a:ea typeface="宋体" panose="02010600030101010101" pitchFamily="2" charset="-122"/>
              </a:rPr>
              <a:t>blocks</a:t>
            </a:r>
            <a:r>
              <a:rPr lang="zh-CN" altLang="en-US" sz="1800" kern="1200" dirty="0">
                <a:solidFill>
                  <a:srgbClr val="111111"/>
                </a:solidFill>
                <a:ea typeface="宋体" panose="02010600030101010101" pitchFamily="2" charset="-122"/>
              </a:rPr>
              <a:t>块。</a:t>
            </a:r>
            <a:endParaRPr lang="zh-CN" altLang="en-US"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例如：</a:t>
            </a:r>
            <a:endParaRPr lang="en-US" altLang="zh-CN" sz="1800" kern="1200" dirty="0">
              <a:solidFill>
                <a:srgbClr val="111111"/>
              </a:solidFill>
              <a:ea typeface="宋体" panose="02010600030101010101" pitchFamily="2" charset="-122"/>
            </a:endParaRPr>
          </a:p>
        </p:txBody>
      </p:sp>
      <p:sp>
        <p:nvSpPr>
          <p:cNvPr id="3" name="标题 2"/>
          <p:cNvSpPr>
            <a:spLocks noGrp="1"/>
          </p:cNvSpPr>
          <p:nvPr>
            <p:ph type="title"/>
          </p:nvPr>
        </p:nvSpPr>
        <p:spPr/>
        <p:txBody>
          <a:bodyPr/>
          <a:lstStyle/>
          <a:p>
            <a:r>
              <a:rPr lang="zh-CN" altLang="en-US" dirty="0"/>
              <a:t>使用</a:t>
            </a:r>
            <a:r>
              <a:rPr lang="en-US" altLang="zh-CN" dirty="0" err="1"/>
              <a:t>cgroup</a:t>
            </a:r>
            <a:r>
              <a:rPr lang="zh-CN" altLang="en-US" dirty="0"/>
              <a:t>实现资源限制</a:t>
            </a:r>
            <a:endParaRPr lang="zh-CN" altLang="en-US" dirty="0"/>
          </a:p>
        </p:txBody>
      </p:sp>
      <p:sp>
        <p:nvSpPr>
          <p:cNvPr id="5" name="矩形: 圆角 4"/>
          <p:cNvSpPr/>
          <p:nvPr/>
        </p:nvSpPr>
        <p:spPr bwMode="auto">
          <a:xfrm>
            <a:off x="1496616" y="2636912"/>
            <a:ext cx="2160000" cy="408623"/>
          </a:xfrm>
          <a:prstGeom prst="roundRect">
            <a:avLst/>
          </a:prstGeom>
          <a:solidFill>
            <a:srgbClr val="33333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algn="l"/>
            <a:r>
              <a:rPr lang="en-US" altLang="zh-CN" sz="1800" dirty="0">
                <a:solidFill>
                  <a:srgbClr val="FFFFFF"/>
                </a:solidFill>
                <a:latin typeface="Consolas" panose="020B0609020204030204" pitchFamily="49" charset="0"/>
              </a:rPr>
              <a:t>dd [option]</a:t>
            </a:r>
            <a:endParaRPr lang="en-US" altLang="zh-CN" sz="1800" dirty="0">
              <a:solidFill>
                <a:srgbClr val="FFFFFF"/>
              </a:solidFill>
              <a:latin typeface="Consolas" panose="020B0609020204030204" pitchFamily="49" charset="0"/>
            </a:endParaRPr>
          </a:p>
        </p:txBody>
      </p:sp>
      <p:sp>
        <p:nvSpPr>
          <p:cNvPr id="6" name="矩形: 圆角 5"/>
          <p:cNvSpPr/>
          <p:nvPr/>
        </p:nvSpPr>
        <p:spPr bwMode="auto">
          <a:xfrm>
            <a:off x="1424608" y="5269329"/>
            <a:ext cx="6552728" cy="1328023"/>
          </a:xfrm>
          <a:prstGeom prst="roundRect">
            <a:avLst/>
          </a:prstGeom>
          <a:solidFill>
            <a:srgbClr val="33333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algn="l"/>
            <a:r>
              <a:rPr lang="en-US" altLang="zh-CN" sz="1800" dirty="0">
                <a:solidFill>
                  <a:srgbClr val="FFFFFF"/>
                </a:solidFill>
                <a:latin typeface="Consolas" panose="020B0609020204030204" pitchFamily="49" charset="0"/>
              </a:rPr>
              <a:t>##</a:t>
            </a:r>
            <a:r>
              <a:rPr lang="zh-CN" altLang="en-US" sz="1800" dirty="0">
                <a:solidFill>
                  <a:srgbClr val="FFFFFF"/>
                </a:solidFill>
                <a:latin typeface="Consolas" panose="020B0609020204030204" pitchFamily="49" charset="0"/>
              </a:rPr>
              <a:t>将本地的</a:t>
            </a:r>
            <a:r>
              <a:rPr lang="en-US" altLang="zh-CN" sz="1800" dirty="0">
                <a:solidFill>
                  <a:srgbClr val="FFFFFF"/>
                </a:solidFill>
                <a:latin typeface="Consolas" panose="020B0609020204030204" pitchFamily="49" charset="0"/>
              </a:rPr>
              <a:t>/dev/sda1</a:t>
            </a:r>
            <a:r>
              <a:rPr lang="zh-CN" altLang="en-US" sz="1800" dirty="0">
                <a:solidFill>
                  <a:srgbClr val="FFFFFF"/>
                </a:solidFill>
                <a:latin typeface="Consolas" panose="020B0609020204030204" pitchFamily="49" charset="0"/>
              </a:rPr>
              <a:t>整盘备份到</a:t>
            </a:r>
            <a:r>
              <a:rPr lang="en-US" altLang="zh-CN" sz="1800" dirty="0">
                <a:solidFill>
                  <a:srgbClr val="FFFFFF"/>
                </a:solidFill>
                <a:latin typeface="Consolas" panose="020B0609020204030204" pitchFamily="49" charset="0"/>
              </a:rPr>
              <a:t>/home/</a:t>
            </a:r>
            <a:r>
              <a:rPr lang="en-US" altLang="zh-CN" sz="1800" dirty="0" err="1">
                <a:solidFill>
                  <a:srgbClr val="FFFFFF"/>
                </a:solidFill>
                <a:latin typeface="Consolas" panose="020B0609020204030204" pitchFamily="49" charset="0"/>
              </a:rPr>
              <a:t>usb</a:t>
            </a:r>
            <a:r>
              <a:rPr lang="en-US" altLang="zh-CN" sz="1800" dirty="0">
                <a:solidFill>
                  <a:srgbClr val="FFFFFF"/>
                </a:solidFill>
                <a:latin typeface="Consolas" panose="020B0609020204030204" pitchFamily="49" charset="0"/>
              </a:rPr>
              <a:t>:</a:t>
            </a:r>
            <a:endParaRPr lang="en-US" altLang="zh-CN" sz="1800" dirty="0">
              <a:solidFill>
                <a:srgbClr val="FFFFFF"/>
              </a:solidFill>
              <a:latin typeface="Consolas" panose="020B0609020204030204" pitchFamily="49" charset="0"/>
            </a:endParaRPr>
          </a:p>
          <a:p>
            <a:pPr algn="l"/>
            <a:r>
              <a:rPr lang="en-US" altLang="zh-CN" sz="1800" dirty="0">
                <a:solidFill>
                  <a:srgbClr val="FFFFFF"/>
                </a:solidFill>
                <a:latin typeface="Consolas" panose="020B0609020204030204" pitchFamily="49" charset="0"/>
              </a:rPr>
              <a:t># dd if=/dev/sda1 of=/home/</a:t>
            </a:r>
            <a:r>
              <a:rPr lang="en-US" altLang="zh-CN" sz="1800" dirty="0" err="1">
                <a:solidFill>
                  <a:srgbClr val="FFFFFF"/>
                </a:solidFill>
                <a:latin typeface="Consolas" panose="020B0609020204030204" pitchFamily="49" charset="0"/>
              </a:rPr>
              <a:t>usb</a:t>
            </a:r>
            <a:endParaRPr lang="en-US" altLang="zh-CN" sz="1800" dirty="0">
              <a:solidFill>
                <a:srgbClr val="FFFFFF"/>
              </a:solidFill>
              <a:latin typeface="Consolas" panose="020B0609020204030204" pitchFamily="49" charset="0"/>
            </a:endParaRPr>
          </a:p>
          <a:p>
            <a:pPr algn="l"/>
            <a:r>
              <a:rPr lang="en-US" altLang="zh-CN" sz="1800" dirty="0">
                <a:solidFill>
                  <a:srgbClr val="FFFFFF"/>
                </a:solidFill>
                <a:latin typeface="Consolas" panose="020B0609020204030204" pitchFamily="49" charset="0"/>
              </a:rPr>
              <a:t>##</a:t>
            </a:r>
            <a:r>
              <a:rPr lang="zh-CN" altLang="en-US" sz="1800" dirty="0">
                <a:solidFill>
                  <a:srgbClr val="FFFFFF"/>
                </a:solidFill>
                <a:latin typeface="Consolas" panose="020B0609020204030204" pitchFamily="49" charset="0"/>
              </a:rPr>
              <a:t>备份磁盘开始的</a:t>
            </a:r>
            <a:r>
              <a:rPr lang="en-US" altLang="zh-CN" sz="1800" dirty="0">
                <a:solidFill>
                  <a:srgbClr val="FFFFFF"/>
                </a:solidFill>
                <a:latin typeface="Consolas" panose="020B0609020204030204" pitchFamily="49" charset="0"/>
              </a:rPr>
              <a:t>512</a:t>
            </a:r>
            <a:r>
              <a:rPr lang="zh-CN" altLang="en-US" sz="1800" dirty="0">
                <a:solidFill>
                  <a:srgbClr val="FFFFFF"/>
                </a:solidFill>
                <a:latin typeface="Consolas" panose="020B0609020204030204" pitchFamily="49" charset="0"/>
              </a:rPr>
              <a:t>个字节大小的</a:t>
            </a:r>
            <a:r>
              <a:rPr lang="en-US" altLang="zh-CN" sz="1800" dirty="0">
                <a:solidFill>
                  <a:srgbClr val="FFFFFF"/>
                </a:solidFill>
                <a:latin typeface="Consolas" panose="020B0609020204030204" pitchFamily="49" charset="0"/>
              </a:rPr>
              <a:t>MBR</a:t>
            </a:r>
            <a:r>
              <a:rPr lang="zh-CN" altLang="en-US" sz="1800" dirty="0">
                <a:solidFill>
                  <a:srgbClr val="FFFFFF"/>
                </a:solidFill>
                <a:latin typeface="Consolas" panose="020B0609020204030204" pitchFamily="49" charset="0"/>
              </a:rPr>
              <a:t>信息到指定文件：</a:t>
            </a:r>
            <a:endParaRPr lang="zh-CN" altLang="en-US" sz="1800" dirty="0">
              <a:solidFill>
                <a:srgbClr val="FFFFFF"/>
              </a:solidFill>
              <a:latin typeface="Consolas" panose="020B0609020204030204" pitchFamily="49" charset="0"/>
            </a:endParaRPr>
          </a:p>
          <a:p>
            <a:pPr algn="l"/>
            <a:r>
              <a:rPr lang="en-US" altLang="zh-CN" sz="1800" dirty="0">
                <a:solidFill>
                  <a:srgbClr val="FFFFFF"/>
                </a:solidFill>
                <a:latin typeface="Consolas" panose="020B0609020204030204" pitchFamily="49" charset="0"/>
              </a:rPr>
              <a:t># dd if=/dev/</a:t>
            </a:r>
            <a:r>
              <a:rPr lang="en-US" altLang="zh-CN" sz="1800" dirty="0" err="1">
                <a:solidFill>
                  <a:srgbClr val="FFFFFF"/>
                </a:solidFill>
                <a:latin typeface="Consolas" panose="020B0609020204030204" pitchFamily="49" charset="0"/>
              </a:rPr>
              <a:t>hda</a:t>
            </a:r>
            <a:r>
              <a:rPr lang="en-US" altLang="zh-CN" sz="1800" dirty="0">
                <a:solidFill>
                  <a:srgbClr val="FFFFFF"/>
                </a:solidFill>
                <a:latin typeface="Consolas" panose="020B0609020204030204" pitchFamily="49" charset="0"/>
              </a:rPr>
              <a:t> of=/root/image count=1 bs=512</a:t>
            </a:r>
            <a:endParaRPr lang="en-US" altLang="zh-CN" sz="1800" dirty="0">
              <a:solidFill>
                <a:srgbClr val="FFFFFF"/>
              </a:solidFill>
              <a:latin typeface="Consolas" panose="020B0609020204030204" pitchFamily="49" charset="0"/>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88950" y="1340769"/>
            <a:ext cx="9576618" cy="5400599"/>
          </a:xfrm>
        </p:spPr>
        <p:txBody>
          <a:bodyPr/>
          <a:lstStyle/>
          <a:p>
            <a:r>
              <a:rPr lang="en-US" altLang="zh-CN" dirty="0"/>
              <a:t>devices</a:t>
            </a:r>
            <a:r>
              <a:rPr lang="zh-CN" altLang="en-US" dirty="0"/>
              <a:t>子系统：</a:t>
            </a:r>
            <a:endParaRPr lang="en-US" altLang="zh-CN" dirty="0"/>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有三个控制文件：</a:t>
            </a:r>
            <a:r>
              <a:rPr lang="en-US" altLang="zh-CN" sz="1800" kern="1200" dirty="0" err="1">
                <a:solidFill>
                  <a:srgbClr val="111111"/>
                </a:solidFill>
                <a:ea typeface="宋体" panose="02010600030101010101" pitchFamily="2" charset="-122"/>
              </a:rPr>
              <a:t>devices.allow</a:t>
            </a:r>
            <a:r>
              <a:rPr lang="zh-CN" altLang="en-US" sz="1800" kern="1200" dirty="0">
                <a:solidFill>
                  <a:srgbClr val="111111"/>
                </a:solidFill>
                <a:ea typeface="宋体" panose="02010600030101010101" pitchFamily="2" charset="-122"/>
              </a:rPr>
              <a:t>，</a:t>
            </a:r>
            <a:r>
              <a:rPr lang="en-US" altLang="zh-CN" sz="1800" kern="1200" dirty="0" err="1">
                <a:solidFill>
                  <a:srgbClr val="111111"/>
                </a:solidFill>
                <a:ea typeface="宋体" panose="02010600030101010101" pitchFamily="2" charset="-122"/>
              </a:rPr>
              <a:t>devices.deny</a:t>
            </a:r>
            <a:r>
              <a:rPr lang="zh-CN" altLang="en-US" sz="1800" kern="1200" dirty="0">
                <a:solidFill>
                  <a:srgbClr val="111111"/>
                </a:solidFill>
                <a:ea typeface="宋体" panose="02010600030101010101" pitchFamily="2" charset="-122"/>
              </a:rPr>
              <a:t>，</a:t>
            </a:r>
            <a:r>
              <a:rPr lang="en-US" altLang="zh-CN" sz="1800" kern="1200" dirty="0" err="1">
                <a:solidFill>
                  <a:srgbClr val="111111"/>
                </a:solidFill>
                <a:ea typeface="宋体" panose="02010600030101010101" pitchFamily="2" charset="-122"/>
              </a:rPr>
              <a:t>devices.list</a:t>
            </a:r>
            <a:r>
              <a:rPr lang="zh-CN" altLang="en-US" sz="1800" kern="1200" dirty="0">
                <a:solidFill>
                  <a:srgbClr val="111111"/>
                </a:solidFill>
                <a:ea typeface="宋体" panose="02010600030101010101" pitchFamily="2" charset="-122"/>
              </a:rPr>
              <a:t>。</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err="1">
                <a:solidFill>
                  <a:srgbClr val="111111"/>
                </a:solidFill>
                <a:ea typeface="宋体" panose="02010600030101010101" pitchFamily="2" charset="-122"/>
              </a:rPr>
              <a:t>devices.allow</a:t>
            </a:r>
            <a:r>
              <a:rPr lang="en-US" altLang="zh-CN" sz="1800" kern="1200" dirty="0">
                <a:solidFill>
                  <a:srgbClr val="111111"/>
                </a:solidFill>
                <a:ea typeface="宋体" panose="02010600030101010101" pitchFamily="2" charset="-122"/>
              </a:rPr>
              <a:t> </a:t>
            </a:r>
            <a:r>
              <a:rPr lang="zh-CN" altLang="en-US" sz="1800" kern="1200" dirty="0">
                <a:solidFill>
                  <a:srgbClr val="111111"/>
                </a:solidFill>
                <a:ea typeface="宋体" panose="02010600030101010101" pitchFamily="2" charset="-122"/>
              </a:rPr>
              <a:t>用于指定</a:t>
            </a:r>
            <a:r>
              <a:rPr lang="en-US" altLang="zh-CN" sz="1800" kern="1200" dirty="0" err="1">
                <a:solidFill>
                  <a:srgbClr val="111111"/>
                </a:solidFill>
                <a:ea typeface="宋体" panose="02010600030101010101" pitchFamily="2" charset="-122"/>
              </a:rPr>
              <a:t>cgroup</a:t>
            </a:r>
            <a:r>
              <a:rPr lang="zh-CN" altLang="en-US" sz="1800" kern="1200" dirty="0">
                <a:solidFill>
                  <a:srgbClr val="111111"/>
                </a:solidFill>
                <a:ea typeface="宋体" panose="02010600030101010101" pitchFamily="2" charset="-122"/>
              </a:rPr>
              <a:t>中的进程可以访问的设备；</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err="1">
                <a:solidFill>
                  <a:srgbClr val="111111"/>
                </a:solidFill>
                <a:ea typeface="宋体" panose="02010600030101010101" pitchFamily="2" charset="-122"/>
              </a:rPr>
              <a:t>devices.deny</a:t>
            </a:r>
            <a:r>
              <a:rPr lang="en-US" altLang="zh-CN" sz="1800" kern="1200" dirty="0">
                <a:solidFill>
                  <a:srgbClr val="111111"/>
                </a:solidFill>
                <a:ea typeface="宋体" panose="02010600030101010101" pitchFamily="2" charset="-122"/>
              </a:rPr>
              <a:t> </a:t>
            </a:r>
            <a:r>
              <a:rPr lang="zh-CN" altLang="en-US" sz="1800" kern="1200" dirty="0">
                <a:solidFill>
                  <a:srgbClr val="111111"/>
                </a:solidFill>
                <a:ea typeface="宋体" panose="02010600030101010101" pitchFamily="2" charset="-122"/>
              </a:rPr>
              <a:t>用于指定</a:t>
            </a:r>
            <a:r>
              <a:rPr lang="en-US" altLang="zh-CN" sz="1800" kern="1200" dirty="0" err="1">
                <a:solidFill>
                  <a:srgbClr val="111111"/>
                </a:solidFill>
                <a:ea typeface="宋体" panose="02010600030101010101" pitchFamily="2" charset="-122"/>
              </a:rPr>
              <a:t>cgroup</a:t>
            </a:r>
            <a:r>
              <a:rPr lang="zh-CN" altLang="en-US" sz="1800" kern="1200" dirty="0">
                <a:solidFill>
                  <a:srgbClr val="111111"/>
                </a:solidFill>
                <a:ea typeface="宋体" panose="02010600030101010101" pitchFamily="2" charset="-122"/>
              </a:rPr>
              <a:t>中的进程不能访问的设备；</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err="1">
                <a:solidFill>
                  <a:srgbClr val="111111"/>
                </a:solidFill>
                <a:ea typeface="宋体" panose="02010600030101010101" pitchFamily="2" charset="-122"/>
              </a:rPr>
              <a:t>devices.list</a:t>
            </a:r>
            <a:r>
              <a:rPr lang="en-US" altLang="zh-CN" sz="1800" kern="1200" dirty="0">
                <a:solidFill>
                  <a:srgbClr val="111111"/>
                </a:solidFill>
                <a:ea typeface="宋体" panose="02010600030101010101" pitchFamily="2" charset="-122"/>
              </a:rPr>
              <a:t> </a:t>
            </a:r>
            <a:r>
              <a:rPr lang="zh-CN" altLang="en-US" sz="1800" kern="1200" dirty="0">
                <a:solidFill>
                  <a:srgbClr val="111111"/>
                </a:solidFill>
                <a:ea typeface="宋体" panose="02010600030101010101" pitchFamily="2" charset="-122"/>
              </a:rPr>
              <a:t>用于报告</a:t>
            </a:r>
            <a:r>
              <a:rPr lang="en-US" altLang="zh-CN" sz="1800" kern="1200" dirty="0" err="1">
                <a:solidFill>
                  <a:srgbClr val="111111"/>
                </a:solidFill>
                <a:ea typeface="宋体" panose="02010600030101010101" pitchFamily="2" charset="-122"/>
              </a:rPr>
              <a:t>cgroup</a:t>
            </a:r>
            <a:r>
              <a:rPr lang="zh-CN" altLang="en-US" sz="1800" kern="1200" dirty="0">
                <a:solidFill>
                  <a:srgbClr val="111111"/>
                </a:solidFill>
                <a:ea typeface="宋体" panose="02010600030101010101" pitchFamily="2" charset="-122"/>
              </a:rPr>
              <a:t>中的进程访问的设备。</a:t>
            </a:r>
            <a:endParaRPr lang="zh-CN" altLang="en-US"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altLang="zh-CN" sz="1800" kern="1200" dirty="0" err="1">
                <a:solidFill>
                  <a:srgbClr val="111111"/>
                </a:solidFill>
                <a:ea typeface="宋体" panose="02010600030101010101" pitchFamily="2" charset="-122"/>
              </a:rPr>
              <a:t>devices.allow</a:t>
            </a:r>
            <a:r>
              <a:rPr lang="zh-CN" altLang="en-US" sz="1800" kern="1200" dirty="0">
                <a:solidFill>
                  <a:srgbClr val="111111"/>
                </a:solidFill>
                <a:ea typeface="宋体" panose="02010600030101010101" pitchFamily="2" charset="-122"/>
              </a:rPr>
              <a:t>文件中包含若干条目，每个条目有四个字段：</a:t>
            </a:r>
            <a:r>
              <a:rPr lang="en-US" altLang="zh-CN" sz="1800" kern="1200" dirty="0">
                <a:solidFill>
                  <a:srgbClr val="111111"/>
                </a:solidFill>
                <a:ea typeface="宋体" panose="02010600030101010101" pitchFamily="2" charset="-122"/>
              </a:rPr>
              <a:t>type</a:t>
            </a:r>
            <a:r>
              <a:rPr lang="zh-CN" altLang="en-US" sz="1800" kern="1200" dirty="0">
                <a:solidFill>
                  <a:srgbClr val="111111"/>
                </a:solidFill>
                <a:ea typeface="宋体" panose="02010600030101010101" pitchFamily="2" charset="-122"/>
              </a:rPr>
              <a:t>、</a:t>
            </a:r>
            <a:r>
              <a:rPr lang="en-US" altLang="zh-CN" sz="1800" kern="1200" dirty="0">
                <a:solidFill>
                  <a:srgbClr val="111111"/>
                </a:solidFill>
                <a:ea typeface="宋体" panose="02010600030101010101" pitchFamily="2" charset="-122"/>
              </a:rPr>
              <a:t>major</a:t>
            </a:r>
            <a:r>
              <a:rPr lang="zh-CN" altLang="en-US" sz="1800" kern="1200" dirty="0">
                <a:solidFill>
                  <a:srgbClr val="111111"/>
                </a:solidFill>
                <a:ea typeface="宋体" panose="02010600030101010101" pitchFamily="2" charset="-122"/>
              </a:rPr>
              <a:t>、</a:t>
            </a:r>
            <a:r>
              <a:rPr lang="en-US" altLang="zh-CN" sz="1800" kern="1200" dirty="0">
                <a:solidFill>
                  <a:srgbClr val="111111"/>
                </a:solidFill>
                <a:ea typeface="宋体" panose="02010600030101010101" pitchFamily="2" charset="-122"/>
              </a:rPr>
              <a:t>minor </a:t>
            </a:r>
            <a:r>
              <a:rPr lang="zh-CN" altLang="en-US" sz="1800" kern="1200" dirty="0">
                <a:solidFill>
                  <a:srgbClr val="111111"/>
                </a:solidFill>
                <a:ea typeface="宋体" panose="02010600030101010101" pitchFamily="2" charset="-122"/>
              </a:rPr>
              <a:t>和 </a:t>
            </a:r>
            <a:r>
              <a:rPr lang="en-US" altLang="zh-CN" sz="1800" kern="1200" dirty="0">
                <a:solidFill>
                  <a:srgbClr val="111111"/>
                </a:solidFill>
                <a:ea typeface="宋体" panose="02010600030101010101" pitchFamily="2" charset="-122"/>
              </a:rPr>
              <a:t>access</a:t>
            </a:r>
            <a:r>
              <a:rPr lang="zh-CN" altLang="en-US" sz="1800" kern="1200" dirty="0">
                <a:solidFill>
                  <a:srgbClr val="111111"/>
                </a:solidFill>
                <a:ea typeface="宋体" panose="02010600030101010101" pitchFamily="2" charset="-122"/>
              </a:rPr>
              <a:t>。</a:t>
            </a:r>
            <a:r>
              <a:rPr lang="en-US" altLang="zh-CN" sz="1800" kern="1200" dirty="0">
                <a:solidFill>
                  <a:srgbClr val="111111"/>
                </a:solidFill>
                <a:ea typeface="宋体" panose="02010600030101010101" pitchFamily="2" charset="-122"/>
              </a:rPr>
              <a:t>type</a:t>
            </a:r>
            <a:r>
              <a:rPr lang="zh-CN" altLang="en-US" sz="1800" kern="1200" dirty="0">
                <a:solidFill>
                  <a:srgbClr val="111111"/>
                </a:solidFill>
                <a:ea typeface="宋体" panose="02010600030101010101" pitchFamily="2" charset="-122"/>
              </a:rPr>
              <a:t>、</a:t>
            </a:r>
            <a:r>
              <a:rPr lang="en-US" altLang="zh-CN" sz="1800" kern="1200" dirty="0">
                <a:solidFill>
                  <a:srgbClr val="111111"/>
                </a:solidFill>
                <a:ea typeface="宋体" panose="02010600030101010101" pitchFamily="2" charset="-122"/>
              </a:rPr>
              <a:t>major </a:t>
            </a:r>
            <a:r>
              <a:rPr lang="zh-CN" altLang="en-US" sz="1800" kern="1200" dirty="0">
                <a:solidFill>
                  <a:srgbClr val="111111"/>
                </a:solidFill>
                <a:ea typeface="宋体" panose="02010600030101010101" pitchFamily="2" charset="-122"/>
              </a:rPr>
              <a:t>和 </a:t>
            </a:r>
            <a:r>
              <a:rPr lang="en-US" altLang="zh-CN" sz="1800" kern="1200" dirty="0">
                <a:solidFill>
                  <a:srgbClr val="111111"/>
                </a:solidFill>
                <a:ea typeface="宋体" panose="02010600030101010101" pitchFamily="2" charset="-122"/>
              </a:rPr>
              <a:t>minor </a:t>
            </a:r>
            <a:r>
              <a:rPr lang="zh-CN" altLang="en-US" sz="1800" kern="1200" dirty="0">
                <a:solidFill>
                  <a:srgbClr val="111111"/>
                </a:solidFill>
                <a:ea typeface="宋体" panose="02010600030101010101" pitchFamily="2" charset="-122"/>
              </a:rPr>
              <a:t>字段中使用的值对应 </a:t>
            </a:r>
            <a:r>
              <a:rPr lang="en-US" altLang="zh-CN" sz="1800" kern="1200" dirty="0">
                <a:solidFill>
                  <a:srgbClr val="111111"/>
                </a:solidFill>
                <a:ea typeface="宋体" panose="02010600030101010101" pitchFamily="2" charset="-122"/>
              </a:rPr>
              <a:t>Linux </a:t>
            </a:r>
            <a:r>
              <a:rPr lang="zh-CN" altLang="en-US" sz="1800" kern="1200" dirty="0">
                <a:solidFill>
                  <a:srgbClr val="111111"/>
                </a:solidFill>
                <a:ea typeface="宋体" panose="02010600030101010101" pitchFamily="2" charset="-122"/>
              </a:rPr>
              <a:t>分配的设备。</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a:t>
            </a:r>
            <a:r>
              <a:rPr lang="en-US" altLang="zh-CN" sz="1800" kern="1200" dirty="0">
                <a:solidFill>
                  <a:srgbClr val="111111"/>
                </a:solidFill>
                <a:ea typeface="宋体" panose="02010600030101010101" pitchFamily="2" charset="-122"/>
              </a:rPr>
              <a:t>1</a:t>
            </a:r>
            <a:r>
              <a:rPr lang="zh-CN" altLang="en-US" sz="1800" kern="1200" dirty="0">
                <a:solidFill>
                  <a:srgbClr val="111111"/>
                </a:solidFill>
                <a:ea typeface="宋体" panose="02010600030101010101" pitchFamily="2" charset="-122"/>
              </a:rPr>
              <a:t>）</a:t>
            </a:r>
            <a:r>
              <a:rPr lang="en-US" altLang="zh-CN" sz="1800" kern="1200" dirty="0">
                <a:solidFill>
                  <a:srgbClr val="111111"/>
                </a:solidFill>
                <a:ea typeface="宋体" panose="02010600030101010101" pitchFamily="2" charset="-122"/>
              </a:rPr>
              <a:t>type</a:t>
            </a:r>
            <a:r>
              <a:rPr lang="zh-CN" altLang="en-US" sz="1800" kern="1200" dirty="0">
                <a:solidFill>
                  <a:srgbClr val="111111"/>
                </a:solidFill>
                <a:ea typeface="宋体" panose="02010600030101010101" pitchFamily="2" charset="-122"/>
              </a:rPr>
              <a:t>指定设备类型：</a:t>
            </a:r>
            <a:br>
              <a:rPr lang="en-US" altLang="zh-CN" sz="1800" kern="1200" dirty="0">
                <a:solidFill>
                  <a:srgbClr val="111111"/>
                </a:solidFill>
                <a:ea typeface="宋体" panose="02010600030101010101" pitchFamily="2" charset="-122"/>
              </a:rPr>
            </a:br>
            <a:r>
              <a:rPr lang="en-US" altLang="zh-CN" sz="1800" kern="1200" dirty="0">
                <a:solidFill>
                  <a:srgbClr val="111111"/>
                </a:solidFill>
                <a:ea typeface="宋体" panose="02010600030101010101" pitchFamily="2" charset="-122"/>
              </a:rPr>
              <a:t>a</a:t>
            </a:r>
            <a:r>
              <a:rPr lang="zh-CN" altLang="en-US" sz="1800" kern="1200" dirty="0">
                <a:solidFill>
                  <a:srgbClr val="111111"/>
                </a:solidFill>
                <a:ea typeface="宋体" panose="02010600030101010101" pitchFamily="2" charset="-122"/>
              </a:rPr>
              <a:t>：应用所有设备，可以是字符设备，也可以是块设备；</a:t>
            </a:r>
            <a:br>
              <a:rPr lang="en-US" altLang="zh-CN" sz="1800" kern="1200" dirty="0">
                <a:solidFill>
                  <a:srgbClr val="111111"/>
                </a:solidFill>
                <a:ea typeface="宋体" panose="02010600030101010101" pitchFamily="2" charset="-122"/>
              </a:rPr>
            </a:br>
            <a:r>
              <a:rPr lang="en-US" altLang="zh-CN" sz="1800" kern="1200" dirty="0">
                <a:solidFill>
                  <a:srgbClr val="111111"/>
                </a:solidFill>
                <a:ea typeface="宋体" panose="02010600030101010101" pitchFamily="2" charset="-122"/>
              </a:rPr>
              <a:t>b</a:t>
            </a:r>
            <a:r>
              <a:rPr lang="zh-CN" altLang="en-US" sz="1800" kern="1200" dirty="0">
                <a:solidFill>
                  <a:srgbClr val="111111"/>
                </a:solidFill>
                <a:ea typeface="宋体" panose="02010600030101010101" pitchFamily="2" charset="-122"/>
              </a:rPr>
              <a:t>：指定块设备；</a:t>
            </a:r>
            <a:r>
              <a:rPr lang="en-US" altLang="zh-CN" sz="1800" kern="1200" dirty="0">
                <a:solidFill>
                  <a:srgbClr val="111111"/>
                </a:solidFill>
                <a:ea typeface="宋体" panose="02010600030101010101" pitchFamily="2" charset="-122"/>
              </a:rPr>
              <a:t>c</a:t>
            </a:r>
            <a:r>
              <a:rPr lang="zh-CN" altLang="en-US" sz="1800" kern="1200" dirty="0">
                <a:solidFill>
                  <a:srgbClr val="111111"/>
                </a:solidFill>
                <a:ea typeface="宋体" panose="02010600030101010101" pitchFamily="2" charset="-122"/>
              </a:rPr>
              <a:t>：指定字符设备。</a:t>
            </a:r>
            <a:endParaRPr lang="en-US" altLang="zh-CN"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a:t>
            </a:r>
            <a:r>
              <a:rPr lang="en-US" altLang="zh-CN" sz="1800" kern="1200" dirty="0">
                <a:solidFill>
                  <a:srgbClr val="111111"/>
                </a:solidFill>
                <a:ea typeface="宋体" panose="02010600030101010101" pitchFamily="2" charset="-122"/>
              </a:rPr>
              <a:t>2</a:t>
            </a:r>
            <a:r>
              <a:rPr lang="zh-CN" altLang="en-US" sz="1800" kern="1200" dirty="0">
                <a:solidFill>
                  <a:srgbClr val="111111"/>
                </a:solidFill>
                <a:ea typeface="宋体" panose="02010600030101010101" pitchFamily="2" charset="-122"/>
              </a:rPr>
              <a:t>）</a:t>
            </a:r>
            <a:r>
              <a:rPr lang="en-US" altLang="zh-CN" sz="1800" kern="1200" dirty="0">
                <a:solidFill>
                  <a:srgbClr val="111111"/>
                </a:solidFill>
                <a:ea typeface="宋体" panose="02010600030101010101" pitchFamily="2" charset="-122"/>
              </a:rPr>
              <a:t>major </a:t>
            </a:r>
            <a:r>
              <a:rPr lang="zh-CN" altLang="en-US" sz="1800" kern="1200" dirty="0">
                <a:solidFill>
                  <a:srgbClr val="111111"/>
                </a:solidFill>
                <a:ea typeface="宋体" panose="02010600030101010101" pitchFamily="2" charset="-122"/>
              </a:rPr>
              <a:t>和 </a:t>
            </a:r>
            <a:r>
              <a:rPr lang="en-US" altLang="zh-CN" sz="1800" kern="1200" dirty="0">
                <a:solidFill>
                  <a:srgbClr val="111111"/>
                </a:solidFill>
                <a:ea typeface="宋体" panose="02010600030101010101" pitchFamily="2" charset="-122"/>
              </a:rPr>
              <a:t>minor </a:t>
            </a:r>
            <a:r>
              <a:rPr lang="zh-CN" altLang="en-US" sz="1800" kern="1200" dirty="0">
                <a:solidFill>
                  <a:srgbClr val="111111"/>
                </a:solidFill>
                <a:ea typeface="宋体" panose="02010600030101010101" pitchFamily="2" charset="-122"/>
              </a:rPr>
              <a:t>指定设备的主次设备号。</a:t>
            </a:r>
            <a:endParaRPr lang="en-US" altLang="zh-CN"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r>
              <a:rPr lang="zh-CN" altLang="en-US" sz="1800" kern="1200" dirty="0">
                <a:solidFill>
                  <a:srgbClr val="111111"/>
                </a:solidFill>
                <a:ea typeface="宋体" panose="02010600030101010101" pitchFamily="2" charset="-122"/>
              </a:rPr>
              <a:t>（</a:t>
            </a:r>
            <a:r>
              <a:rPr lang="en-US" altLang="zh-CN" sz="1800" kern="1200" dirty="0">
                <a:solidFill>
                  <a:srgbClr val="111111"/>
                </a:solidFill>
                <a:ea typeface="宋体" panose="02010600030101010101" pitchFamily="2" charset="-122"/>
              </a:rPr>
              <a:t>3</a:t>
            </a:r>
            <a:r>
              <a:rPr lang="zh-CN" altLang="en-US" sz="1800" kern="1200" dirty="0">
                <a:solidFill>
                  <a:srgbClr val="111111"/>
                </a:solidFill>
                <a:ea typeface="宋体" panose="02010600030101010101" pitchFamily="2" charset="-122"/>
              </a:rPr>
              <a:t>）</a:t>
            </a:r>
            <a:r>
              <a:rPr lang="en-US" altLang="zh-CN" sz="1800" kern="1200" dirty="0">
                <a:solidFill>
                  <a:srgbClr val="111111"/>
                </a:solidFill>
                <a:ea typeface="宋体" panose="02010600030101010101" pitchFamily="2" charset="-122"/>
              </a:rPr>
              <a:t>access </a:t>
            </a:r>
            <a:r>
              <a:rPr lang="zh-CN" altLang="en-US" sz="1800" kern="1200" dirty="0">
                <a:solidFill>
                  <a:srgbClr val="111111"/>
                </a:solidFill>
                <a:ea typeface="宋体" panose="02010600030101010101" pitchFamily="2" charset="-122"/>
              </a:rPr>
              <a:t>则指定相应的权限：</a:t>
            </a:r>
            <a:br>
              <a:rPr lang="en-US" altLang="zh-CN" sz="1800" kern="1200" dirty="0">
                <a:solidFill>
                  <a:srgbClr val="111111"/>
                </a:solidFill>
                <a:ea typeface="宋体" panose="02010600030101010101" pitchFamily="2" charset="-122"/>
              </a:rPr>
            </a:br>
            <a:r>
              <a:rPr lang="en-US" altLang="zh-CN" sz="1800" kern="1200" dirty="0">
                <a:solidFill>
                  <a:srgbClr val="111111"/>
                </a:solidFill>
                <a:ea typeface="宋体" panose="02010600030101010101" pitchFamily="2" charset="-122"/>
              </a:rPr>
              <a:t>r </a:t>
            </a:r>
            <a:r>
              <a:rPr lang="zh-CN" altLang="en-US" sz="1800" kern="1200" dirty="0">
                <a:solidFill>
                  <a:srgbClr val="111111"/>
                </a:solidFill>
                <a:ea typeface="宋体" panose="02010600030101010101" pitchFamily="2" charset="-122"/>
              </a:rPr>
              <a:t>：允许任务从指定设备中读取；</a:t>
            </a:r>
            <a:r>
              <a:rPr lang="en-US" altLang="zh-CN" sz="1800" kern="1200" dirty="0">
                <a:solidFill>
                  <a:srgbClr val="111111"/>
                </a:solidFill>
                <a:ea typeface="宋体" panose="02010600030101010101" pitchFamily="2" charset="-122"/>
              </a:rPr>
              <a:t>w </a:t>
            </a:r>
            <a:r>
              <a:rPr lang="zh-CN" altLang="en-US" sz="1800" kern="1200" dirty="0">
                <a:solidFill>
                  <a:srgbClr val="111111"/>
                </a:solidFill>
                <a:ea typeface="宋体" panose="02010600030101010101" pitchFamily="2" charset="-122"/>
              </a:rPr>
              <a:t>：允许任务写入指定设备；</a:t>
            </a:r>
            <a:br>
              <a:rPr lang="en-US" altLang="zh-CN" sz="1800" kern="1200" dirty="0">
                <a:solidFill>
                  <a:srgbClr val="111111"/>
                </a:solidFill>
                <a:ea typeface="宋体" panose="02010600030101010101" pitchFamily="2" charset="-122"/>
              </a:rPr>
            </a:br>
            <a:r>
              <a:rPr lang="en-US" altLang="zh-CN" sz="1800" kern="1200" dirty="0">
                <a:solidFill>
                  <a:srgbClr val="111111"/>
                </a:solidFill>
                <a:ea typeface="宋体" panose="02010600030101010101" pitchFamily="2" charset="-122"/>
              </a:rPr>
              <a:t>m </a:t>
            </a:r>
            <a:r>
              <a:rPr lang="zh-CN" altLang="en-US" sz="1800" kern="1200" dirty="0">
                <a:solidFill>
                  <a:srgbClr val="111111"/>
                </a:solidFill>
                <a:ea typeface="宋体" panose="02010600030101010101" pitchFamily="2" charset="-122"/>
              </a:rPr>
              <a:t>：允许任务生成还不存在的设备文件。</a:t>
            </a:r>
            <a:endParaRPr lang="zh-CN" altLang="en-US" sz="1800" kern="1200" dirty="0">
              <a:solidFill>
                <a:srgbClr val="111111"/>
              </a:solidFill>
              <a:ea typeface="宋体" panose="02010600030101010101" pitchFamily="2" charset="-122"/>
            </a:endParaRPr>
          </a:p>
          <a:p>
            <a:pPr lvl="2">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zh-CN" altLang="en-US"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US" altLang="zh-CN" sz="1800" kern="1200" dirty="0">
              <a:solidFill>
                <a:srgbClr val="111111"/>
              </a:solidFill>
              <a:ea typeface="宋体" panose="02010600030101010101" pitchFamily="2" charset="-122"/>
            </a:endParaRPr>
          </a:p>
        </p:txBody>
      </p:sp>
      <p:sp>
        <p:nvSpPr>
          <p:cNvPr id="3" name="标题 2"/>
          <p:cNvSpPr>
            <a:spLocks noGrp="1"/>
          </p:cNvSpPr>
          <p:nvPr>
            <p:ph type="title"/>
          </p:nvPr>
        </p:nvSpPr>
        <p:spPr/>
        <p:txBody>
          <a:bodyPr/>
          <a:lstStyle/>
          <a:p>
            <a:r>
              <a:rPr lang="zh-CN" altLang="en-US" dirty="0"/>
              <a:t>使用</a:t>
            </a:r>
            <a:r>
              <a:rPr lang="en-US" altLang="zh-CN" dirty="0" err="1"/>
              <a:t>cgroup</a:t>
            </a:r>
            <a:r>
              <a:rPr lang="zh-CN" altLang="en-US" dirty="0"/>
              <a:t>实现资源限制</a:t>
            </a:r>
            <a:endParaRPr lang="zh-CN" altLang="en-US" dirty="0"/>
          </a:p>
        </p:txBody>
      </p:sp>
      <p:sp>
        <p:nvSpPr>
          <p:cNvPr id="6" name="矩形: 圆角 5"/>
          <p:cNvSpPr/>
          <p:nvPr/>
        </p:nvSpPr>
        <p:spPr bwMode="auto">
          <a:xfrm>
            <a:off x="1568624" y="5893975"/>
            <a:ext cx="7056784" cy="919401"/>
          </a:xfrm>
          <a:prstGeom prst="roundRect">
            <a:avLst/>
          </a:prstGeom>
          <a:solidFill>
            <a:srgbClr val="33333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algn="l"/>
            <a:r>
              <a:rPr lang="en-US" altLang="zh-CN" sz="1600" dirty="0">
                <a:solidFill>
                  <a:srgbClr val="FFFFFF"/>
                </a:solidFill>
                <a:latin typeface="Consolas" panose="020B0609020204030204" pitchFamily="49" charset="0"/>
              </a:rPr>
              <a:t># echo 'a,8,4,rwm' &gt; /</a:t>
            </a:r>
            <a:r>
              <a:rPr lang="en-US" altLang="zh-CN" sz="1600" dirty="0" err="1">
                <a:solidFill>
                  <a:srgbClr val="FFFFFF"/>
                </a:solidFill>
                <a:latin typeface="Consolas" panose="020B0609020204030204" pitchFamily="49" charset="0"/>
              </a:rPr>
              <a:t>cgroup</a:t>
            </a:r>
            <a:r>
              <a:rPr lang="en-US" altLang="zh-CN" sz="1600" dirty="0">
                <a:solidFill>
                  <a:srgbClr val="FFFFFF"/>
                </a:solidFill>
                <a:latin typeface="Consolas" panose="020B0609020204030204" pitchFamily="49" charset="0"/>
              </a:rPr>
              <a:t>/devices/</a:t>
            </a:r>
            <a:r>
              <a:rPr lang="en-US" altLang="zh-CN" sz="1600" dirty="0" err="1">
                <a:solidFill>
                  <a:srgbClr val="FFFFFF"/>
                </a:solidFill>
                <a:latin typeface="Consolas" panose="020B0609020204030204" pitchFamily="49" charset="0"/>
              </a:rPr>
              <a:t>mydevices</a:t>
            </a:r>
            <a:r>
              <a:rPr lang="en-US" altLang="zh-CN" sz="1600" dirty="0">
                <a:solidFill>
                  <a:srgbClr val="FFFFFF"/>
                </a:solidFill>
                <a:latin typeface="Consolas" panose="020B0609020204030204" pitchFamily="49" charset="0"/>
              </a:rPr>
              <a:t>/</a:t>
            </a:r>
            <a:r>
              <a:rPr lang="en-US" altLang="zh-CN" sz="1600" dirty="0" err="1">
                <a:solidFill>
                  <a:srgbClr val="FFFFFF"/>
                </a:solidFill>
                <a:latin typeface="Consolas" panose="020B0609020204030204" pitchFamily="49" charset="0"/>
              </a:rPr>
              <a:t>devices.deny</a:t>
            </a:r>
            <a:endParaRPr lang="en-US" altLang="zh-CN" sz="1600" dirty="0">
              <a:solidFill>
                <a:srgbClr val="FFFFFF"/>
              </a:solidFill>
              <a:latin typeface="Consolas" panose="020B0609020204030204" pitchFamily="49" charset="0"/>
            </a:endParaRPr>
          </a:p>
          <a:p>
            <a:pPr algn="l"/>
            <a:r>
              <a:rPr lang="en-US" altLang="zh-CN" sz="1600" dirty="0">
                <a:solidFill>
                  <a:srgbClr val="FFFFFF"/>
                </a:solidFill>
                <a:latin typeface="Consolas" panose="020B0609020204030204" pitchFamily="49" charset="0"/>
              </a:rPr>
              <a:t># echo 'a 8 4 </a:t>
            </a:r>
            <a:r>
              <a:rPr lang="en-US" altLang="zh-CN" sz="1600" dirty="0" err="1">
                <a:solidFill>
                  <a:srgbClr val="FFFFFF"/>
                </a:solidFill>
                <a:latin typeface="Consolas" panose="020B0609020204030204" pitchFamily="49" charset="0"/>
              </a:rPr>
              <a:t>rwm</a:t>
            </a:r>
            <a:r>
              <a:rPr lang="en-US" altLang="zh-CN" sz="1600" dirty="0">
                <a:solidFill>
                  <a:srgbClr val="FFFFFF"/>
                </a:solidFill>
                <a:latin typeface="Consolas" panose="020B0609020204030204" pitchFamily="49" charset="0"/>
              </a:rPr>
              <a:t>' &gt; /</a:t>
            </a:r>
            <a:r>
              <a:rPr lang="en-US" altLang="zh-CN" sz="1600" dirty="0" err="1">
                <a:solidFill>
                  <a:srgbClr val="FFFFFF"/>
                </a:solidFill>
                <a:latin typeface="Consolas" panose="020B0609020204030204" pitchFamily="49" charset="0"/>
              </a:rPr>
              <a:t>cgroup</a:t>
            </a:r>
            <a:r>
              <a:rPr lang="en-US" altLang="zh-CN" sz="1600" dirty="0">
                <a:solidFill>
                  <a:srgbClr val="FFFFFF"/>
                </a:solidFill>
                <a:latin typeface="Consolas" panose="020B0609020204030204" pitchFamily="49" charset="0"/>
              </a:rPr>
              <a:t>/devices/</a:t>
            </a:r>
            <a:r>
              <a:rPr lang="en-US" altLang="zh-CN" sz="1600" dirty="0" err="1">
                <a:solidFill>
                  <a:srgbClr val="FFFFFF"/>
                </a:solidFill>
                <a:latin typeface="Consolas" panose="020B0609020204030204" pitchFamily="49" charset="0"/>
              </a:rPr>
              <a:t>mydevices</a:t>
            </a:r>
            <a:r>
              <a:rPr lang="en-US" altLang="zh-CN" sz="1600" dirty="0">
                <a:solidFill>
                  <a:srgbClr val="FFFFFF"/>
                </a:solidFill>
                <a:latin typeface="Consolas" panose="020B0609020204030204" pitchFamily="49" charset="0"/>
              </a:rPr>
              <a:t>/</a:t>
            </a:r>
            <a:r>
              <a:rPr lang="en-US" altLang="zh-CN" sz="1600" dirty="0" err="1">
                <a:solidFill>
                  <a:srgbClr val="FFFFFF"/>
                </a:solidFill>
                <a:latin typeface="Consolas" panose="020B0609020204030204" pitchFamily="49" charset="0"/>
              </a:rPr>
              <a:t>devices.deny</a:t>
            </a:r>
            <a:endParaRPr lang="en-US" altLang="zh-CN" sz="1600" dirty="0">
              <a:solidFill>
                <a:srgbClr val="FFFFFF"/>
              </a:solidFill>
              <a:latin typeface="Consolas" panose="020B0609020204030204" pitchFamily="49" charset="0"/>
            </a:endParaRPr>
          </a:p>
          <a:p>
            <a:pPr algn="l"/>
            <a:r>
              <a:rPr lang="en-US" altLang="zh-CN" sz="1600" dirty="0">
                <a:solidFill>
                  <a:srgbClr val="FFFFFF"/>
                </a:solidFill>
                <a:latin typeface="Consolas" panose="020B0609020204030204" pitchFamily="49" charset="0"/>
              </a:rPr>
              <a:t># echo 'a 8:4 </a:t>
            </a:r>
            <a:r>
              <a:rPr lang="en-US" altLang="zh-CN" sz="1600" dirty="0" err="1">
                <a:solidFill>
                  <a:srgbClr val="FFFFFF"/>
                </a:solidFill>
                <a:latin typeface="Consolas" panose="020B0609020204030204" pitchFamily="49" charset="0"/>
              </a:rPr>
              <a:t>rwm</a:t>
            </a:r>
            <a:r>
              <a:rPr lang="en-US" altLang="zh-CN" sz="1600" dirty="0">
                <a:solidFill>
                  <a:srgbClr val="FFFFFF"/>
                </a:solidFill>
                <a:latin typeface="Consolas" panose="020B0609020204030204" pitchFamily="49" charset="0"/>
              </a:rPr>
              <a:t>' &gt; /</a:t>
            </a:r>
            <a:r>
              <a:rPr lang="en-US" altLang="zh-CN" sz="1600" dirty="0" err="1">
                <a:solidFill>
                  <a:srgbClr val="FFFFFF"/>
                </a:solidFill>
                <a:latin typeface="Consolas" panose="020B0609020204030204" pitchFamily="49" charset="0"/>
              </a:rPr>
              <a:t>cgroup</a:t>
            </a:r>
            <a:r>
              <a:rPr lang="en-US" altLang="zh-CN" sz="1600" dirty="0">
                <a:solidFill>
                  <a:srgbClr val="FFFFFF"/>
                </a:solidFill>
                <a:latin typeface="Consolas" panose="020B0609020204030204" pitchFamily="49" charset="0"/>
              </a:rPr>
              <a:t>/devices/</a:t>
            </a:r>
            <a:r>
              <a:rPr lang="en-US" altLang="zh-CN" sz="1600" dirty="0" err="1">
                <a:solidFill>
                  <a:srgbClr val="FFFFFF"/>
                </a:solidFill>
                <a:latin typeface="Consolas" panose="020B0609020204030204" pitchFamily="49" charset="0"/>
              </a:rPr>
              <a:t>mydevices</a:t>
            </a:r>
            <a:r>
              <a:rPr lang="en-US" altLang="zh-CN" sz="1600" dirty="0">
                <a:solidFill>
                  <a:srgbClr val="FFFFFF"/>
                </a:solidFill>
                <a:latin typeface="Consolas" panose="020B0609020204030204" pitchFamily="49" charset="0"/>
              </a:rPr>
              <a:t>/</a:t>
            </a:r>
            <a:r>
              <a:rPr lang="en-US" altLang="zh-CN" sz="1600" dirty="0" err="1">
                <a:solidFill>
                  <a:srgbClr val="FFFFFF"/>
                </a:solidFill>
                <a:latin typeface="Consolas" panose="020B0609020204030204" pitchFamily="49" charset="0"/>
              </a:rPr>
              <a:t>devices.deny</a:t>
            </a:r>
            <a:endParaRPr lang="en-US" altLang="zh-CN" sz="1600" dirty="0">
              <a:solidFill>
                <a:srgbClr val="FFFFFF"/>
              </a:solidFill>
              <a:latin typeface="Consolas" panose="020B0609020204030204" pitchFamily="49" charset="0"/>
            </a:endParaRPr>
          </a:p>
        </p:txBody>
      </p:sp>
    </p:spTree>
  </p:cSld>
  <p:clrMapOvr>
    <a:masterClrMapping/>
  </p:clrMapOvr>
  <p:transition/>
</p:sld>
</file>

<file path=ppt/tags/tag1.xml><?xml version="1.0" encoding="utf-8"?>
<p:tagLst xmlns:p="http://schemas.openxmlformats.org/presentationml/2006/main">
  <p:tag name="KSO_WM_TEMPLATE_TOPIC_ID" val="2869567"/>
  <p:tag name="KSO_WM_TEMPLATE_OUTLINE_ID" val="15"/>
  <p:tag name="KSO_WM_TEMPLATE_SCENE_ID" val="1"/>
  <p:tag name="KSO_WM_TEMPLATE_JOB_ID" val="2"/>
  <p:tag name="KSO_WM_TEMPLATE_TOPIC_DEFAULT" val="1"/>
</p:tagLst>
</file>

<file path=ppt/tags/tag2.xml><?xml version="1.0" encoding="utf-8"?>
<p:tagLst xmlns:p="http://schemas.openxmlformats.org/presentationml/2006/main">
  <p:tag name="commondata" val="eyJoZGlkIjoiYzFlODE4OGQ3NzVjYjAxY2NlNDRlNzg4ZTI3YTgzYzEifQ=="/>
</p:tagLst>
</file>

<file path=ppt/theme/theme1.xml><?xml version="1.0" encoding="utf-8"?>
<a:theme xmlns:a="http://schemas.openxmlformats.org/drawingml/2006/main" name="通用信息 (标准)">
  <a:themeElements>
    <a:clrScheme name="">
      <a:dk1>
        <a:srgbClr val="0033CC"/>
      </a:dk1>
      <a:lt1>
        <a:srgbClr val="FFFFFF"/>
      </a:lt1>
      <a:dk2>
        <a:srgbClr val="336699"/>
      </a:dk2>
      <a:lt2>
        <a:srgbClr val="008000"/>
      </a:lt2>
      <a:accent1>
        <a:srgbClr val="3366FF"/>
      </a:accent1>
      <a:accent2>
        <a:srgbClr val="FFFF66"/>
      </a:accent2>
      <a:accent3>
        <a:srgbClr val="FFFFFF"/>
      </a:accent3>
      <a:accent4>
        <a:srgbClr val="002AAE"/>
      </a:accent4>
      <a:accent5>
        <a:srgbClr val="ADB8FF"/>
      </a:accent5>
      <a:accent6>
        <a:srgbClr val="E7E75C"/>
      </a:accent6>
      <a:hlink>
        <a:srgbClr val="FF6600"/>
      </a:hlink>
      <a:folHlink>
        <a:srgbClr val="FFCC66"/>
      </a:folHlink>
    </a:clrScheme>
    <a:fontScheme name="通用信息 (标准)">
      <a:majorFont>
        <a:latin typeface="Arial Narrow"/>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CCFF66"/>
        </a:solid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1" i="0" u="none" strike="noStrike" cap="none" normalizeH="0" baseline="0" smtClean="0">
            <a:ln>
              <a:noFill/>
            </a:ln>
            <a:solidFill>
              <a:schemeClr val="bg2"/>
            </a:solidFill>
            <a:effectLst/>
            <a:latin typeface="Times New Roman" panose="02020603050405020304" pitchFamily="18" charset="0"/>
            <a:ea typeface="楷体_GB2312" pitchFamily="49" charset="-122"/>
          </a:defRPr>
        </a:defPPr>
      </a:lstStyle>
    </a:spDef>
    <a:lnDef>
      <a:spPr bwMode="auto">
        <a:xfrm>
          <a:off x="0" y="0"/>
          <a:ext cx="1" cy="1"/>
        </a:xfrm>
        <a:custGeom>
          <a:avLst/>
          <a:gdLst/>
          <a:ahLst/>
          <a:cxnLst/>
          <a:rect l="0" t="0" r="0" b="0"/>
          <a:pathLst/>
        </a:custGeom>
        <a:solidFill>
          <a:srgbClr val="CCFF66"/>
        </a:solidFill>
        <a:ln w="9525" cap="flat" cmpd="sng" algn="ctr">
          <a:noFill/>
          <a:prstDash val="solid"/>
          <a:round/>
          <a:headEnd type="none" w="med" len="med"/>
          <a:tailEnd type="none" w="med" len="med"/>
        </a:ln>
      </a:spPr>
      <a:bodyPr vert="horz" wrap="square" lIns="91440" tIns="45720" rIns="91440" bIns="45720" numCol="1" anchor="t" anchorCtr="0" compatLnSpc="1">
        <a:spAutoFit/>
      </a:bodyPr>
      <a:lstStyle>
        <a:defPPr marL="0" marR="0" indent="0" algn="ctr" defTabSz="914400" rtl="0" eaLnBrk="1" fontAlgn="base" latinLnBrk="0" hangingPunct="1">
          <a:lnSpc>
            <a:spcPct val="100000"/>
          </a:lnSpc>
          <a:spcBef>
            <a:spcPct val="0"/>
          </a:spcBef>
          <a:spcAft>
            <a:spcPct val="0"/>
          </a:spcAft>
          <a:buClrTx/>
          <a:buSzTx/>
          <a:buFontTx/>
          <a:buNone/>
          <a:defRPr kumimoji="1" lang="zh-CN" altLang="en-US" sz="2400" b="1" i="0" u="none" strike="noStrike" cap="none" normalizeH="0" baseline="0" smtClean="0">
            <a:ln>
              <a:noFill/>
            </a:ln>
            <a:solidFill>
              <a:schemeClr val="bg2"/>
            </a:solidFill>
            <a:effectLst/>
            <a:latin typeface="Times New Roman" panose="02020603050405020304" pitchFamily="18" charset="0"/>
            <a:ea typeface="楷体_GB2312" pitchFamily="49" charset="-122"/>
          </a:defRPr>
        </a:defPPr>
      </a:lstStyle>
    </a:lnDef>
  </a:objectDefaults>
  <a:extraClrSchemeLst>
    <a:extraClrScheme>
      <a:clrScheme name="通用信息 (标准) 1">
        <a:dk1>
          <a:srgbClr val="009999"/>
        </a:dk1>
        <a:lt1>
          <a:srgbClr val="FFFFFF"/>
        </a:lt1>
        <a:dk2>
          <a:srgbClr val="336699"/>
        </a:dk2>
        <a:lt2>
          <a:srgbClr val="010000"/>
        </a:lt2>
        <a:accent1>
          <a:srgbClr val="CCECFF"/>
        </a:accent1>
        <a:accent2>
          <a:srgbClr val="FFFFCC"/>
        </a:accent2>
        <a:accent3>
          <a:srgbClr val="FFFFFF"/>
        </a:accent3>
        <a:accent4>
          <a:srgbClr val="008282"/>
        </a:accent4>
        <a:accent5>
          <a:srgbClr val="E2F4FF"/>
        </a:accent5>
        <a:accent6>
          <a:srgbClr val="E7E7B9"/>
        </a:accent6>
        <a:hlink>
          <a:srgbClr val="FF9966"/>
        </a:hlink>
        <a:folHlink>
          <a:srgbClr val="FFFFCC"/>
        </a:folHlink>
      </a:clrScheme>
      <a:clrMap bg1="lt1" tx1="dk1" bg2="lt2" tx2="dk2" accent1="accent1" accent2="accent2" accent3="accent3" accent4="accent4" accent5="accent5" accent6="accent6" hlink="hlink" folHlink="folHlink"/>
    </a:extraClrScheme>
    <a:extraClrScheme>
      <a:clrScheme name="通用信息 (标准) 2">
        <a:dk1>
          <a:srgbClr val="800000"/>
        </a:dk1>
        <a:lt1>
          <a:srgbClr val="FFFFFF"/>
        </a:lt1>
        <a:dk2>
          <a:srgbClr val="000000"/>
        </a:dk2>
        <a:lt2>
          <a:srgbClr val="FFFFCC"/>
        </a:lt2>
        <a:accent1>
          <a:srgbClr val="000000"/>
        </a:accent1>
        <a:accent2>
          <a:srgbClr val="000099"/>
        </a:accent2>
        <a:accent3>
          <a:srgbClr val="AAAAAA"/>
        </a:accent3>
        <a:accent4>
          <a:srgbClr val="DADADA"/>
        </a:accent4>
        <a:accent5>
          <a:srgbClr val="AAAAAA"/>
        </a:accent5>
        <a:accent6>
          <a:srgbClr val="00008A"/>
        </a:accent6>
        <a:hlink>
          <a:srgbClr val="800000"/>
        </a:hlink>
        <a:folHlink>
          <a:srgbClr val="000000"/>
        </a:folHlink>
      </a:clrScheme>
      <a:clrMap bg1="dk2" tx1="lt1" bg2="dk1" tx2="lt2" accent1="accent1" accent2="accent2" accent3="accent3" accent4="accent4" accent5="accent5" accent6="accent6" hlink="hlink" folHlink="folHlink"/>
    </a:extraClrScheme>
    <a:extraClrScheme>
      <a:clrScheme name="通用信息 (标准) 3">
        <a:dk1>
          <a:srgbClr val="000000"/>
        </a:dk1>
        <a:lt1>
          <a:srgbClr val="FFFFFF"/>
        </a:lt1>
        <a:dk2>
          <a:srgbClr val="000000"/>
        </a:dk2>
        <a:lt2>
          <a:srgbClr val="CBCBCB"/>
        </a:lt2>
        <a:accent1>
          <a:srgbClr val="C0C0C0"/>
        </a:accent1>
        <a:accent2>
          <a:srgbClr val="DDDDDD"/>
        </a:accent2>
        <a:accent3>
          <a:srgbClr val="FFFFFF"/>
        </a:accent3>
        <a:accent4>
          <a:srgbClr val="000000"/>
        </a:accent4>
        <a:accent5>
          <a:srgbClr val="DCDCDC"/>
        </a:accent5>
        <a:accent6>
          <a:srgbClr val="C8C8C8"/>
        </a:accent6>
        <a:hlink>
          <a:srgbClr val="5F5F5F"/>
        </a:hlink>
        <a:folHlink>
          <a:srgbClr val="DDDDD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7404</Words>
  <Application>WPS 演示</Application>
  <PresentationFormat>A4 Paper (210x297 mm)</PresentationFormat>
  <Paragraphs>413</Paragraphs>
  <Slides>26</Slides>
  <Notes>22</Notes>
  <HiddenSlides>0</HiddenSlides>
  <MMClips>0</MMClips>
  <ScaleCrop>false</ScaleCrop>
  <HeadingPairs>
    <vt:vector size="6" baseType="variant">
      <vt:variant>
        <vt:lpstr>已用的字体</vt:lpstr>
      </vt:variant>
      <vt:variant>
        <vt:i4>17</vt:i4>
      </vt:variant>
      <vt:variant>
        <vt:lpstr>主题</vt:lpstr>
      </vt:variant>
      <vt:variant>
        <vt:i4>1</vt:i4>
      </vt:variant>
      <vt:variant>
        <vt:lpstr>幻灯片标题</vt:lpstr>
      </vt:variant>
      <vt:variant>
        <vt:i4>26</vt:i4>
      </vt:variant>
    </vt:vector>
  </HeadingPairs>
  <TitlesOfParts>
    <vt:vector size="44" baseType="lpstr">
      <vt:lpstr>Arial</vt:lpstr>
      <vt:lpstr>宋体</vt:lpstr>
      <vt:lpstr>Wingdings</vt:lpstr>
      <vt:lpstr>Times New Roman</vt:lpstr>
      <vt:lpstr>楷体_GB2312</vt:lpstr>
      <vt:lpstr>新宋体</vt:lpstr>
      <vt:lpstr>华文行楷</vt:lpstr>
      <vt:lpstr>Arial Narrow</vt:lpstr>
      <vt:lpstr>黑体</vt:lpstr>
      <vt:lpstr>Monotype Sorts</vt:lpstr>
      <vt:lpstr>Wingdings</vt:lpstr>
      <vt:lpstr>微软雅黑</vt:lpstr>
      <vt:lpstr>幼圆</vt:lpstr>
      <vt:lpstr>Monotype Sorts</vt:lpstr>
      <vt:lpstr>楷体_GB2312</vt:lpstr>
      <vt:lpstr>Consolas</vt:lpstr>
      <vt:lpstr>Arial Unicode MS</vt:lpstr>
      <vt:lpstr>通用信息 (标准)</vt:lpstr>
      <vt:lpstr>PowerPoint 演示文稿</vt:lpstr>
      <vt:lpstr> 实验内容</vt:lpstr>
      <vt:lpstr>任务1：创建并运行内核线程</vt:lpstr>
      <vt:lpstr>内核模块编程</vt:lpstr>
      <vt:lpstr>PowerPoint 演示文稿</vt:lpstr>
      <vt:lpstr>Linux中的进程</vt:lpstr>
      <vt:lpstr>内核线程相关接口函数</vt:lpstr>
      <vt:lpstr>内核线程相关接口函数</vt:lpstr>
      <vt:lpstr>内核线程相关接口函数</vt:lpstr>
      <vt:lpstr>任务2：打印输出当前系统 CPU 负载情况</vt:lpstr>
      <vt:lpstr>proc文件系统</vt:lpstr>
      <vt:lpstr>内核中读写文件数据</vt:lpstr>
      <vt:lpstr>内核中读写文件数据</vt:lpstr>
      <vt:lpstr>任务3：打印输出当前处于运行状态的进程的 PID 和名字</vt:lpstr>
      <vt:lpstr>进程信息获取</vt:lpstr>
      <vt:lpstr>任务4：使用 cgroup 实现限制 CPU 核数</vt:lpstr>
      <vt:lpstr>任务4：使用 cgroup 实现限制 CPU 核数</vt:lpstr>
      <vt:lpstr>使用cgroup实现资源限制</vt:lpstr>
      <vt:lpstr>使用cgroup实现资源限制</vt:lpstr>
      <vt:lpstr>使用cgroup实现资源限制</vt:lpstr>
      <vt:lpstr>使用cgroup实现资源限制</vt:lpstr>
      <vt:lpstr>使用cgroup实现资源限制</vt:lpstr>
      <vt:lpstr>任务5：使用 cgroup 实现不允许访问U盘</vt:lpstr>
      <vt:lpstr>使用cgroup实现资源限制</vt:lpstr>
      <vt:lpstr>使用cgroup实现资源限制</vt:lpstr>
      <vt:lpstr>使用cgroup实现资源限制</vt:lpstr>
    </vt:vector>
  </TitlesOfParts>
  <Company>CS,HIT,P.R.China</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xxf</dc:creator>
  <cp:lastModifiedBy>28</cp:lastModifiedBy>
  <cp:revision>2733</cp:revision>
  <dcterms:created xsi:type="dcterms:W3CDTF">2001-03-21T12:57:00Z</dcterms:created>
  <dcterms:modified xsi:type="dcterms:W3CDTF">2024-05-10T01:02:24Z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(3)YsEAcH336qYlRWsxm9l3e3i7JcMUBUb9gO20WTOoDd9rtxi0Cs9DxTTe5nATwGG3T2jMnuDy
Hau6mGEtDdjpFrh0P/kZZKq7T4+JNUObFNH4DWFklzKzoeQ2HnRJ0fLYRGXP2ZtAiM9E0A0I
kVerB0oDre6GbJykhNt3tuXeeaFXcdd3tdMHGgmeo1XJC7WZpLCJ5y2dFQ0hJ6YGRUguFXjV
0KVgK72HzyoJs5k5QR</vt:lpwstr>
  </property>
  <property fmtid="{D5CDD505-2E9C-101B-9397-08002B2CF9AE}" pid="3" name="_2015_ms_pID_7253431">
    <vt:lpwstr>zCg66jJRWNwSEjaxhHUz61T3c9kUCIFGmA2y7iLuCfFYri6cLjdv77
5H8uKm4Eq3zh/d9408abh9abwKHqNf8gvw6xSQj7QYPxuGY+MtLdYoQcG0XwiCJtf1x2qdtf
k40NO0+7q3e4J9tVRH2a+JP8R1JZb7g8+ShXfVKca2yr8tKTmBQP7/SwCnYcNes9VDu4IaXI
jdbml+9Xkx3ItCjSXAbdrvMI/g4prqoyYnNc</vt:lpwstr>
  </property>
  <property fmtid="{D5CDD505-2E9C-101B-9397-08002B2CF9AE}" pid="4" name="_2015_ms_pID_7253432">
    <vt:lpwstr>3Q==</vt:lpwstr>
  </property>
  <property fmtid="{D5CDD505-2E9C-101B-9397-08002B2CF9AE}" pid="5" name="ICV">
    <vt:lpwstr>B2FD9D11E3FE4B888ADB93BC7637B36B_12</vt:lpwstr>
  </property>
  <property fmtid="{D5CDD505-2E9C-101B-9397-08002B2CF9AE}" pid="6" name="KSOProductBuildVer">
    <vt:lpwstr>2052-12.1.0.16910</vt:lpwstr>
  </property>
</Properties>
</file>