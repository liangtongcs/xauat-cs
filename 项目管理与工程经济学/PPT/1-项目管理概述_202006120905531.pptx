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4656"/>
  </p:normalViewPr>
  <p:slideViewPr>
    <p:cSldViewPr>
      <p:cViewPr varScale="1">
        <p:scale>
          <a:sx n="84" d="100"/>
          <a:sy n="84" d="100"/>
        </p:scale>
        <p:origin x="104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2742" y="232663"/>
            <a:ext cx="833851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75F54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75F54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75F54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9567" y="235407"/>
            <a:ext cx="8144865" cy="1002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75F54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2017" y="2737815"/>
            <a:ext cx="7439964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315213"/>
            <a:ext cx="56216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项目不成功：问题很多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5621" y="629726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868" y="1629155"/>
            <a:ext cx="4485132" cy="4466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7868" y="1545770"/>
            <a:ext cx="4485640" cy="424751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05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①	</a:t>
            </a:r>
            <a:r>
              <a:rPr sz="3200" dirty="0">
                <a:latin typeface="华文新魏"/>
                <a:cs typeface="华文新魏"/>
              </a:rPr>
              <a:t>任务不明确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315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②	</a:t>
            </a:r>
            <a:r>
              <a:rPr sz="3200" dirty="0">
                <a:latin typeface="华文新魏"/>
                <a:cs typeface="华文新魏"/>
              </a:rPr>
              <a:t>变更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325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③	</a:t>
            </a:r>
            <a:r>
              <a:rPr sz="3200" dirty="0">
                <a:latin typeface="华文新魏"/>
                <a:cs typeface="华文新魏"/>
              </a:rPr>
              <a:t>新技术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310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④	</a:t>
            </a:r>
            <a:r>
              <a:rPr sz="3200" dirty="0">
                <a:latin typeface="华文新魏"/>
                <a:cs typeface="华文新魏"/>
              </a:rPr>
              <a:t>成本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315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⑤	</a:t>
            </a:r>
            <a:r>
              <a:rPr sz="3200" dirty="0">
                <a:latin typeface="华文新魏"/>
                <a:cs typeface="华文新魏"/>
              </a:rPr>
              <a:t>进度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325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⑥	</a:t>
            </a:r>
            <a:r>
              <a:rPr sz="3200" dirty="0">
                <a:latin typeface="华文新魏"/>
                <a:cs typeface="华文新魏"/>
              </a:rPr>
              <a:t>质量问题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315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⑦	</a:t>
            </a:r>
            <a:r>
              <a:rPr sz="3200" dirty="0">
                <a:latin typeface="华文新魏"/>
                <a:cs typeface="华文新魏"/>
              </a:rPr>
              <a:t>开发混乱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310"/>
              </a:spcBef>
              <a:tabLst>
                <a:tab pos="607060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⑧	</a:t>
            </a:r>
            <a:r>
              <a:rPr sz="3200" dirty="0">
                <a:latin typeface="华文新魏"/>
                <a:cs typeface="华文新魏"/>
              </a:rPr>
              <a:t>用户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64479" y="3140964"/>
            <a:ext cx="3076955" cy="2095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0168" y="346963"/>
            <a:ext cx="60902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软件项目管理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---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解决问题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521" y="622533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4172" y="1713918"/>
            <a:ext cx="6139925" cy="41443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469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课程教材、实践教材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9921" y="6332434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a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ter_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_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0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6779" y="1461516"/>
            <a:ext cx="4427219" cy="5230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3172" y="1516380"/>
            <a:ext cx="4986528" cy="5148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338" y="331165"/>
            <a:ext cx="4968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软件项目管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引言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9201" y="2519248"/>
            <a:ext cx="4907280" cy="239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-5" dirty="0">
                <a:solidFill>
                  <a:srgbClr val="FF66FF"/>
                </a:solidFill>
                <a:latin typeface="华文隶书"/>
                <a:cs typeface="华文隶书"/>
              </a:rPr>
              <a:t>第 1</a:t>
            </a:r>
            <a:r>
              <a:rPr sz="6000" b="1" dirty="0">
                <a:solidFill>
                  <a:srgbClr val="FF66FF"/>
                </a:solidFill>
                <a:latin typeface="华文隶书"/>
                <a:cs typeface="华文隶书"/>
              </a:rPr>
              <a:t> </a:t>
            </a:r>
            <a:r>
              <a:rPr sz="6000" b="1" spc="-5" dirty="0">
                <a:solidFill>
                  <a:srgbClr val="FF66FF"/>
                </a:solidFill>
                <a:latin typeface="华文隶书"/>
                <a:cs typeface="华文隶书"/>
              </a:rPr>
              <a:t>章</a:t>
            </a:r>
            <a:endParaRPr sz="60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软</a:t>
            </a:r>
            <a:r>
              <a:rPr sz="4800" b="1" spc="10" dirty="0">
                <a:solidFill>
                  <a:srgbClr val="FF66FF"/>
                </a:solidFill>
                <a:latin typeface="华文隶书"/>
                <a:cs typeface="华文隶书"/>
              </a:rPr>
              <a:t>件</a:t>
            </a: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项目管理概述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557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26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22860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项目与软件项目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2552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项目管理与软件项目管理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0760" y="3525011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20014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PMBOK与软件项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目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管理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体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系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3840" rIns="0" bIns="0" rtlCol="0">
            <a:spAutoFit/>
          </a:bodyPr>
          <a:lstStyle/>
          <a:p>
            <a:pPr marR="406400" algn="ctr">
              <a:lnSpc>
                <a:spcPct val="100000"/>
              </a:lnSpc>
              <a:spcBef>
                <a:spcPts val="19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76298" y="57285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6127" y="5446776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0760" y="5446776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软件项目管理过程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哪些活动是项目？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29726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1981200"/>
            <a:ext cx="4267200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800" y="1895069"/>
            <a:ext cx="4267200" cy="40620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795"/>
              </a:spcBef>
              <a:tabLst>
                <a:tab pos="60642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①	</a:t>
            </a:r>
            <a:r>
              <a:rPr sz="3200" dirty="0">
                <a:latin typeface="华文新魏"/>
                <a:cs typeface="华文新魏"/>
              </a:rPr>
              <a:t>上课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695"/>
              </a:spcBef>
              <a:tabLst>
                <a:tab pos="60642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②	</a:t>
            </a:r>
            <a:r>
              <a:rPr sz="3200" dirty="0">
                <a:latin typeface="华文新魏"/>
                <a:cs typeface="华文新魏"/>
              </a:rPr>
              <a:t>野餐活动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695"/>
              </a:spcBef>
              <a:tabLst>
                <a:tab pos="60642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③	</a:t>
            </a:r>
            <a:r>
              <a:rPr sz="3200" dirty="0">
                <a:latin typeface="华文新魏"/>
                <a:cs typeface="华文新魏"/>
              </a:rPr>
              <a:t>集体婚礼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710"/>
              </a:spcBef>
              <a:tabLst>
                <a:tab pos="60642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④	</a:t>
            </a:r>
            <a:r>
              <a:rPr sz="3200" dirty="0">
                <a:latin typeface="华文新魏"/>
                <a:cs typeface="华文新魏"/>
              </a:rPr>
              <a:t>社区保安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695"/>
              </a:spcBef>
              <a:tabLst>
                <a:tab pos="60642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⑤	</a:t>
            </a:r>
            <a:r>
              <a:rPr sz="3200" dirty="0">
                <a:latin typeface="华文新魏"/>
                <a:cs typeface="华文新魏"/>
              </a:rPr>
              <a:t>开发操作系统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700"/>
              </a:spcBef>
              <a:tabLst>
                <a:tab pos="60642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⑥	</a:t>
            </a:r>
            <a:r>
              <a:rPr sz="3200" dirty="0">
                <a:latin typeface="华文新魏"/>
                <a:cs typeface="华文新魏"/>
              </a:rPr>
              <a:t>每天的卫生保洁</a:t>
            </a:r>
            <a:endParaRPr sz="3200">
              <a:latin typeface="华文新魏"/>
              <a:cs typeface="华文新魏"/>
            </a:endParaRPr>
          </a:p>
          <a:p>
            <a:pPr marL="91440">
              <a:lnSpc>
                <a:spcPct val="100000"/>
              </a:lnSpc>
              <a:spcBef>
                <a:spcPts val="710"/>
              </a:spcBef>
              <a:tabLst>
                <a:tab pos="60642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⑦	</a:t>
            </a:r>
            <a:r>
              <a:rPr sz="3200" dirty="0">
                <a:latin typeface="华文新魏"/>
                <a:cs typeface="华文新魏"/>
              </a:rPr>
              <a:t>神州飞船计划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67400" y="2667000"/>
            <a:ext cx="1066800" cy="1600200"/>
          </a:xfrm>
          <a:custGeom>
            <a:avLst/>
            <a:gdLst/>
            <a:ahLst/>
            <a:cxnLst/>
            <a:rect l="l" t="t" r="r" b="b"/>
            <a:pathLst>
              <a:path w="1066800" h="1600200">
                <a:moveTo>
                  <a:pt x="680466" y="1296543"/>
                </a:moveTo>
                <a:lnTo>
                  <a:pt x="395477" y="1296543"/>
                </a:lnTo>
                <a:lnTo>
                  <a:pt x="395477" y="1600200"/>
                </a:lnTo>
                <a:lnTo>
                  <a:pt x="680466" y="1600200"/>
                </a:lnTo>
                <a:lnTo>
                  <a:pt x="680466" y="1296543"/>
                </a:lnTo>
                <a:close/>
              </a:path>
              <a:path w="1066800" h="1600200">
                <a:moveTo>
                  <a:pt x="1000607" y="231266"/>
                </a:moveTo>
                <a:lnTo>
                  <a:pt x="543560" y="231266"/>
                </a:lnTo>
                <a:lnTo>
                  <a:pt x="596951" y="235217"/>
                </a:lnTo>
                <a:lnTo>
                  <a:pt x="644556" y="247062"/>
                </a:lnTo>
                <a:lnTo>
                  <a:pt x="686399" y="266789"/>
                </a:lnTo>
                <a:lnTo>
                  <a:pt x="722502" y="294386"/>
                </a:lnTo>
                <a:lnTo>
                  <a:pt x="751580" y="327602"/>
                </a:lnTo>
                <a:lnTo>
                  <a:pt x="772334" y="363997"/>
                </a:lnTo>
                <a:lnTo>
                  <a:pt x="784778" y="403560"/>
                </a:lnTo>
                <a:lnTo>
                  <a:pt x="788924" y="446277"/>
                </a:lnTo>
                <a:lnTo>
                  <a:pt x="786588" y="477444"/>
                </a:lnTo>
                <a:lnTo>
                  <a:pt x="767867" y="535824"/>
                </a:lnTo>
                <a:lnTo>
                  <a:pt x="733002" y="584346"/>
                </a:lnTo>
                <a:lnTo>
                  <a:pt x="702008" y="615061"/>
                </a:lnTo>
                <a:lnTo>
                  <a:pt x="658465" y="655109"/>
                </a:lnTo>
                <a:lnTo>
                  <a:pt x="602361" y="704469"/>
                </a:lnTo>
                <a:lnTo>
                  <a:pt x="555785" y="746818"/>
                </a:lnTo>
                <a:lnTo>
                  <a:pt x="515872" y="787449"/>
                </a:lnTo>
                <a:lnTo>
                  <a:pt x="482611" y="826349"/>
                </a:lnTo>
                <a:lnTo>
                  <a:pt x="455987" y="863505"/>
                </a:lnTo>
                <a:lnTo>
                  <a:pt x="435990" y="898905"/>
                </a:lnTo>
                <a:lnTo>
                  <a:pt x="417822" y="945124"/>
                </a:lnTo>
                <a:lnTo>
                  <a:pt x="404844" y="997283"/>
                </a:lnTo>
                <a:lnTo>
                  <a:pt x="397057" y="1055371"/>
                </a:lnTo>
                <a:lnTo>
                  <a:pt x="394462" y="1119377"/>
                </a:lnTo>
                <a:lnTo>
                  <a:pt x="394531" y="1128760"/>
                </a:lnTo>
                <a:lnTo>
                  <a:pt x="394731" y="1143952"/>
                </a:lnTo>
                <a:lnTo>
                  <a:pt x="395477" y="1191768"/>
                </a:lnTo>
                <a:lnTo>
                  <a:pt x="654050" y="1191768"/>
                </a:lnTo>
                <a:lnTo>
                  <a:pt x="654556" y="1133899"/>
                </a:lnTo>
                <a:lnTo>
                  <a:pt x="658002" y="1085627"/>
                </a:lnTo>
                <a:lnTo>
                  <a:pt x="664426" y="1046928"/>
                </a:lnTo>
                <a:lnTo>
                  <a:pt x="689006" y="991534"/>
                </a:lnTo>
                <a:lnTo>
                  <a:pt x="712724" y="961374"/>
                </a:lnTo>
                <a:lnTo>
                  <a:pt x="745013" y="927284"/>
                </a:lnTo>
                <a:lnTo>
                  <a:pt x="785876" y="889253"/>
                </a:lnTo>
                <a:lnTo>
                  <a:pt x="833252" y="846434"/>
                </a:lnTo>
                <a:lnTo>
                  <a:pt x="875673" y="806258"/>
                </a:lnTo>
                <a:lnTo>
                  <a:pt x="913142" y="768725"/>
                </a:lnTo>
                <a:lnTo>
                  <a:pt x="945663" y="733837"/>
                </a:lnTo>
                <a:lnTo>
                  <a:pt x="973241" y="701592"/>
                </a:lnTo>
                <a:lnTo>
                  <a:pt x="1013586" y="645033"/>
                </a:lnTo>
                <a:lnTo>
                  <a:pt x="1036849" y="599503"/>
                </a:lnTo>
                <a:lnTo>
                  <a:pt x="1053480" y="552640"/>
                </a:lnTo>
                <a:lnTo>
                  <a:pt x="1063468" y="504443"/>
                </a:lnTo>
                <a:lnTo>
                  <a:pt x="1066800" y="454913"/>
                </a:lnTo>
                <a:lnTo>
                  <a:pt x="1063837" y="403960"/>
                </a:lnTo>
                <a:lnTo>
                  <a:pt x="1054953" y="354840"/>
                </a:lnTo>
                <a:lnTo>
                  <a:pt x="1040147" y="307550"/>
                </a:lnTo>
                <a:lnTo>
                  <a:pt x="1019424" y="262088"/>
                </a:lnTo>
                <a:lnTo>
                  <a:pt x="1000607" y="231266"/>
                </a:lnTo>
                <a:close/>
              </a:path>
              <a:path w="1066800" h="1600200">
                <a:moveTo>
                  <a:pt x="531367" y="0"/>
                </a:moveTo>
                <a:lnTo>
                  <a:pt x="474474" y="2107"/>
                </a:lnTo>
                <a:lnTo>
                  <a:pt x="420379" y="8431"/>
                </a:lnTo>
                <a:lnTo>
                  <a:pt x="369086" y="18973"/>
                </a:lnTo>
                <a:lnTo>
                  <a:pt x="320595" y="33734"/>
                </a:lnTo>
                <a:lnTo>
                  <a:pt x="274908" y="52716"/>
                </a:lnTo>
                <a:lnTo>
                  <a:pt x="232027" y="75920"/>
                </a:lnTo>
                <a:lnTo>
                  <a:pt x="191952" y="103347"/>
                </a:lnTo>
                <a:lnTo>
                  <a:pt x="154686" y="135000"/>
                </a:lnTo>
                <a:lnTo>
                  <a:pt x="120853" y="169683"/>
                </a:lnTo>
                <a:lnTo>
                  <a:pt x="91172" y="206196"/>
                </a:lnTo>
                <a:lnTo>
                  <a:pt x="65636" y="244537"/>
                </a:lnTo>
                <a:lnTo>
                  <a:pt x="44243" y="284702"/>
                </a:lnTo>
                <a:lnTo>
                  <a:pt x="26987" y="326689"/>
                </a:lnTo>
                <a:lnTo>
                  <a:pt x="13864" y="370494"/>
                </a:lnTo>
                <a:lnTo>
                  <a:pt x="4870" y="416115"/>
                </a:lnTo>
                <a:lnTo>
                  <a:pt x="0" y="463550"/>
                </a:lnTo>
                <a:lnTo>
                  <a:pt x="261620" y="498094"/>
                </a:lnTo>
                <a:lnTo>
                  <a:pt x="274408" y="446840"/>
                </a:lnTo>
                <a:lnTo>
                  <a:pt x="290836" y="401128"/>
                </a:lnTo>
                <a:lnTo>
                  <a:pt x="310915" y="360952"/>
                </a:lnTo>
                <a:lnTo>
                  <a:pt x="334658" y="326304"/>
                </a:lnTo>
                <a:lnTo>
                  <a:pt x="362076" y="297179"/>
                </a:lnTo>
                <a:lnTo>
                  <a:pt x="400774" y="268343"/>
                </a:lnTo>
                <a:lnTo>
                  <a:pt x="443912" y="247745"/>
                </a:lnTo>
                <a:lnTo>
                  <a:pt x="491503" y="235386"/>
                </a:lnTo>
                <a:lnTo>
                  <a:pt x="543560" y="231266"/>
                </a:lnTo>
                <a:lnTo>
                  <a:pt x="1000607" y="231266"/>
                </a:lnTo>
                <a:lnTo>
                  <a:pt x="992784" y="218453"/>
                </a:lnTo>
                <a:lnTo>
                  <a:pt x="960231" y="176641"/>
                </a:lnTo>
                <a:lnTo>
                  <a:pt x="921766" y="136651"/>
                </a:lnTo>
                <a:lnTo>
                  <a:pt x="888308" y="107983"/>
                </a:lnTo>
                <a:lnTo>
                  <a:pt x="852368" y="82683"/>
                </a:lnTo>
                <a:lnTo>
                  <a:pt x="813947" y="60753"/>
                </a:lnTo>
                <a:lnTo>
                  <a:pt x="773046" y="42193"/>
                </a:lnTo>
                <a:lnTo>
                  <a:pt x="729664" y="27006"/>
                </a:lnTo>
                <a:lnTo>
                  <a:pt x="683805" y="15192"/>
                </a:lnTo>
                <a:lnTo>
                  <a:pt x="635468" y="6753"/>
                </a:lnTo>
                <a:lnTo>
                  <a:pt x="584656" y="1688"/>
                </a:lnTo>
                <a:lnTo>
                  <a:pt x="531367" y="0"/>
                </a:lnTo>
                <a:close/>
              </a:path>
            </a:pathLst>
          </a:custGeom>
          <a:solidFill>
            <a:srgbClr val="8E5E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62878" y="3963542"/>
            <a:ext cx="285115" cy="304165"/>
          </a:xfrm>
          <a:custGeom>
            <a:avLst/>
            <a:gdLst/>
            <a:ahLst/>
            <a:cxnLst/>
            <a:rect l="l" t="t" r="r" b="b"/>
            <a:pathLst>
              <a:path w="285115" h="304164">
                <a:moveTo>
                  <a:pt x="0" y="0"/>
                </a:moveTo>
                <a:lnTo>
                  <a:pt x="0" y="0"/>
                </a:lnTo>
                <a:lnTo>
                  <a:pt x="284988" y="0"/>
                </a:lnTo>
                <a:lnTo>
                  <a:pt x="284988" y="50609"/>
                </a:lnTo>
                <a:lnTo>
                  <a:pt x="284988" y="303656"/>
                </a:lnTo>
                <a:lnTo>
                  <a:pt x="237490" y="303656"/>
                </a:lnTo>
                <a:lnTo>
                  <a:pt x="0" y="303656"/>
                </a:lnTo>
                <a:lnTo>
                  <a:pt x="0" y="253047"/>
                </a:lnTo>
                <a:lnTo>
                  <a:pt x="0" y="202437"/>
                </a:lnTo>
                <a:lnTo>
                  <a:pt x="0" y="151828"/>
                </a:lnTo>
                <a:lnTo>
                  <a:pt x="0" y="101218"/>
                </a:lnTo>
                <a:lnTo>
                  <a:pt x="0" y="50609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67400" y="2667000"/>
            <a:ext cx="1066800" cy="1191895"/>
          </a:xfrm>
          <a:custGeom>
            <a:avLst/>
            <a:gdLst/>
            <a:ahLst/>
            <a:cxnLst/>
            <a:rect l="l" t="t" r="r" b="b"/>
            <a:pathLst>
              <a:path w="1066800" h="1191895">
                <a:moveTo>
                  <a:pt x="531367" y="0"/>
                </a:moveTo>
                <a:lnTo>
                  <a:pt x="584656" y="1688"/>
                </a:lnTo>
                <a:lnTo>
                  <a:pt x="635468" y="6753"/>
                </a:lnTo>
                <a:lnTo>
                  <a:pt x="683805" y="15192"/>
                </a:lnTo>
                <a:lnTo>
                  <a:pt x="729664" y="27006"/>
                </a:lnTo>
                <a:lnTo>
                  <a:pt x="773046" y="42193"/>
                </a:lnTo>
                <a:lnTo>
                  <a:pt x="813947" y="60753"/>
                </a:lnTo>
                <a:lnTo>
                  <a:pt x="852368" y="82683"/>
                </a:lnTo>
                <a:lnTo>
                  <a:pt x="888308" y="107983"/>
                </a:lnTo>
                <a:lnTo>
                  <a:pt x="921766" y="136651"/>
                </a:lnTo>
                <a:lnTo>
                  <a:pt x="960231" y="176641"/>
                </a:lnTo>
                <a:lnTo>
                  <a:pt x="992784" y="218453"/>
                </a:lnTo>
                <a:lnTo>
                  <a:pt x="1019424" y="262088"/>
                </a:lnTo>
                <a:lnTo>
                  <a:pt x="1040147" y="307550"/>
                </a:lnTo>
                <a:lnTo>
                  <a:pt x="1054953" y="354840"/>
                </a:lnTo>
                <a:lnTo>
                  <a:pt x="1063837" y="403960"/>
                </a:lnTo>
                <a:lnTo>
                  <a:pt x="1066800" y="454913"/>
                </a:lnTo>
                <a:lnTo>
                  <a:pt x="1063468" y="504443"/>
                </a:lnTo>
                <a:lnTo>
                  <a:pt x="1053480" y="552640"/>
                </a:lnTo>
                <a:lnTo>
                  <a:pt x="1036849" y="599503"/>
                </a:lnTo>
                <a:lnTo>
                  <a:pt x="1013586" y="645033"/>
                </a:lnTo>
                <a:lnTo>
                  <a:pt x="973241" y="701592"/>
                </a:lnTo>
                <a:lnTo>
                  <a:pt x="945663" y="733837"/>
                </a:lnTo>
                <a:lnTo>
                  <a:pt x="913142" y="768725"/>
                </a:lnTo>
                <a:lnTo>
                  <a:pt x="875673" y="806258"/>
                </a:lnTo>
                <a:lnTo>
                  <a:pt x="833252" y="846434"/>
                </a:lnTo>
                <a:lnTo>
                  <a:pt x="785876" y="889253"/>
                </a:lnTo>
                <a:lnTo>
                  <a:pt x="745013" y="927284"/>
                </a:lnTo>
                <a:lnTo>
                  <a:pt x="712724" y="961374"/>
                </a:lnTo>
                <a:lnTo>
                  <a:pt x="689006" y="991534"/>
                </a:lnTo>
                <a:lnTo>
                  <a:pt x="664426" y="1046928"/>
                </a:lnTo>
                <a:lnTo>
                  <a:pt x="658002" y="1085627"/>
                </a:lnTo>
                <a:lnTo>
                  <a:pt x="654556" y="1133899"/>
                </a:lnTo>
                <a:lnTo>
                  <a:pt x="654050" y="1191768"/>
                </a:lnTo>
                <a:lnTo>
                  <a:pt x="602323" y="1191768"/>
                </a:lnTo>
                <a:lnTo>
                  <a:pt x="550615" y="1191768"/>
                </a:lnTo>
                <a:lnTo>
                  <a:pt x="498912" y="1191768"/>
                </a:lnTo>
                <a:lnTo>
                  <a:pt x="447204" y="1191768"/>
                </a:lnTo>
                <a:lnTo>
                  <a:pt x="395477" y="1191768"/>
                </a:lnTo>
                <a:lnTo>
                  <a:pt x="395051" y="1164955"/>
                </a:lnTo>
                <a:lnTo>
                  <a:pt x="394731" y="1143952"/>
                </a:lnTo>
                <a:lnTo>
                  <a:pt x="394531" y="1128760"/>
                </a:lnTo>
                <a:lnTo>
                  <a:pt x="394462" y="1119377"/>
                </a:lnTo>
                <a:lnTo>
                  <a:pt x="397057" y="1055371"/>
                </a:lnTo>
                <a:lnTo>
                  <a:pt x="404844" y="997283"/>
                </a:lnTo>
                <a:lnTo>
                  <a:pt x="417822" y="945124"/>
                </a:lnTo>
                <a:lnTo>
                  <a:pt x="435990" y="898905"/>
                </a:lnTo>
                <a:lnTo>
                  <a:pt x="455987" y="863505"/>
                </a:lnTo>
                <a:lnTo>
                  <a:pt x="482611" y="826349"/>
                </a:lnTo>
                <a:lnTo>
                  <a:pt x="515872" y="787449"/>
                </a:lnTo>
                <a:lnTo>
                  <a:pt x="555785" y="746818"/>
                </a:lnTo>
                <a:lnTo>
                  <a:pt x="602361" y="704469"/>
                </a:lnTo>
                <a:lnTo>
                  <a:pt x="658465" y="655109"/>
                </a:lnTo>
                <a:lnTo>
                  <a:pt x="702008" y="615061"/>
                </a:lnTo>
                <a:lnTo>
                  <a:pt x="733002" y="584346"/>
                </a:lnTo>
                <a:lnTo>
                  <a:pt x="767867" y="535824"/>
                </a:lnTo>
                <a:lnTo>
                  <a:pt x="786588" y="477444"/>
                </a:lnTo>
                <a:lnTo>
                  <a:pt x="788924" y="446277"/>
                </a:lnTo>
                <a:lnTo>
                  <a:pt x="784778" y="403560"/>
                </a:lnTo>
                <a:lnTo>
                  <a:pt x="772334" y="363997"/>
                </a:lnTo>
                <a:lnTo>
                  <a:pt x="751580" y="327602"/>
                </a:lnTo>
                <a:lnTo>
                  <a:pt x="722502" y="294386"/>
                </a:lnTo>
                <a:lnTo>
                  <a:pt x="686399" y="266789"/>
                </a:lnTo>
                <a:lnTo>
                  <a:pt x="644556" y="247062"/>
                </a:lnTo>
                <a:lnTo>
                  <a:pt x="596951" y="235217"/>
                </a:lnTo>
                <a:lnTo>
                  <a:pt x="543560" y="231266"/>
                </a:lnTo>
                <a:lnTo>
                  <a:pt x="491503" y="235386"/>
                </a:lnTo>
                <a:lnTo>
                  <a:pt x="443912" y="247745"/>
                </a:lnTo>
                <a:lnTo>
                  <a:pt x="400774" y="268343"/>
                </a:lnTo>
                <a:lnTo>
                  <a:pt x="362076" y="297179"/>
                </a:lnTo>
                <a:lnTo>
                  <a:pt x="334658" y="326304"/>
                </a:lnTo>
                <a:lnTo>
                  <a:pt x="310915" y="360952"/>
                </a:lnTo>
                <a:lnTo>
                  <a:pt x="290836" y="401128"/>
                </a:lnTo>
                <a:lnTo>
                  <a:pt x="274408" y="446840"/>
                </a:lnTo>
                <a:lnTo>
                  <a:pt x="261620" y="498094"/>
                </a:lnTo>
                <a:lnTo>
                  <a:pt x="209283" y="491173"/>
                </a:lnTo>
                <a:lnTo>
                  <a:pt x="156965" y="484270"/>
                </a:lnTo>
                <a:lnTo>
                  <a:pt x="104654" y="477373"/>
                </a:lnTo>
                <a:lnTo>
                  <a:pt x="52336" y="470470"/>
                </a:lnTo>
                <a:lnTo>
                  <a:pt x="0" y="463550"/>
                </a:lnTo>
                <a:lnTo>
                  <a:pt x="4870" y="416115"/>
                </a:lnTo>
                <a:lnTo>
                  <a:pt x="13864" y="370494"/>
                </a:lnTo>
                <a:lnTo>
                  <a:pt x="26987" y="326689"/>
                </a:lnTo>
                <a:lnTo>
                  <a:pt x="44243" y="284702"/>
                </a:lnTo>
                <a:lnTo>
                  <a:pt x="65636" y="244537"/>
                </a:lnTo>
                <a:lnTo>
                  <a:pt x="91172" y="206196"/>
                </a:lnTo>
                <a:lnTo>
                  <a:pt x="120853" y="169683"/>
                </a:lnTo>
                <a:lnTo>
                  <a:pt x="154686" y="135000"/>
                </a:lnTo>
                <a:lnTo>
                  <a:pt x="191952" y="103347"/>
                </a:lnTo>
                <a:lnTo>
                  <a:pt x="232027" y="75920"/>
                </a:lnTo>
                <a:lnTo>
                  <a:pt x="274908" y="52716"/>
                </a:lnTo>
                <a:lnTo>
                  <a:pt x="320595" y="33734"/>
                </a:lnTo>
                <a:lnTo>
                  <a:pt x="369086" y="18973"/>
                </a:lnTo>
                <a:lnTo>
                  <a:pt x="420379" y="8431"/>
                </a:lnTo>
                <a:lnTo>
                  <a:pt x="474474" y="2107"/>
                </a:lnTo>
                <a:lnTo>
                  <a:pt x="531367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525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项目定义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22533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79186" y="2643251"/>
            <a:ext cx="736600" cy="0"/>
          </a:xfrm>
          <a:custGeom>
            <a:avLst/>
            <a:gdLst/>
            <a:ahLst/>
            <a:cxnLst/>
            <a:rect l="l" t="t" r="r" b="b"/>
            <a:pathLst>
              <a:path w="736600">
                <a:moveTo>
                  <a:pt x="0" y="0"/>
                </a:moveTo>
                <a:lnTo>
                  <a:pt x="736091" y="0"/>
                </a:lnTo>
              </a:path>
            </a:pathLst>
          </a:custGeom>
          <a:ln w="761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5477" y="2205989"/>
            <a:ext cx="8369934" cy="151193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90805" marR="262255">
              <a:lnSpc>
                <a:spcPct val="100000"/>
              </a:lnSpc>
              <a:spcBef>
                <a:spcPts val="130"/>
              </a:spcBef>
            </a:pPr>
            <a:r>
              <a:rPr sz="2900" b="1" spc="10" dirty="0">
                <a:solidFill>
                  <a:srgbClr val="A07B36"/>
                </a:solidFill>
                <a:latin typeface="华文新魏"/>
                <a:cs typeface="华文新魏"/>
              </a:rPr>
              <a:t>项目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(</a:t>
            </a:r>
            <a:r>
              <a:rPr sz="2900" b="1" spc="-5" dirty="0">
                <a:solidFill>
                  <a:srgbClr val="A07B36"/>
                </a:solidFill>
                <a:latin typeface="华文新魏"/>
                <a:cs typeface="华文新魏"/>
              </a:rPr>
              <a:t>Project)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是为</a:t>
            </a:r>
            <a:r>
              <a:rPr sz="2900" b="1" spc="-15" dirty="0">
                <a:solidFill>
                  <a:srgbClr val="A07B36"/>
                </a:solidFill>
                <a:latin typeface="华文新魏"/>
                <a:cs typeface="华文新魏"/>
              </a:rPr>
              <a:t>了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创造</a:t>
            </a:r>
            <a:r>
              <a:rPr sz="2900" b="1" spc="-15" dirty="0">
                <a:solidFill>
                  <a:srgbClr val="A07B36"/>
                </a:solidFill>
                <a:latin typeface="华文新魏"/>
                <a:cs typeface="华文新魏"/>
              </a:rPr>
              <a:t>一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个</a:t>
            </a:r>
            <a:r>
              <a:rPr sz="2900" b="1" dirty="0">
                <a:solidFill>
                  <a:srgbClr val="FF0000"/>
                </a:solidFill>
                <a:latin typeface="华文新魏"/>
                <a:cs typeface="华文新魏"/>
              </a:rPr>
              <a:t>唯</a:t>
            </a:r>
            <a:r>
              <a:rPr sz="2900" b="1" spc="-15" dirty="0">
                <a:solidFill>
                  <a:srgbClr val="FF0000"/>
                </a:solidFill>
                <a:latin typeface="华文新魏"/>
                <a:cs typeface="华文新魏"/>
              </a:rPr>
              <a:t>一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的产</a:t>
            </a:r>
            <a:r>
              <a:rPr sz="2900" b="1" spc="-15" dirty="0">
                <a:solidFill>
                  <a:srgbClr val="A07B36"/>
                </a:solidFill>
                <a:latin typeface="华文新魏"/>
                <a:cs typeface="华文新魏"/>
              </a:rPr>
              <a:t>品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或提</a:t>
            </a:r>
            <a:r>
              <a:rPr sz="2900" b="1" spc="-15" dirty="0">
                <a:solidFill>
                  <a:srgbClr val="A07B36"/>
                </a:solidFill>
                <a:latin typeface="华文新魏"/>
                <a:cs typeface="华文新魏"/>
              </a:rPr>
              <a:t>供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一 </a:t>
            </a:r>
            <a:r>
              <a:rPr sz="2900" b="1" spc="5" dirty="0">
                <a:solidFill>
                  <a:srgbClr val="A07B36"/>
                </a:solidFill>
                <a:latin typeface="华文新魏"/>
                <a:cs typeface="华文新魏"/>
              </a:rPr>
              <a:t>个唯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一的</a:t>
            </a:r>
            <a:r>
              <a:rPr sz="2900" b="1" spc="-25" dirty="0">
                <a:solidFill>
                  <a:srgbClr val="A07B36"/>
                </a:solidFill>
                <a:latin typeface="华文新魏"/>
                <a:cs typeface="华文新魏"/>
              </a:rPr>
              <a:t>服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务而</a:t>
            </a:r>
            <a:r>
              <a:rPr sz="2900" b="1" spc="-25" dirty="0">
                <a:solidFill>
                  <a:srgbClr val="A07B36"/>
                </a:solidFill>
                <a:latin typeface="华文新魏"/>
                <a:cs typeface="华文新魏"/>
              </a:rPr>
              <a:t>进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行</a:t>
            </a:r>
            <a:r>
              <a:rPr sz="2900" b="1" spc="5" dirty="0">
                <a:solidFill>
                  <a:srgbClr val="A07B36"/>
                </a:solidFill>
                <a:latin typeface="华文新魏"/>
                <a:cs typeface="华文新魏"/>
              </a:rPr>
              <a:t>的</a:t>
            </a:r>
            <a:r>
              <a:rPr sz="2900" b="1" u="sng" spc="-7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 </a:t>
            </a:r>
            <a:r>
              <a:rPr sz="29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临</a:t>
            </a:r>
            <a:r>
              <a:rPr sz="29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时</a:t>
            </a:r>
            <a:r>
              <a:rPr sz="29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华文新魏"/>
                <a:cs typeface="华文新魏"/>
              </a:rPr>
              <a:t>性</a:t>
            </a:r>
            <a:r>
              <a:rPr sz="2900" b="1" spc="-15" dirty="0">
                <a:solidFill>
                  <a:srgbClr val="A07B36"/>
                </a:solidFill>
                <a:latin typeface="华文新魏"/>
                <a:cs typeface="华文新魏"/>
              </a:rPr>
              <a:t>的</a:t>
            </a:r>
            <a:r>
              <a:rPr sz="2900" b="1" dirty="0">
                <a:solidFill>
                  <a:srgbClr val="A07B36"/>
                </a:solidFill>
                <a:latin typeface="华文新魏"/>
                <a:cs typeface="华文新魏"/>
              </a:rPr>
              <a:t>努力。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19855" y="4005071"/>
            <a:ext cx="2695955" cy="2095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8265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项目的特征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36859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48511" y="1622933"/>
            <a:ext cx="947419" cy="4499610"/>
          </a:xfrm>
          <a:custGeom>
            <a:avLst/>
            <a:gdLst/>
            <a:ahLst/>
            <a:cxnLst/>
            <a:rect l="l" t="t" r="r" b="b"/>
            <a:pathLst>
              <a:path w="947419" h="4499610">
                <a:moveTo>
                  <a:pt x="15239" y="0"/>
                </a:moveTo>
                <a:lnTo>
                  <a:pt x="49121" y="34389"/>
                </a:lnTo>
                <a:lnTo>
                  <a:pt x="82376" y="69161"/>
                </a:lnTo>
                <a:lnTo>
                  <a:pt x="115003" y="104308"/>
                </a:lnTo>
                <a:lnTo>
                  <a:pt x="147002" y="139824"/>
                </a:lnTo>
                <a:lnTo>
                  <a:pt x="178375" y="175701"/>
                </a:lnTo>
                <a:lnTo>
                  <a:pt x="209119" y="211931"/>
                </a:lnTo>
                <a:lnTo>
                  <a:pt x="239237" y="248509"/>
                </a:lnTo>
                <a:lnTo>
                  <a:pt x="268726" y="285426"/>
                </a:lnTo>
                <a:lnTo>
                  <a:pt x="297589" y="322676"/>
                </a:lnTo>
                <a:lnTo>
                  <a:pt x="325824" y="360252"/>
                </a:lnTo>
                <a:lnTo>
                  <a:pt x="353431" y="398145"/>
                </a:lnTo>
                <a:lnTo>
                  <a:pt x="380411" y="436350"/>
                </a:lnTo>
                <a:lnTo>
                  <a:pt x="406764" y="474858"/>
                </a:lnTo>
                <a:lnTo>
                  <a:pt x="432489" y="513664"/>
                </a:lnTo>
                <a:lnTo>
                  <a:pt x="457587" y="552759"/>
                </a:lnTo>
                <a:lnTo>
                  <a:pt x="482057" y="592136"/>
                </a:lnTo>
                <a:lnTo>
                  <a:pt x="505900" y="631789"/>
                </a:lnTo>
                <a:lnTo>
                  <a:pt x="529115" y="671710"/>
                </a:lnTo>
                <a:lnTo>
                  <a:pt x="551703" y="711892"/>
                </a:lnTo>
                <a:lnTo>
                  <a:pt x="573663" y="752328"/>
                </a:lnTo>
                <a:lnTo>
                  <a:pt x="594996" y="793010"/>
                </a:lnTo>
                <a:lnTo>
                  <a:pt x="615702" y="833932"/>
                </a:lnTo>
                <a:lnTo>
                  <a:pt x="635780" y="875087"/>
                </a:lnTo>
                <a:lnTo>
                  <a:pt x="655231" y="916467"/>
                </a:lnTo>
                <a:lnTo>
                  <a:pt x="674054" y="958065"/>
                </a:lnTo>
                <a:lnTo>
                  <a:pt x="692250" y="999874"/>
                </a:lnTo>
                <a:lnTo>
                  <a:pt x="709819" y="1041887"/>
                </a:lnTo>
                <a:lnTo>
                  <a:pt x="726759" y="1084096"/>
                </a:lnTo>
                <a:lnTo>
                  <a:pt x="743073" y="1126495"/>
                </a:lnTo>
                <a:lnTo>
                  <a:pt x="758759" y="1169076"/>
                </a:lnTo>
                <a:lnTo>
                  <a:pt x="773818" y="1211833"/>
                </a:lnTo>
                <a:lnTo>
                  <a:pt x="788249" y="1254757"/>
                </a:lnTo>
                <a:lnTo>
                  <a:pt x="802053" y="1297843"/>
                </a:lnTo>
                <a:lnTo>
                  <a:pt x="815229" y="1341082"/>
                </a:lnTo>
                <a:lnTo>
                  <a:pt x="827778" y="1384468"/>
                </a:lnTo>
                <a:lnTo>
                  <a:pt x="839699" y="1427993"/>
                </a:lnTo>
                <a:lnTo>
                  <a:pt x="850993" y="1471651"/>
                </a:lnTo>
                <a:lnTo>
                  <a:pt x="861660" y="1515434"/>
                </a:lnTo>
                <a:lnTo>
                  <a:pt x="871699" y="1559334"/>
                </a:lnTo>
                <a:lnTo>
                  <a:pt x="881110" y="1603346"/>
                </a:lnTo>
                <a:lnTo>
                  <a:pt x="889895" y="1647461"/>
                </a:lnTo>
                <a:lnTo>
                  <a:pt x="898051" y="1691673"/>
                </a:lnTo>
                <a:lnTo>
                  <a:pt x="905581" y="1735974"/>
                </a:lnTo>
                <a:lnTo>
                  <a:pt x="912482" y="1780358"/>
                </a:lnTo>
                <a:lnTo>
                  <a:pt x="918757" y="1824816"/>
                </a:lnTo>
                <a:lnTo>
                  <a:pt x="924404" y="1869343"/>
                </a:lnTo>
                <a:lnTo>
                  <a:pt x="929423" y="1913930"/>
                </a:lnTo>
                <a:lnTo>
                  <a:pt x="933816" y="1958571"/>
                </a:lnTo>
                <a:lnTo>
                  <a:pt x="937580" y="2003258"/>
                </a:lnTo>
                <a:lnTo>
                  <a:pt x="940717" y="2047985"/>
                </a:lnTo>
                <a:lnTo>
                  <a:pt x="943227" y="2092744"/>
                </a:lnTo>
                <a:lnTo>
                  <a:pt x="945109" y="2137528"/>
                </a:lnTo>
                <a:lnTo>
                  <a:pt x="946364" y="2182330"/>
                </a:lnTo>
                <a:lnTo>
                  <a:pt x="946992" y="2227142"/>
                </a:lnTo>
                <a:lnTo>
                  <a:pt x="946992" y="2271959"/>
                </a:lnTo>
                <a:lnTo>
                  <a:pt x="946364" y="2316771"/>
                </a:lnTo>
                <a:lnTo>
                  <a:pt x="945109" y="2361573"/>
                </a:lnTo>
                <a:lnTo>
                  <a:pt x="943227" y="2406357"/>
                </a:lnTo>
                <a:lnTo>
                  <a:pt x="940717" y="2451116"/>
                </a:lnTo>
                <a:lnTo>
                  <a:pt x="937580" y="2495843"/>
                </a:lnTo>
                <a:lnTo>
                  <a:pt x="933816" y="2540530"/>
                </a:lnTo>
                <a:lnTo>
                  <a:pt x="929423" y="2585171"/>
                </a:lnTo>
                <a:lnTo>
                  <a:pt x="924404" y="2629758"/>
                </a:lnTo>
                <a:lnTo>
                  <a:pt x="918757" y="2674285"/>
                </a:lnTo>
                <a:lnTo>
                  <a:pt x="912482" y="2718743"/>
                </a:lnTo>
                <a:lnTo>
                  <a:pt x="905581" y="2763127"/>
                </a:lnTo>
                <a:lnTo>
                  <a:pt x="898051" y="2807428"/>
                </a:lnTo>
                <a:lnTo>
                  <a:pt x="889895" y="2851640"/>
                </a:lnTo>
                <a:lnTo>
                  <a:pt x="881110" y="2895755"/>
                </a:lnTo>
                <a:lnTo>
                  <a:pt x="871699" y="2939767"/>
                </a:lnTo>
                <a:lnTo>
                  <a:pt x="861660" y="2983667"/>
                </a:lnTo>
                <a:lnTo>
                  <a:pt x="850993" y="3027450"/>
                </a:lnTo>
                <a:lnTo>
                  <a:pt x="839699" y="3071108"/>
                </a:lnTo>
                <a:lnTo>
                  <a:pt x="827778" y="3114633"/>
                </a:lnTo>
                <a:lnTo>
                  <a:pt x="815229" y="3158019"/>
                </a:lnTo>
                <a:lnTo>
                  <a:pt x="802053" y="3201258"/>
                </a:lnTo>
                <a:lnTo>
                  <a:pt x="788249" y="3244344"/>
                </a:lnTo>
                <a:lnTo>
                  <a:pt x="773818" y="3287268"/>
                </a:lnTo>
                <a:lnTo>
                  <a:pt x="758759" y="3330025"/>
                </a:lnTo>
                <a:lnTo>
                  <a:pt x="743073" y="3372606"/>
                </a:lnTo>
                <a:lnTo>
                  <a:pt x="726759" y="3415005"/>
                </a:lnTo>
                <a:lnTo>
                  <a:pt x="709819" y="3457214"/>
                </a:lnTo>
                <a:lnTo>
                  <a:pt x="692250" y="3499227"/>
                </a:lnTo>
                <a:lnTo>
                  <a:pt x="674054" y="3541036"/>
                </a:lnTo>
                <a:lnTo>
                  <a:pt x="655231" y="3582634"/>
                </a:lnTo>
                <a:lnTo>
                  <a:pt x="635780" y="3624014"/>
                </a:lnTo>
                <a:lnTo>
                  <a:pt x="615702" y="3665169"/>
                </a:lnTo>
                <a:lnTo>
                  <a:pt x="594996" y="3706091"/>
                </a:lnTo>
                <a:lnTo>
                  <a:pt x="573663" y="3746773"/>
                </a:lnTo>
                <a:lnTo>
                  <a:pt x="551703" y="3787209"/>
                </a:lnTo>
                <a:lnTo>
                  <a:pt x="529115" y="3827391"/>
                </a:lnTo>
                <a:lnTo>
                  <a:pt x="505900" y="3867312"/>
                </a:lnTo>
                <a:lnTo>
                  <a:pt x="482057" y="3906965"/>
                </a:lnTo>
                <a:lnTo>
                  <a:pt x="457587" y="3946342"/>
                </a:lnTo>
                <a:lnTo>
                  <a:pt x="432489" y="3985437"/>
                </a:lnTo>
                <a:lnTo>
                  <a:pt x="406764" y="4024243"/>
                </a:lnTo>
                <a:lnTo>
                  <a:pt x="380411" y="4062751"/>
                </a:lnTo>
                <a:lnTo>
                  <a:pt x="353431" y="4100956"/>
                </a:lnTo>
                <a:lnTo>
                  <a:pt x="325824" y="4138849"/>
                </a:lnTo>
                <a:lnTo>
                  <a:pt x="297589" y="4176425"/>
                </a:lnTo>
                <a:lnTo>
                  <a:pt x="268726" y="4213675"/>
                </a:lnTo>
                <a:lnTo>
                  <a:pt x="239237" y="4250592"/>
                </a:lnTo>
                <a:lnTo>
                  <a:pt x="209119" y="4287170"/>
                </a:lnTo>
                <a:lnTo>
                  <a:pt x="178375" y="4323400"/>
                </a:lnTo>
                <a:lnTo>
                  <a:pt x="147002" y="4359277"/>
                </a:lnTo>
                <a:lnTo>
                  <a:pt x="115003" y="4394793"/>
                </a:lnTo>
                <a:lnTo>
                  <a:pt x="82376" y="4429940"/>
                </a:lnTo>
                <a:lnTo>
                  <a:pt x="49121" y="4464712"/>
                </a:lnTo>
                <a:lnTo>
                  <a:pt x="15239" y="4499102"/>
                </a:lnTo>
                <a:lnTo>
                  <a:pt x="0" y="4483811"/>
                </a:lnTo>
                <a:lnTo>
                  <a:pt x="33958" y="4449337"/>
                </a:lnTo>
                <a:lnTo>
                  <a:pt x="67282" y="4414476"/>
                </a:lnTo>
                <a:lnTo>
                  <a:pt x="99971" y="4379235"/>
                </a:lnTo>
                <a:lnTo>
                  <a:pt x="132025" y="4343622"/>
                </a:lnTo>
                <a:lnTo>
                  <a:pt x="163445" y="4307644"/>
                </a:lnTo>
                <a:lnTo>
                  <a:pt x="194230" y="4271308"/>
                </a:lnTo>
                <a:lnTo>
                  <a:pt x="224380" y="4234622"/>
                </a:lnTo>
                <a:lnTo>
                  <a:pt x="253895" y="4197592"/>
                </a:lnTo>
                <a:lnTo>
                  <a:pt x="282776" y="4160227"/>
                </a:lnTo>
                <a:lnTo>
                  <a:pt x="311021" y="4122533"/>
                </a:lnTo>
                <a:lnTo>
                  <a:pt x="338633" y="4084518"/>
                </a:lnTo>
                <a:lnTo>
                  <a:pt x="365609" y="4046189"/>
                </a:lnTo>
                <a:lnTo>
                  <a:pt x="391951" y="4007553"/>
                </a:lnTo>
                <a:lnTo>
                  <a:pt x="417658" y="3968618"/>
                </a:lnTo>
                <a:lnTo>
                  <a:pt x="442730" y="3929390"/>
                </a:lnTo>
                <a:lnTo>
                  <a:pt x="467167" y="3889878"/>
                </a:lnTo>
                <a:lnTo>
                  <a:pt x="490970" y="3850089"/>
                </a:lnTo>
                <a:lnTo>
                  <a:pt x="514138" y="3810029"/>
                </a:lnTo>
                <a:lnTo>
                  <a:pt x="536671" y="3769706"/>
                </a:lnTo>
                <a:lnTo>
                  <a:pt x="558570" y="3729128"/>
                </a:lnTo>
                <a:lnTo>
                  <a:pt x="579833" y="3688302"/>
                </a:lnTo>
                <a:lnTo>
                  <a:pt x="600462" y="3647234"/>
                </a:lnTo>
                <a:lnTo>
                  <a:pt x="620457" y="3605933"/>
                </a:lnTo>
                <a:lnTo>
                  <a:pt x="639816" y="3564406"/>
                </a:lnTo>
                <a:lnTo>
                  <a:pt x="658541" y="3522660"/>
                </a:lnTo>
                <a:lnTo>
                  <a:pt x="676631" y="3480701"/>
                </a:lnTo>
                <a:lnTo>
                  <a:pt x="694086" y="3438539"/>
                </a:lnTo>
                <a:lnTo>
                  <a:pt x="710907" y="3396179"/>
                </a:lnTo>
                <a:lnTo>
                  <a:pt x="727093" y="3353629"/>
                </a:lnTo>
                <a:lnTo>
                  <a:pt x="742644" y="3310897"/>
                </a:lnTo>
                <a:lnTo>
                  <a:pt x="757560" y="3267990"/>
                </a:lnTo>
                <a:lnTo>
                  <a:pt x="771842" y="3224914"/>
                </a:lnTo>
                <a:lnTo>
                  <a:pt x="785489" y="3181678"/>
                </a:lnTo>
                <a:lnTo>
                  <a:pt x="798501" y="3138289"/>
                </a:lnTo>
                <a:lnTo>
                  <a:pt x="810878" y="3094754"/>
                </a:lnTo>
                <a:lnTo>
                  <a:pt x="822621" y="3051079"/>
                </a:lnTo>
                <a:lnTo>
                  <a:pt x="833729" y="3007274"/>
                </a:lnTo>
                <a:lnTo>
                  <a:pt x="844202" y="2963344"/>
                </a:lnTo>
                <a:lnTo>
                  <a:pt x="854040" y="2919298"/>
                </a:lnTo>
                <a:lnTo>
                  <a:pt x="863244" y="2875142"/>
                </a:lnTo>
                <a:lnTo>
                  <a:pt x="871813" y="2830883"/>
                </a:lnTo>
                <a:lnTo>
                  <a:pt x="879747" y="2786530"/>
                </a:lnTo>
                <a:lnTo>
                  <a:pt x="887047" y="2742089"/>
                </a:lnTo>
                <a:lnTo>
                  <a:pt x="893712" y="2697568"/>
                </a:lnTo>
                <a:lnTo>
                  <a:pt x="899742" y="2652974"/>
                </a:lnTo>
                <a:lnTo>
                  <a:pt x="905137" y="2608314"/>
                </a:lnTo>
                <a:lnTo>
                  <a:pt x="909897" y="2563595"/>
                </a:lnTo>
                <a:lnTo>
                  <a:pt x="914023" y="2518826"/>
                </a:lnTo>
                <a:lnTo>
                  <a:pt x="917514" y="2474013"/>
                </a:lnTo>
                <a:lnTo>
                  <a:pt x="920371" y="2429163"/>
                </a:lnTo>
                <a:lnTo>
                  <a:pt x="922592" y="2384284"/>
                </a:lnTo>
                <a:lnTo>
                  <a:pt x="924179" y="2339383"/>
                </a:lnTo>
                <a:lnTo>
                  <a:pt x="925131" y="2294467"/>
                </a:lnTo>
                <a:lnTo>
                  <a:pt x="925448" y="2249544"/>
                </a:lnTo>
                <a:lnTo>
                  <a:pt x="925131" y="2204621"/>
                </a:lnTo>
                <a:lnTo>
                  <a:pt x="924179" y="2159706"/>
                </a:lnTo>
                <a:lnTo>
                  <a:pt x="922592" y="2114805"/>
                </a:lnTo>
                <a:lnTo>
                  <a:pt x="920371" y="2069925"/>
                </a:lnTo>
                <a:lnTo>
                  <a:pt x="917514" y="2025075"/>
                </a:lnTo>
                <a:lnTo>
                  <a:pt x="914023" y="1980262"/>
                </a:lnTo>
                <a:lnTo>
                  <a:pt x="909897" y="1935492"/>
                </a:lnTo>
                <a:lnTo>
                  <a:pt x="905137" y="1890774"/>
                </a:lnTo>
                <a:lnTo>
                  <a:pt x="899742" y="1846114"/>
                </a:lnTo>
                <a:lnTo>
                  <a:pt x="893712" y="1801519"/>
                </a:lnTo>
                <a:lnTo>
                  <a:pt x="887047" y="1756998"/>
                </a:lnTo>
                <a:lnTo>
                  <a:pt x="879747" y="1712556"/>
                </a:lnTo>
                <a:lnTo>
                  <a:pt x="871813" y="1668203"/>
                </a:lnTo>
                <a:lnTo>
                  <a:pt x="863244" y="1623944"/>
                </a:lnTo>
                <a:lnTo>
                  <a:pt x="854040" y="1579788"/>
                </a:lnTo>
                <a:lnTo>
                  <a:pt x="844202" y="1535741"/>
                </a:lnTo>
                <a:lnTo>
                  <a:pt x="833729" y="1491811"/>
                </a:lnTo>
                <a:lnTo>
                  <a:pt x="822621" y="1448005"/>
                </a:lnTo>
                <a:lnTo>
                  <a:pt x="810878" y="1404330"/>
                </a:lnTo>
                <a:lnTo>
                  <a:pt x="798501" y="1360794"/>
                </a:lnTo>
                <a:lnTo>
                  <a:pt x="785489" y="1317404"/>
                </a:lnTo>
                <a:lnTo>
                  <a:pt x="771842" y="1274168"/>
                </a:lnTo>
                <a:lnTo>
                  <a:pt x="757560" y="1231092"/>
                </a:lnTo>
                <a:lnTo>
                  <a:pt x="742644" y="1188184"/>
                </a:lnTo>
                <a:lnTo>
                  <a:pt x="727093" y="1145451"/>
                </a:lnTo>
                <a:lnTo>
                  <a:pt x="710907" y="1102900"/>
                </a:lnTo>
                <a:lnTo>
                  <a:pt x="694086" y="1060540"/>
                </a:lnTo>
                <a:lnTo>
                  <a:pt x="676631" y="1018377"/>
                </a:lnTo>
                <a:lnTo>
                  <a:pt x="658541" y="976418"/>
                </a:lnTo>
                <a:lnTo>
                  <a:pt x="639816" y="934671"/>
                </a:lnTo>
                <a:lnTo>
                  <a:pt x="620457" y="893142"/>
                </a:lnTo>
                <a:lnTo>
                  <a:pt x="600462" y="851841"/>
                </a:lnTo>
                <a:lnTo>
                  <a:pt x="579833" y="810772"/>
                </a:lnTo>
                <a:lnTo>
                  <a:pt x="558570" y="769945"/>
                </a:lnTo>
                <a:lnTo>
                  <a:pt x="536671" y="729366"/>
                </a:lnTo>
                <a:lnTo>
                  <a:pt x="514138" y="689042"/>
                </a:lnTo>
                <a:lnTo>
                  <a:pt x="490970" y="648982"/>
                </a:lnTo>
                <a:lnTo>
                  <a:pt x="467167" y="609191"/>
                </a:lnTo>
                <a:lnTo>
                  <a:pt x="442730" y="569678"/>
                </a:lnTo>
                <a:lnTo>
                  <a:pt x="417658" y="530450"/>
                </a:lnTo>
                <a:lnTo>
                  <a:pt x="391951" y="491514"/>
                </a:lnTo>
                <a:lnTo>
                  <a:pt x="365609" y="452877"/>
                </a:lnTo>
                <a:lnTo>
                  <a:pt x="338633" y="414546"/>
                </a:lnTo>
                <a:lnTo>
                  <a:pt x="311021" y="376530"/>
                </a:lnTo>
                <a:lnTo>
                  <a:pt x="282776" y="338835"/>
                </a:lnTo>
                <a:lnTo>
                  <a:pt x="253895" y="301468"/>
                </a:lnTo>
                <a:lnTo>
                  <a:pt x="224380" y="264437"/>
                </a:lnTo>
                <a:lnTo>
                  <a:pt x="194230" y="227750"/>
                </a:lnTo>
                <a:lnTo>
                  <a:pt x="163445" y="191413"/>
                </a:lnTo>
                <a:lnTo>
                  <a:pt x="132025" y="155433"/>
                </a:lnTo>
                <a:lnTo>
                  <a:pt x="99971" y="119819"/>
                </a:lnTo>
                <a:lnTo>
                  <a:pt x="67282" y="84577"/>
                </a:lnTo>
                <a:lnTo>
                  <a:pt x="33958" y="49715"/>
                </a:lnTo>
                <a:lnTo>
                  <a:pt x="0" y="15239"/>
                </a:lnTo>
                <a:lnTo>
                  <a:pt x="15239" y="0"/>
                </a:lnTo>
                <a:close/>
              </a:path>
            </a:pathLst>
          </a:custGeom>
          <a:ln w="19812">
            <a:solidFill>
              <a:srgbClr val="95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56994" y="1757933"/>
            <a:ext cx="5698490" cy="498475"/>
          </a:xfrm>
          <a:custGeom>
            <a:avLst/>
            <a:gdLst/>
            <a:ahLst/>
            <a:cxnLst/>
            <a:rect l="l" t="t" r="r" b="b"/>
            <a:pathLst>
              <a:path w="5698490" h="498475">
                <a:moveTo>
                  <a:pt x="0" y="498348"/>
                </a:moveTo>
                <a:lnTo>
                  <a:pt x="5698235" y="498348"/>
                </a:lnTo>
                <a:lnTo>
                  <a:pt x="5698235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solidFill>
            <a:srgbClr val="7AA7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56994" y="1757933"/>
            <a:ext cx="5698490" cy="498475"/>
          </a:xfrm>
          <a:custGeom>
            <a:avLst/>
            <a:gdLst/>
            <a:ahLst/>
            <a:cxnLst/>
            <a:rect l="l" t="t" r="r" b="b"/>
            <a:pathLst>
              <a:path w="5698490" h="498475">
                <a:moveTo>
                  <a:pt x="0" y="498348"/>
                </a:moveTo>
                <a:lnTo>
                  <a:pt x="5698235" y="498348"/>
                </a:lnTo>
                <a:lnTo>
                  <a:pt x="5698235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46097" y="1695450"/>
            <a:ext cx="622300" cy="623570"/>
          </a:xfrm>
          <a:custGeom>
            <a:avLst/>
            <a:gdLst/>
            <a:ahLst/>
            <a:cxnLst/>
            <a:rect l="l" t="t" r="r" b="b"/>
            <a:pathLst>
              <a:path w="622300" h="623569">
                <a:moveTo>
                  <a:pt x="310896" y="0"/>
                </a:moveTo>
                <a:lnTo>
                  <a:pt x="264953" y="3380"/>
                </a:lnTo>
                <a:lnTo>
                  <a:pt x="221104" y="13198"/>
                </a:lnTo>
                <a:lnTo>
                  <a:pt x="179829" y="28972"/>
                </a:lnTo>
                <a:lnTo>
                  <a:pt x="141609" y="50219"/>
                </a:lnTo>
                <a:lnTo>
                  <a:pt x="106925" y="76457"/>
                </a:lnTo>
                <a:lnTo>
                  <a:pt x="76257" y="107203"/>
                </a:lnTo>
                <a:lnTo>
                  <a:pt x="50087" y="141974"/>
                </a:lnTo>
                <a:lnTo>
                  <a:pt x="28895" y="180287"/>
                </a:lnTo>
                <a:lnTo>
                  <a:pt x="13162" y="221661"/>
                </a:lnTo>
                <a:lnTo>
                  <a:pt x="3370" y="265612"/>
                </a:lnTo>
                <a:lnTo>
                  <a:pt x="0" y="311658"/>
                </a:lnTo>
                <a:lnTo>
                  <a:pt x="3370" y="357703"/>
                </a:lnTo>
                <a:lnTo>
                  <a:pt x="13162" y="401654"/>
                </a:lnTo>
                <a:lnTo>
                  <a:pt x="28895" y="443028"/>
                </a:lnTo>
                <a:lnTo>
                  <a:pt x="50087" y="481341"/>
                </a:lnTo>
                <a:lnTo>
                  <a:pt x="76257" y="516112"/>
                </a:lnTo>
                <a:lnTo>
                  <a:pt x="106925" y="546858"/>
                </a:lnTo>
                <a:lnTo>
                  <a:pt x="141609" y="573096"/>
                </a:lnTo>
                <a:lnTo>
                  <a:pt x="179829" y="594343"/>
                </a:lnTo>
                <a:lnTo>
                  <a:pt x="221104" y="610117"/>
                </a:lnTo>
                <a:lnTo>
                  <a:pt x="264953" y="619935"/>
                </a:lnTo>
                <a:lnTo>
                  <a:pt x="310896" y="623315"/>
                </a:lnTo>
                <a:lnTo>
                  <a:pt x="356838" y="619935"/>
                </a:lnTo>
                <a:lnTo>
                  <a:pt x="400687" y="610117"/>
                </a:lnTo>
                <a:lnTo>
                  <a:pt x="441962" y="594343"/>
                </a:lnTo>
                <a:lnTo>
                  <a:pt x="480182" y="573096"/>
                </a:lnTo>
                <a:lnTo>
                  <a:pt x="514866" y="546858"/>
                </a:lnTo>
                <a:lnTo>
                  <a:pt x="545534" y="516112"/>
                </a:lnTo>
                <a:lnTo>
                  <a:pt x="571704" y="481341"/>
                </a:lnTo>
                <a:lnTo>
                  <a:pt x="592896" y="443028"/>
                </a:lnTo>
                <a:lnTo>
                  <a:pt x="608629" y="401654"/>
                </a:lnTo>
                <a:lnTo>
                  <a:pt x="618421" y="357703"/>
                </a:lnTo>
                <a:lnTo>
                  <a:pt x="621791" y="311658"/>
                </a:lnTo>
                <a:lnTo>
                  <a:pt x="618421" y="265612"/>
                </a:lnTo>
                <a:lnTo>
                  <a:pt x="608629" y="221661"/>
                </a:lnTo>
                <a:lnTo>
                  <a:pt x="592896" y="180287"/>
                </a:lnTo>
                <a:lnTo>
                  <a:pt x="571704" y="141974"/>
                </a:lnTo>
                <a:lnTo>
                  <a:pt x="545534" y="107203"/>
                </a:lnTo>
                <a:lnTo>
                  <a:pt x="514866" y="76457"/>
                </a:lnTo>
                <a:lnTo>
                  <a:pt x="480182" y="50219"/>
                </a:lnTo>
                <a:lnTo>
                  <a:pt x="441962" y="28972"/>
                </a:lnTo>
                <a:lnTo>
                  <a:pt x="400687" y="13198"/>
                </a:lnTo>
                <a:lnTo>
                  <a:pt x="356838" y="3380"/>
                </a:lnTo>
                <a:lnTo>
                  <a:pt x="310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46097" y="1695450"/>
            <a:ext cx="622300" cy="623570"/>
          </a:xfrm>
          <a:custGeom>
            <a:avLst/>
            <a:gdLst/>
            <a:ahLst/>
            <a:cxnLst/>
            <a:rect l="l" t="t" r="r" b="b"/>
            <a:pathLst>
              <a:path w="622300" h="623569">
                <a:moveTo>
                  <a:pt x="0" y="311658"/>
                </a:moveTo>
                <a:lnTo>
                  <a:pt x="3370" y="265612"/>
                </a:lnTo>
                <a:lnTo>
                  <a:pt x="13162" y="221661"/>
                </a:lnTo>
                <a:lnTo>
                  <a:pt x="28895" y="180287"/>
                </a:lnTo>
                <a:lnTo>
                  <a:pt x="50087" y="141974"/>
                </a:lnTo>
                <a:lnTo>
                  <a:pt x="76257" y="107203"/>
                </a:lnTo>
                <a:lnTo>
                  <a:pt x="106925" y="76457"/>
                </a:lnTo>
                <a:lnTo>
                  <a:pt x="141609" y="50219"/>
                </a:lnTo>
                <a:lnTo>
                  <a:pt x="179829" y="28972"/>
                </a:lnTo>
                <a:lnTo>
                  <a:pt x="221104" y="13198"/>
                </a:lnTo>
                <a:lnTo>
                  <a:pt x="264953" y="3380"/>
                </a:lnTo>
                <a:lnTo>
                  <a:pt x="310896" y="0"/>
                </a:lnTo>
                <a:lnTo>
                  <a:pt x="356838" y="3380"/>
                </a:lnTo>
                <a:lnTo>
                  <a:pt x="400687" y="13198"/>
                </a:lnTo>
                <a:lnTo>
                  <a:pt x="441962" y="28972"/>
                </a:lnTo>
                <a:lnTo>
                  <a:pt x="480182" y="50219"/>
                </a:lnTo>
                <a:lnTo>
                  <a:pt x="514866" y="76457"/>
                </a:lnTo>
                <a:lnTo>
                  <a:pt x="545534" y="107203"/>
                </a:lnTo>
                <a:lnTo>
                  <a:pt x="571704" y="141974"/>
                </a:lnTo>
                <a:lnTo>
                  <a:pt x="592896" y="180287"/>
                </a:lnTo>
                <a:lnTo>
                  <a:pt x="608629" y="221661"/>
                </a:lnTo>
                <a:lnTo>
                  <a:pt x="618421" y="265612"/>
                </a:lnTo>
                <a:lnTo>
                  <a:pt x="621791" y="311658"/>
                </a:lnTo>
                <a:lnTo>
                  <a:pt x="618421" y="357703"/>
                </a:lnTo>
                <a:lnTo>
                  <a:pt x="608629" y="401654"/>
                </a:lnTo>
                <a:lnTo>
                  <a:pt x="592896" y="443028"/>
                </a:lnTo>
                <a:lnTo>
                  <a:pt x="571704" y="481341"/>
                </a:lnTo>
                <a:lnTo>
                  <a:pt x="545534" y="516112"/>
                </a:lnTo>
                <a:lnTo>
                  <a:pt x="514866" y="546858"/>
                </a:lnTo>
                <a:lnTo>
                  <a:pt x="480182" y="573096"/>
                </a:lnTo>
                <a:lnTo>
                  <a:pt x="441962" y="594343"/>
                </a:lnTo>
                <a:lnTo>
                  <a:pt x="400687" y="610117"/>
                </a:lnTo>
                <a:lnTo>
                  <a:pt x="356838" y="619935"/>
                </a:lnTo>
                <a:lnTo>
                  <a:pt x="310896" y="623315"/>
                </a:lnTo>
                <a:lnTo>
                  <a:pt x="264953" y="619935"/>
                </a:lnTo>
                <a:lnTo>
                  <a:pt x="221104" y="610117"/>
                </a:lnTo>
                <a:lnTo>
                  <a:pt x="179829" y="594343"/>
                </a:lnTo>
                <a:lnTo>
                  <a:pt x="141609" y="573096"/>
                </a:lnTo>
                <a:lnTo>
                  <a:pt x="106925" y="546858"/>
                </a:lnTo>
                <a:lnTo>
                  <a:pt x="76257" y="516112"/>
                </a:lnTo>
                <a:lnTo>
                  <a:pt x="50087" y="481341"/>
                </a:lnTo>
                <a:lnTo>
                  <a:pt x="28895" y="443028"/>
                </a:lnTo>
                <a:lnTo>
                  <a:pt x="13162" y="401654"/>
                </a:lnTo>
                <a:lnTo>
                  <a:pt x="3370" y="357703"/>
                </a:lnTo>
                <a:lnTo>
                  <a:pt x="0" y="311658"/>
                </a:lnTo>
                <a:close/>
              </a:path>
            </a:pathLst>
          </a:custGeom>
          <a:ln w="19812">
            <a:solidFill>
              <a:srgbClr val="7AA7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65426" y="2504694"/>
            <a:ext cx="5290185" cy="497205"/>
          </a:xfrm>
          <a:custGeom>
            <a:avLst/>
            <a:gdLst/>
            <a:ahLst/>
            <a:cxnLst/>
            <a:rect l="l" t="t" r="r" b="b"/>
            <a:pathLst>
              <a:path w="5290184" h="497205">
                <a:moveTo>
                  <a:pt x="0" y="496824"/>
                </a:moveTo>
                <a:lnTo>
                  <a:pt x="5289804" y="496824"/>
                </a:lnTo>
                <a:lnTo>
                  <a:pt x="5289804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7DA3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65426" y="2504694"/>
            <a:ext cx="5290185" cy="497205"/>
          </a:xfrm>
          <a:custGeom>
            <a:avLst/>
            <a:gdLst/>
            <a:ahLst/>
            <a:cxnLst/>
            <a:rect l="l" t="t" r="r" b="b"/>
            <a:pathLst>
              <a:path w="5290184" h="497205">
                <a:moveTo>
                  <a:pt x="0" y="496824"/>
                </a:moveTo>
                <a:lnTo>
                  <a:pt x="5289804" y="496824"/>
                </a:lnTo>
                <a:lnTo>
                  <a:pt x="5289804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54529" y="244221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310895" y="0"/>
                </a:moveTo>
                <a:lnTo>
                  <a:pt x="264953" y="3370"/>
                </a:lnTo>
                <a:lnTo>
                  <a:pt x="221104" y="13162"/>
                </a:lnTo>
                <a:lnTo>
                  <a:pt x="179829" y="28895"/>
                </a:lnTo>
                <a:lnTo>
                  <a:pt x="141609" y="50087"/>
                </a:lnTo>
                <a:lnTo>
                  <a:pt x="106925" y="76257"/>
                </a:lnTo>
                <a:lnTo>
                  <a:pt x="76257" y="106925"/>
                </a:lnTo>
                <a:lnTo>
                  <a:pt x="50087" y="141609"/>
                </a:lnTo>
                <a:lnTo>
                  <a:pt x="28895" y="179829"/>
                </a:lnTo>
                <a:lnTo>
                  <a:pt x="13162" y="221104"/>
                </a:lnTo>
                <a:lnTo>
                  <a:pt x="3370" y="264953"/>
                </a:lnTo>
                <a:lnTo>
                  <a:pt x="0" y="310895"/>
                </a:lnTo>
                <a:lnTo>
                  <a:pt x="3370" y="356838"/>
                </a:lnTo>
                <a:lnTo>
                  <a:pt x="13162" y="400687"/>
                </a:lnTo>
                <a:lnTo>
                  <a:pt x="28895" y="441962"/>
                </a:lnTo>
                <a:lnTo>
                  <a:pt x="50087" y="480182"/>
                </a:lnTo>
                <a:lnTo>
                  <a:pt x="76257" y="514866"/>
                </a:lnTo>
                <a:lnTo>
                  <a:pt x="106925" y="545534"/>
                </a:lnTo>
                <a:lnTo>
                  <a:pt x="141609" y="571704"/>
                </a:lnTo>
                <a:lnTo>
                  <a:pt x="179829" y="592896"/>
                </a:lnTo>
                <a:lnTo>
                  <a:pt x="221104" y="608629"/>
                </a:lnTo>
                <a:lnTo>
                  <a:pt x="264953" y="618421"/>
                </a:lnTo>
                <a:lnTo>
                  <a:pt x="310895" y="621791"/>
                </a:lnTo>
                <a:lnTo>
                  <a:pt x="356838" y="618421"/>
                </a:lnTo>
                <a:lnTo>
                  <a:pt x="400687" y="608629"/>
                </a:lnTo>
                <a:lnTo>
                  <a:pt x="441962" y="592896"/>
                </a:lnTo>
                <a:lnTo>
                  <a:pt x="480182" y="571704"/>
                </a:lnTo>
                <a:lnTo>
                  <a:pt x="514866" y="545534"/>
                </a:lnTo>
                <a:lnTo>
                  <a:pt x="545534" y="514866"/>
                </a:lnTo>
                <a:lnTo>
                  <a:pt x="571704" y="480182"/>
                </a:lnTo>
                <a:lnTo>
                  <a:pt x="592896" y="441962"/>
                </a:lnTo>
                <a:lnTo>
                  <a:pt x="608629" y="400687"/>
                </a:lnTo>
                <a:lnTo>
                  <a:pt x="618421" y="356838"/>
                </a:lnTo>
                <a:lnTo>
                  <a:pt x="621792" y="310895"/>
                </a:lnTo>
                <a:lnTo>
                  <a:pt x="618421" y="264953"/>
                </a:lnTo>
                <a:lnTo>
                  <a:pt x="608629" y="221104"/>
                </a:lnTo>
                <a:lnTo>
                  <a:pt x="592896" y="179829"/>
                </a:lnTo>
                <a:lnTo>
                  <a:pt x="571704" y="141609"/>
                </a:lnTo>
                <a:lnTo>
                  <a:pt x="545534" y="106925"/>
                </a:lnTo>
                <a:lnTo>
                  <a:pt x="514866" y="76257"/>
                </a:lnTo>
                <a:lnTo>
                  <a:pt x="480182" y="50087"/>
                </a:lnTo>
                <a:lnTo>
                  <a:pt x="441962" y="28895"/>
                </a:lnTo>
                <a:lnTo>
                  <a:pt x="400687" y="13162"/>
                </a:lnTo>
                <a:lnTo>
                  <a:pt x="356838" y="3370"/>
                </a:lnTo>
                <a:lnTo>
                  <a:pt x="3108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54529" y="244221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0" y="310895"/>
                </a:moveTo>
                <a:lnTo>
                  <a:pt x="3370" y="264953"/>
                </a:lnTo>
                <a:lnTo>
                  <a:pt x="13162" y="221104"/>
                </a:lnTo>
                <a:lnTo>
                  <a:pt x="28895" y="179829"/>
                </a:lnTo>
                <a:lnTo>
                  <a:pt x="50087" y="141609"/>
                </a:lnTo>
                <a:lnTo>
                  <a:pt x="76257" y="106925"/>
                </a:lnTo>
                <a:lnTo>
                  <a:pt x="106925" y="76257"/>
                </a:lnTo>
                <a:lnTo>
                  <a:pt x="141609" y="50087"/>
                </a:lnTo>
                <a:lnTo>
                  <a:pt x="179829" y="28895"/>
                </a:lnTo>
                <a:lnTo>
                  <a:pt x="221104" y="13162"/>
                </a:lnTo>
                <a:lnTo>
                  <a:pt x="264953" y="3370"/>
                </a:lnTo>
                <a:lnTo>
                  <a:pt x="310895" y="0"/>
                </a:lnTo>
                <a:lnTo>
                  <a:pt x="356838" y="3370"/>
                </a:lnTo>
                <a:lnTo>
                  <a:pt x="400687" y="13162"/>
                </a:lnTo>
                <a:lnTo>
                  <a:pt x="441962" y="28895"/>
                </a:lnTo>
                <a:lnTo>
                  <a:pt x="480182" y="50087"/>
                </a:lnTo>
                <a:lnTo>
                  <a:pt x="514866" y="76257"/>
                </a:lnTo>
                <a:lnTo>
                  <a:pt x="545534" y="106925"/>
                </a:lnTo>
                <a:lnTo>
                  <a:pt x="571704" y="141609"/>
                </a:lnTo>
                <a:lnTo>
                  <a:pt x="592896" y="179829"/>
                </a:lnTo>
                <a:lnTo>
                  <a:pt x="608629" y="221104"/>
                </a:lnTo>
                <a:lnTo>
                  <a:pt x="618421" y="264953"/>
                </a:lnTo>
                <a:lnTo>
                  <a:pt x="621792" y="310895"/>
                </a:lnTo>
                <a:lnTo>
                  <a:pt x="618421" y="356838"/>
                </a:lnTo>
                <a:lnTo>
                  <a:pt x="608629" y="400687"/>
                </a:lnTo>
                <a:lnTo>
                  <a:pt x="592896" y="441962"/>
                </a:lnTo>
                <a:lnTo>
                  <a:pt x="571704" y="480182"/>
                </a:lnTo>
                <a:lnTo>
                  <a:pt x="545534" y="514866"/>
                </a:lnTo>
                <a:lnTo>
                  <a:pt x="514866" y="545534"/>
                </a:lnTo>
                <a:lnTo>
                  <a:pt x="480182" y="571704"/>
                </a:lnTo>
                <a:lnTo>
                  <a:pt x="441962" y="592896"/>
                </a:lnTo>
                <a:lnTo>
                  <a:pt x="400687" y="608629"/>
                </a:lnTo>
                <a:lnTo>
                  <a:pt x="356838" y="618421"/>
                </a:lnTo>
                <a:lnTo>
                  <a:pt x="310895" y="621791"/>
                </a:lnTo>
                <a:lnTo>
                  <a:pt x="264953" y="618421"/>
                </a:lnTo>
                <a:lnTo>
                  <a:pt x="221104" y="608629"/>
                </a:lnTo>
                <a:lnTo>
                  <a:pt x="179829" y="592896"/>
                </a:lnTo>
                <a:lnTo>
                  <a:pt x="141609" y="571704"/>
                </a:lnTo>
                <a:lnTo>
                  <a:pt x="106925" y="545534"/>
                </a:lnTo>
                <a:lnTo>
                  <a:pt x="76257" y="514866"/>
                </a:lnTo>
                <a:lnTo>
                  <a:pt x="50087" y="480182"/>
                </a:lnTo>
                <a:lnTo>
                  <a:pt x="28895" y="441962"/>
                </a:lnTo>
                <a:lnTo>
                  <a:pt x="13162" y="400687"/>
                </a:lnTo>
                <a:lnTo>
                  <a:pt x="3370" y="356838"/>
                </a:lnTo>
                <a:lnTo>
                  <a:pt x="0" y="310895"/>
                </a:lnTo>
                <a:close/>
              </a:path>
            </a:pathLst>
          </a:custGeom>
          <a:ln w="19812">
            <a:solidFill>
              <a:srgbClr val="7DA38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52877" y="3251453"/>
            <a:ext cx="5102860" cy="497205"/>
          </a:xfrm>
          <a:custGeom>
            <a:avLst/>
            <a:gdLst/>
            <a:ahLst/>
            <a:cxnLst/>
            <a:rect l="l" t="t" r="r" b="b"/>
            <a:pathLst>
              <a:path w="5102859" h="497204">
                <a:moveTo>
                  <a:pt x="0" y="496824"/>
                </a:moveTo>
                <a:lnTo>
                  <a:pt x="5102352" y="496824"/>
                </a:lnTo>
                <a:lnTo>
                  <a:pt x="5102352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8B9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52877" y="3251453"/>
            <a:ext cx="5102860" cy="497205"/>
          </a:xfrm>
          <a:custGeom>
            <a:avLst/>
            <a:gdLst/>
            <a:ahLst/>
            <a:cxnLst/>
            <a:rect l="l" t="t" r="r" b="b"/>
            <a:pathLst>
              <a:path w="5102859" h="497204">
                <a:moveTo>
                  <a:pt x="0" y="496824"/>
                </a:moveTo>
                <a:lnTo>
                  <a:pt x="5102352" y="496824"/>
                </a:lnTo>
                <a:lnTo>
                  <a:pt x="5102352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41982" y="318897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310895" y="0"/>
                </a:moveTo>
                <a:lnTo>
                  <a:pt x="264953" y="3370"/>
                </a:lnTo>
                <a:lnTo>
                  <a:pt x="221104" y="13162"/>
                </a:lnTo>
                <a:lnTo>
                  <a:pt x="179829" y="28895"/>
                </a:lnTo>
                <a:lnTo>
                  <a:pt x="141609" y="50087"/>
                </a:lnTo>
                <a:lnTo>
                  <a:pt x="106925" y="76257"/>
                </a:lnTo>
                <a:lnTo>
                  <a:pt x="76257" y="106925"/>
                </a:lnTo>
                <a:lnTo>
                  <a:pt x="50087" y="141609"/>
                </a:lnTo>
                <a:lnTo>
                  <a:pt x="28895" y="179829"/>
                </a:lnTo>
                <a:lnTo>
                  <a:pt x="13162" y="221104"/>
                </a:lnTo>
                <a:lnTo>
                  <a:pt x="3370" y="264953"/>
                </a:lnTo>
                <a:lnTo>
                  <a:pt x="0" y="310895"/>
                </a:lnTo>
                <a:lnTo>
                  <a:pt x="3370" y="356838"/>
                </a:lnTo>
                <a:lnTo>
                  <a:pt x="13162" y="400687"/>
                </a:lnTo>
                <a:lnTo>
                  <a:pt x="28895" y="441962"/>
                </a:lnTo>
                <a:lnTo>
                  <a:pt x="50087" y="480182"/>
                </a:lnTo>
                <a:lnTo>
                  <a:pt x="76257" y="514866"/>
                </a:lnTo>
                <a:lnTo>
                  <a:pt x="106925" y="545534"/>
                </a:lnTo>
                <a:lnTo>
                  <a:pt x="141609" y="571704"/>
                </a:lnTo>
                <a:lnTo>
                  <a:pt x="179829" y="592896"/>
                </a:lnTo>
                <a:lnTo>
                  <a:pt x="221104" y="608629"/>
                </a:lnTo>
                <a:lnTo>
                  <a:pt x="264953" y="618421"/>
                </a:lnTo>
                <a:lnTo>
                  <a:pt x="310895" y="621791"/>
                </a:lnTo>
                <a:lnTo>
                  <a:pt x="356838" y="618421"/>
                </a:lnTo>
                <a:lnTo>
                  <a:pt x="400687" y="608629"/>
                </a:lnTo>
                <a:lnTo>
                  <a:pt x="441962" y="592896"/>
                </a:lnTo>
                <a:lnTo>
                  <a:pt x="480182" y="571704"/>
                </a:lnTo>
                <a:lnTo>
                  <a:pt x="514866" y="545534"/>
                </a:lnTo>
                <a:lnTo>
                  <a:pt x="545534" y="514866"/>
                </a:lnTo>
                <a:lnTo>
                  <a:pt x="571704" y="480182"/>
                </a:lnTo>
                <a:lnTo>
                  <a:pt x="592896" y="441962"/>
                </a:lnTo>
                <a:lnTo>
                  <a:pt x="608629" y="400687"/>
                </a:lnTo>
                <a:lnTo>
                  <a:pt x="618421" y="356838"/>
                </a:lnTo>
                <a:lnTo>
                  <a:pt x="621792" y="310895"/>
                </a:lnTo>
                <a:lnTo>
                  <a:pt x="618421" y="264953"/>
                </a:lnTo>
                <a:lnTo>
                  <a:pt x="608629" y="221104"/>
                </a:lnTo>
                <a:lnTo>
                  <a:pt x="592896" y="179829"/>
                </a:lnTo>
                <a:lnTo>
                  <a:pt x="571704" y="141609"/>
                </a:lnTo>
                <a:lnTo>
                  <a:pt x="545534" y="106925"/>
                </a:lnTo>
                <a:lnTo>
                  <a:pt x="514866" y="76257"/>
                </a:lnTo>
                <a:lnTo>
                  <a:pt x="480182" y="50087"/>
                </a:lnTo>
                <a:lnTo>
                  <a:pt x="441962" y="28895"/>
                </a:lnTo>
                <a:lnTo>
                  <a:pt x="400687" y="13162"/>
                </a:lnTo>
                <a:lnTo>
                  <a:pt x="356838" y="3370"/>
                </a:lnTo>
                <a:lnTo>
                  <a:pt x="3108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41982" y="318897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0" y="310895"/>
                </a:moveTo>
                <a:lnTo>
                  <a:pt x="3370" y="264953"/>
                </a:lnTo>
                <a:lnTo>
                  <a:pt x="13162" y="221104"/>
                </a:lnTo>
                <a:lnTo>
                  <a:pt x="28895" y="179829"/>
                </a:lnTo>
                <a:lnTo>
                  <a:pt x="50087" y="141609"/>
                </a:lnTo>
                <a:lnTo>
                  <a:pt x="76257" y="106925"/>
                </a:lnTo>
                <a:lnTo>
                  <a:pt x="106925" y="76257"/>
                </a:lnTo>
                <a:lnTo>
                  <a:pt x="141609" y="50087"/>
                </a:lnTo>
                <a:lnTo>
                  <a:pt x="179829" y="28895"/>
                </a:lnTo>
                <a:lnTo>
                  <a:pt x="221104" y="13162"/>
                </a:lnTo>
                <a:lnTo>
                  <a:pt x="264953" y="3370"/>
                </a:lnTo>
                <a:lnTo>
                  <a:pt x="310895" y="0"/>
                </a:lnTo>
                <a:lnTo>
                  <a:pt x="356838" y="3370"/>
                </a:lnTo>
                <a:lnTo>
                  <a:pt x="400687" y="13162"/>
                </a:lnTo>
                <a:lnTo>
                  <a:pt x="441962" y="28895"/>
                </a:lnTo>
                <a:lnTo>
                  <a:pt x="480182" y="50087"/>
                </a:lnTo>
                <a:lnTo>
                  <a:pt x="514866" y="76257"/>
                </a:lnTo>
                <a:lnTo>
                  <a:pt x="545534" y="106925"/>
                </a:lnTo>
                <a:lnTo>
                  <a:pt x="571704" y="141609"/>
                </a:lnTo>
                <a:lnTo>
                  <a:pt x="592896" y="179829"/>
                </a:lnTo>
                <a:lnTo>
                  <a:pt x="608629" y="221104"/>
                </a:lnTo>
                <a:lnTo>
                  <a:pt x="618421" y="264953"/>
                </a:lnTo>
                <a:lnTo>
                  <a:pt x="621792" y="310895"/>
                </a:lnTo>
                <a:lnTo>
                  <a:pt x="618421" y="356838"/>
                </a:lnTo>
                <a:lnTo>
                  <a:pt x="608629" y="400687"/>
                </a:lnTo>
                <a:lnTo>
                  <a:pt x="592896" y="441962"/>
                </a:lnTo>
                <a:lnTo>
                  <a:pt x="571704" y="480182"/>
                </a:lnTo>
                <a:lnTo>
                  <a:pt x="545534" y="514866"/>
                </a:lnTo>
                <a:lnTo>
                  <a:pt x="514866" y="545534"/>
                </a:lnTo>
                <a:lnTo>
                  <a:pt x="480182" y="571704"/>
                </a:lnTo>
                <a:lnTo>
                  <a:pt x="441962" y="592896"/>
                </a:lnTo>
                <a:lnTo>
                  <a:pt x="400687" y="608629"/>
                </a:lnTo>
                <a:lnTo>
                  <a:pt x="356838" y="618421"/>
                </a:lnTo>
                <a:lnTo>
                  <a:pt x="310895" y="621791"/>
                </a:lnTo>
                <a:lnTo>
                  <a:pt x="264953" y="618421"/>
                </a:lnTo>
                <a:lnTo>
                  <a:pt x="221104" y="608629"/>
                </a:lnTo>
                <a:lnTo>
                  <a:pt x="179829" y="592896"/>
                </a:lnTo>
                <a:lnTo>
                  <a:pt x="141609" y="571704"/>
                </a:lnTo>
                <a:lnTo>
                  <a:pt x="106925" y="545534"/>
                </a:lnTo>
                <a:lnTo>
                  <a:pt x="76257" y="514866"/>
                </a:lnTo>
                <a:lnTo>
                  <a:pt x="50087" y="480182"/>
                </a:lnTo>
                <a:lnTo>
                  <a:pt x="28895" y="441962"/>
                </a:lnTo>
                <a:lnTo>
                  <a:pt x="13162" y="400687"/>
                </a:lnTo>
                <a:lnTo>
                  <a:pt x="3370" y="356838"/>
                </a:lnTo>
                <a:lnTo>
                  <a:pt x="0" y="310895"/>
                </a:lnTo>
                <a:close/>
              </a:path>
            </a:pathLst>
          </a:custGeom>
          <a:ln w="19812">
            <a:solidFill>
              <a:srgbClr val="8B9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452877" y="3996690"/>
            <a:ext cx="5102860" cy="497205"/>
          </a:xfrm>
          <a:custGeom>
            <a:avLst/>
            <a:gdLst/>
            <a:ahLst/>
            <a:cxnLst/>
            <a:rect l="l" t="t" r="r" b="b"/>
            <a:pathLst>
              <a:path w="5102859" h="497204">
                <a:moveTo>
                  <a:pt x="0" y="496824"/>
                </a:moveTo>
                <a:lnTo>
                  <a:pt x="5102352" y="496824"/>
                </a:lnTo>
                <a:lnTo>
                  <a:pt x="5102352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9A9D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452877" y="3996690"/>
            <a:ext cx="5102860" cy="497205"/>
          </a:xfrm>
          <a:custGeom>
            <a:avLst/>
            <a:gdLst/>
            <a:ahLst/>
            <a:cxnLst/>
            <a:rect l="l" t="t" r="r" b="b"/>
            <a:pathLst>
              <a:path w="5102859" h="497204">
                <a:moveTo>
                  <a:pt x="0" y="496824"/>
                </a:moveTo>
                <a:lnTo>
                  <a:pt x="5102352" y="496824"/>
                </a:lnTo>
                <a:lnTo>
                  <a:pt x="5102352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41982" y="3934205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310895" y="0"/>
                </a:moveTo>
                <a:lnTo>
                  <a:pt x="264953" y="3370"/>
                </a:lnTo>
                <a:lnTo>
                  <a:pt x="221104" y="13162"/>
                </a:lnTo>
                <a:lnTo>
                  <a:pt x="179829" y="28895"/>
                </a:lnTo>
                <a:lnTo>
                  <a:pt x="141609" y="50087"/>
                </a:lnTo>
                <a:lnTo>
                  <a:pt x="106925" y="76257"/>
                </a:lnTo>
                <a:lnTo>
                  <a:pt x="76257" y="106925"/>
                </a:lnTo>
                <a:lnTo>
                  <a:pt x="50087" y="141609"/>
                </a:lnTo>
                <a:lnTo>
                  <a:pt x="28895" y="179829"/>
                </a:lnTo>
                <a:lnTo>
                  <a:pt x="13162" y="221104"/>
                </a:lnTo>
                <a:lnTo>
                  <a:pt x="3370" y="264953"/>
                </a:lnTo>
                <a:lnTo>
                  <a:pt x="0" y="310896"/>
                </a:lnTo>
                <a:lnTo>
                  <a:pt x="3370" y="356838"/>
                </a:lnTo>
                <a:lnTo>
                  <a:pt x="13162" y="400687"/>
                </a:lnTo>
                <a:lnTo>
                  <a:pt x="28895" y="441962"/>
                </a:lnTo>
                <a:lnTo>
                  <a:pt x="50087" y="480182"/>
                </a:lnTo>
                <a:lnTo>
                  <a:pt x="76257" y="514866"/>
                </a:lnTo>
                <a:lnTo>
                  <a:pt x="106925" y="545534"/>
                </a:lnTo>
                <a:lnTo>
                  <a:pt x="141609" y="571704"/>
                </a:lnTo>
                <a:lnTo>
                  <a:pt x="179829" y="592896"/>
                </a:lnTo>
                <a:lnTo>
                  <a:pt x="221104" y="608629"/>
                </a:lnTo>
                <a:lnTo>
                  <a:pt x="264953" y="618421"/>
                </a:lnTo>
                <a:lnTo>
                  <a:pt x="310895" y="621792"/>
                </a:lnTo>
                <a:lnTo>
                  <a:pt x="356838" y="618421"/>
                </a:lnTo>
                <a:lnTo>
                  <a:pt x="400687" y="608629"/>
                </a:lnTo>
                <a:lnTo>
                  <a:pt x="441962" y="592896"/>
                </a:lnTo>
                <a:lnTo>
                  <a:pt x="480182" y="571704"/>
                </a:lnTo>
                <a:lnTo>
                  <a:pt x="514866" y="545534"/>
                </a:lnTo>
                <a:lnTo>
                  <a:pt x="545534" y="514866"/>
                </a:lnTo>
                <a:lnTo>
                  <a:pt x="571704" y="480182"/>
                </a:lnTo>
                <a:lnTo>
                  <a:pt x="592896" y="441962"/>
                </a:lnTo>
                <a:lnTo>
                  <a:pt x="608629" y="400687"/>
                </a:lnTo>
                <a:lnTo>
                  <a:pt x="618421" y="356838"/>
                </a:lnTo>
                <a:lnTo>
                  <a:pt x="621792" y="310896"/>
                </a:lnTo>
                <a:lnTo>
                  <a:pt x="618421" y="264953"/>
                </a:lnTo>
                <a:lnTo>
                  <a:pt x="608629" y="221104"/>
                </a:lnTo>
                <a:lnTo>
                  <a:pt x="592896" y="179829"/>
                </a:lnTo>
                <a:lnTo>
                  <a:pt x="571704" y="141609"/>
                </a:lnTo>
                <a:lnTo>
                  <a:pt x="545534" y="106925"/>
                </a:lnTo>
                <a:lnTo>
                  <a:pt x="514866" y="76257"/>
                </a:lnTo>
                <a:lnTo>
                  <a:pt x="480182" y="50087"/>
                </a:lnTo>
                <a:lnTo>
                  <a:pt x="441962" y="28895"/>
                </a:lnTo>
                <a:lnTo>
                  <a:pt x="400687" y="13162"/>
                </a:lnTo>
                <a:lnTo>
                  <a:pt x="356838" y="3370"/>
                </a:lnTo>
                <a:lnTo>
                  <a:pt x="3108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41982" y="3934205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0" y="310896"/>
                </a:moveTo>
                <a:lnTo>
                  <a:pt x="3370" y="264953"/>
                </a:lnTo>
                <a:lnTo>
                  <a:pt x="13162" y="221104"/>
                </a:lnTo>
                <a:lnTo>
                  <a:pt x="28895" y="179829"/>
                </a:lnTo>
                <a:lnTo>
                  <a:pt x="50087" y="141609"/>
                </a:lnTo>
                <a:lnTo>
                  <a:pt x="76257" y="106925"/>
                </a:lnTo>
                <a:lnTo>
                  <a:pt x="106925" y="76257"/>
                </a:lnTo>
                <a:lnTo>
                  <a:pt x="141609" y="50087"/>
                </a:lnTo>
                <a:lnTo>
                  <a:pt x="179829" y="28895"/>
                </a:lnTo>
                <a:lnTo>
                  <a:pt x="221104" y="13162"/>
                </a:lnTo>
                <a:lnTo>
                  <a:pt x="264953" y="3370"/>
                </a:lnTo>
                <a:lnTo>
                  <a:pt x="310895" y="0"/>
                </a:lnTo>
                <a:lnTo>
                  <a:pt x="356838" y="3370"/>
                </a:lnTo>
                <a:lnTo>
                  <a:pt x="400687" y="13162"/>
                </a:lnTo>
                <a:lnTo>
                  <a:pt x="441962" y="28895"/>
                </a:lnTo>
                <a:lnTo>
                  <a:pt x="480182" y="50087"/>
                </a:lnTo>
                <a:lnTo>
                  <a:pt x="514866" y="76257"/>
                </a:lnTo>
                <a:lnTo>
                  <a:pt x="545534" y="106925"/>
                </a:lnTo>
                <a:lnTo>
                  <a:pt x="571704" y="141609"/>
                </a:lnTo>
                <a:lnTo>
                  <a:pt x="592896" y="179829"/>
                </a:lnTo>
                <a:lnTo>
                  <a:pt x="608629" y="221104"/>
                </a:lnTo>
                <a:lnTo>
                  <a:pt x="618421" y="264953"/>
                </a:lnTo>
                <a:lnTo>
                  <a:pt x="621792" y="310896"/>
                </a:lnTo>
                <a:lnTo>
                  <a:pt x="618421" y="356838"/>
                </a:lnTo>
                <a:lnTo>
                  <a:pt x="608629" y="400687"/>
                </a:lnTo>
                <a:lnTo>
                  <a:pt x="592896" y="441962"/>
                </a:lnTo>
                <a:lnTo>
                  <a:pt x="571704" y="480182"/>
                </a:lnTo>
                <a:lnTo>
                  <a:pt x="545534" y="514866"/>
                </a:lnTo>
                <a:lnTo>
                  <a:pt x="514866" y="545534"/>
                </a:lnTo>
                <a:lnTo>
                  <a:pt x="480182" y="571704"/>
                </a:lnTo>
                <a:lnTo>
                  <a:pt x="441962" y="592896"/>
                </a:lnTo>
                <a:lnTo>
                  <a:pt x="400687" y="608629"/>
                </a:lnTo>
                <a:lnTo>
                  <a:pt x="356838" y="618421"/>
                </a:lnTo>
                <a:lnTo>
                  <a:pt x="310895" y="621792"/>
                </a:lnTo>
                <a:lnTo>
                  <a:pt x="264953" y="618421"/>
                </a:lnTo>
                <a:lnTo>
                  <a:pt x="221104" y="608629"/>
                </a:lnTo>
                <a:lnTo>
                  <a:pt x="179829" y="592896"/>
                </a:lnTo>
                <a:lnTo>
                  <a:pt x="141609" y="571704"/>
                </a:lnTo>
                <a:lnTo>
                  <a:pt x="106925" y="545534"/>
                </a:lnTo>
                <a:lnTo>
                  <a:pt x="76257" y="514866"/>
                </a:lnTo>
                <a:lnTo>
                  <a:pt x="50087" y="480182"/>
                </a:lnTo>
                <a:lnTo>
                  <a:pt x="28895" y="441962"/>
                </a:lnTo>
                <a:lnTo>
                  <a:pt x="13162" y="400687"/>
                </a:lnTo>
                <a:lnTo>
                  <a:pt x="3370" y="356838"/>
                </a:lnTo>
                <a:lnTo>
                  <a:pt x="0" y="310896"/>
                </a:lnTo>
                <a:close/>
              </a:path>
            </a:pathLst>
          </a:custGeom>
          <a:ln w="19812">
            <a:solidFill>
              <a:srgbClr val="9A9D8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65426" y="4741926"/>
            <a:ext cx="5290185" cy="498475"/>
          </a:xfrm>
          <a:custGeom>
            <a:avLst/>
            <a:gdLst/>
            <a:ahLst/>
            <a:cxnLst/>
            <a:rect l="l" t="t" r="r" b="b"/>
            <a:pathLst>
              <a:path w="5290184" h="498475">
                <a:moveTo>
                  <a:pt x="0" y="498348"/>
                </a:moveTo>
                <a:lnTo>
                  <a:pt x="5289804" y="498348"/>
                </a:lnTo>
                <a:lnTo>
                  <a:pt x="5289804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solidFill>
            <a:srgbClr val="9992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65426" y="4741926"/>
            <a:ext cx="5290185" cy="498475"/>
          </a:xfrm>
          <a:custGeom>
            <a:avLst/>
            <a:gdLst/>
            <a:ahLst/>
            <a:cxnLst/>
            <a:rect l="l" t="t" r="r" b="b"/>
            <a:pathLst>
              <a:path w="5290184" h="498475">
                <a:moveTo>
                  <a:pt x="0" y="498348"/>
                </a:moveTo>
                <a:lnTo>
                  <a:pt x="5289804" y="498348"/>
                </a:lnTo>
                <a:lnTo>
                  <a:pt x="5289804" y="0"/>
                </a:lnTo>
                <a:lnTo>
                  <a:pt x="0" y="0"/>
                </a:lnTo>
                <a:lnTo>
                  <a:pt x="0" y="498348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54529" y="4680965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310895" y="0"/>
                </a:moveTo>
                <a:lnTo>
                  <a:pt x="264953" y="3370"/>
                </a:lnTo>
                <a:lnTo>
                  <a:pt x="221104" y="13162"/>
                </a:lnTo>
                <a:lnTo>
                  <a:pt x="179829" y="28895"/>
                </a:lnTo>
                <a:lnTo>
                  <a:pt x="141609" y="50087"/>
                </a:lnTo>
                <a:lnTo>
                  <a:pt x="106925" y="76257"/>
                </a:lnTo>
                <a:lnTo>
                  <a:pt x="76257" y="106925"/>
                </a:lnTo>
                <a:lnTo>
                  <a:pt x="50087" y="141609"/>
                </a:lnTo>
                <a:lnTo>
                  <a:pt x="28895" y="179829"/>
                </a:lnTo>
                <a:lnTo>
                  <a:pt x="13162" y="221104"/>
                </a:lnTo>
                <a:lnTo>
                  <a:pt x="3370" y="264953"/>
                </a:lnTo>
                <a:lnTo>
                  <a:pt x="0" y="310895"/>
                </a:lnTo>
                <a:lnTo>
                  <a:pt x="3370" y="356838"/>
                </a:lnTo>
                <a:lnTo>
                  <a:pt x="13162" y="400687"/>
                </a:lnTo>
                <a:lnTo>
                  <a:pt x="28895" y="441962"/>
                </a:lnTo>
                <a:lnTo>
                  <a:pt x="50087" y="480182"/>
                </a:lnTo>
                <a:lnTo>
                  <a:pt x="76257" y="514866"/>
                </a:lnTo>
                <a:lnTo>
                  <a:pt x="106925" y="545534"/>
                </a:lnTo>
                <a:lnTo>
                  <a:pt x="141609" y="571704"/>
                </a:lnTo>
                <a:lnTo>
                  <a:pt x="179829" y="592896"/>
                </a:lnTo>
                <a:lnTo>
                  <a:pt x="221104" y="608629"/>
                </a:lnTo>
                <a:lnTo>
                  <a:pt x="264953" y="618421"/>
                </a:lnTo>
                <a:lnTo>
                  <a:pt x="310895" y="621791"/>
                </a:lnTo>
                <a:lnTo>
                  <a:pt x="356838" y="618421"/>
                </a:lnTo>
                <a:lnTo>
                  <a:pt x="400687" y="608629"/>
                </a:lnTo>
                <a:lnTo>
                  <a:pt x="441962" y="592896"/>
                </a:lnTo>
                <a:lnTo>
                  <a:pt x="480182" y="571704"/>
                </a:lnTo>
                <a:lnTo>
                  <a:pt x="514866" y="545534"/>
                </a:lnTo>
                <a:lnTo>
                  <a:pt x="545534" y="514866"/>
                </a:lnTo>
                <a:lnTo>
                  <a:pt x="571704" y="480182"/>
                </a:lnTo>
                <a:lnTo>
                  <a:pt x="592896" y="441962"/>
                </a:lnTo>
                <a:lnTo>
                  <a:pt x="608629" y="400687"/>
                </a:lnTo>
                <a:lnTo>
                  <a:pt x="618421" y="356838"/>
                </a:lnTo>
                <a:lnTo>
                  <a:pt x="621792" y="310895"/>
                </a:lnTo>
                <a:lnTo>
                  <a:pt x="618421" y="264953"/>
                </a:lnTo>
                <a:lnTo>
                  <a:pt x="608629" y="221104"/>
                </a:lnTo>
                <a:lnTo>
                  <a:pt x="592896" y="179829"/>
                </a:lnTo>
                <a:lnTo>
                  <a:pt x="571704" y="141609"/>
                </a:lnTo>
                <a:lnTo>
                  <a:pt x="545534" y="106925"/>
                </a:lnTo>
                <a:lnTo>
                  <a:pt x="514866" y="76257"/>
                </a:lnTo>
                <a:lnTo>
                  <a:pt x="480182" y="50087"/>
                </a:lnTo>
                <a:lnTo>
                  <a:pt x="441962" y="28895"/>
                </a:lnTo>
                <a:lnTo>
                  <a:pt x="400687" y="13162"/>
                </a:lnTo>
                <a:lnTo>
                  <a:pt x="356838" y="3370"/>
                </a:lnTo>
                <a:lnTo>
                  <a:pt x="3108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54529" y="4680965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0" y="310895"/>
                </a:moveTo>
                <a:lnTo>
                  <a:pt x="3370" y="264953"/>
                </a:lnTo>
                <a:lnTo>
                  <a:pt x="13162" y="221104"/>
                </a:lnTo>
                <a:lnTo>
                  <a:pt x="28895" y="179829"/>
                </a:lnTo>
                <a:lnTo>
                  <a:pt x="50087" y="141609"/>
                </a:lnTo>
                <a:lnTo>
                  <a:pt x="76257" y="106925"/>
                </a:lnTo>
                <a:lnTo>
                  <a:pt x="106925" y="76257"/>
                </a:lnTo>
                <a:lnTo>
                  <a:pt x="141609" y="50087"/>
                </a:lnTo>
                <a:lnTo>
                  <a:pt x="179829" y="28895"/>
                </a:lnTo>
                <a:lnTo>
                  <a:pt x="221104" y="13162"/>
                </a:lnTo>
                <a:lnTo>
                  <a:pt x="264953" y="3370"/>
                </a:lnTo>
                <a:lnTo>
                  <a:pt x="310895" y="0"/>
                </a:lnTo>
                <a:lnTo>
                  <a:pt x="356838" y="3370"/>
                </a:lnTo>
                <a:lnTo>
                  <a:pt x="400687" y="13162"/>
                </a:lnTo>
                <a:lnTo>
                  <a:pt x="441962" y="28895"/>
                </a:lnTo>
                <a:lnTo>
                  <a:pt x="480182" y="50087"/>
                </a:lnTo>
                <a:lnTo>
                  <a:pt x="514866" y="76257"/>
                </a:lnTo>
                <a:lnTo>
                  <a:pt x="545534" y="106925"/>
                </a:lnTo>
                <a:lnTo>
                  <a:pt x="571704" y="141609"/>
                </a:lnTo>
                <a:lnTo>
                  <a:pt x="592896" y="179829"/>
                </a:lnTo>
                <a:lnTo>
                  <a:pt x="608629" y="221104"/>
                </a:lnTo>
                <a:lnTo>
                  <a:pt x="618421" y="264953"/>
                </a:lnTo>
                <a:lnTo>
                  <a:pt x="621792" y="310895"/>
                </a:lnTo>
                <a:lnTo>
                  <a:pt x="618421" y="356838"/>
                </a:lnTo>
                <a:lnTo>
                  <a:pt x="608629" y="400687"/>
                </a:lnTo>
                <a:lnTo>
                  <a:pt x="592896" y="441962"/>
                </a:lnTo>
                <a:lnTo>
                  <a:pt x="571704" y="480182"/>
                </a:lnTo>
                <a:lnTo>
                  <a:pt x="545534" y="514866"/>
                </a:lnTo>
                <a:lnTo>
                  <a:pt x="514866" y="545534"/>
                </a:lnTo>
                <a:lnTo>
                  <a:pt x="480182" y="571704"/>
                </a:lnTo>
                <a:lnTo>
                  <a:pt x="441962" y="592896"/>
                </a:lnTo>
                <a:lnTo>
                  <a:pt x="400687" y="608629"/>
                </a:lnTo>
                <a:lnTo>
                  <a:pt x="356838" y="618421"/>
                </a:lnTo>
                <a:lnTo>
                  <a:pt x="310895" y="621791"/>
                </a:lnTo>
                <a:lnTo>
                  <a:pt x="264953" y="618421"/>
                </a:lnTo>
                <a:lnTo>
                  <a:pt x="221104" y="608629"/>
                </a:lnTo>
                <a:lnTo>
                  <a:pt x="179829" y="592896"/>
                </a:lnTo>
                <a:lnTo>
                  <a:pt x="141609" y="571704"/>
                </a:lnTo>
                <a:lnTo>
                  <a:pt x="106925" y="545534"/>
                </a:lnTo>
                <a:lnTo>
                  <a:pt x="76257" y="514866"/>
                </a:lnTo>
                <a:lnTo>
                  <a:pt x="50087" y="480182"/>
                </a:lnTo>
                <a:lnTo>
                  <a:pt x="28895" y="441962"/>
                </a:lnTo>
                <a:lnTo>
                  <a:pt x="13162" y="400687"/>
                </a:lnTo>
                <a:lnTo>
                  <a:pt x="3370" y="356838"/>
                </a:lnTo>
                <a:lnTo>
                  <a:pt x="0" y="310895"/>
                </a:lnTo>
                <a:close/>
              </a:path>
            </a:pathLst>
          </a:custGeom>
          <a:ln w="19812">
            <a:solidFill>
              <a:srgbClr val="9992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56994" y="5488685"/>
            <a:ext cx="5698490" cy="497205"/>
          </a:xfrm>
          <a:custGeom>
            <a:avLst/>
            <a:gdLst/>
            <a:ahLst/>
            <a:cxnLst/>
            <a:rect l="l" t="t" r="r" b="b"/>
            <a:pathLst>
              <a:path w="5698490" h="497204">
                <a:moveTo>
                  <a:pt x="0" y="496823"/>
                </a:moveTo>
                <a:lnTo>
                  <a:pt x="5698235" y="496823"/>
                </a:lnTo>
                <a:lnTo>
                  <a:pt x="5698235" y="0"/>
                </a:lnTo>
                <a:lnTo>
                  <a:pt x="0" y="0"/>
                </a:lnTo>
                <a:lnTo>
                  <a:pt x="0" y="496823"/>
                </a:lnTo>
                <a:close/>
              </a:path>
            </a:pathLst>
          </a:custGeom>
          <a:solidFill>
            <a:srgbClr val="95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56994" y="5488685"/>
            <a:ext cx="5698490" cy="497205"/>
          </a:xfrm>
          <a:custGeom>
            <a:avLst/>
            <a:gdLst/>
            <a:ahLst/>
            <a:cxnLst/>
            <a:rect l="l" t="t" r="r" b="b"/>
            <a:pathLst>
              <a:path w="5698490" h="497204">
                <a:moveTo>
                  <a:pt x="0" y="496823"/>
                </a:moveTo>
                <a:lnTo>
                  <a:pt x="5698235" y="496823"/>
                </a:lnTo>
                <a:lnTo>
                  <a:pt x="5698235" y="0"/>
                </a:lnTo>
                <a:lnTo>
                  <a:pt x="0" y="0"/>
                </a:lnTo>
                <a:lnTo>
                  <a:pt x="0" y="496823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238248" y="1771650"/>
            <a:ext cx="3944620" cy="411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168525" algn="r">
              <a:lnSpc>
                <a:spcPct val="100000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华文新魏"/>
                <a:cs typeface="华文新魏"/>
              </a:rPr>
              <a:t>有明确的目标</a:t>
            </a:r>
            <a:endParaRPr sz="2300">
              <a:latin typeface="华文新魏"/>
              <a:cs typeface="华文新魏"/>
            </a:endParaRPr>
          </a:p>
          <a:p>
            <a:pPr marL="608965" marR="5080" indent="-187325">
              <a:lnSpc>
                <a:spcPts val="5880"/>
              </a:lnSpc>
              <a:spcBef>
                <a:spcPts val="710"/>
              </a:spcBef>
            </a:pPr>
            <a:r>
              <a:rPr sz="2300" dirty="0">
                <a:solidFill>
                  <a:srgbClr val="FFFFFF"/>
                </a:solidFill>
                <a:latin typeface="华文新魏"/>
                <a:cs typeface="华文新魏"/>
              </a:rPr>
              <a:t>项目之间的活动具有相</a:t>
            </a:r>
            <a:r>
              <a:rPr sz="2300" spc="-15" dirty="0">
                <a:solidFill>
                  <a:srgbClr val="FFFFFF"/>
                </a:solidFill>
                <a:latin typeface="华文新魏"/>
                <a:cs typeface="华文新魏"/>
              </a:rPr>
              <a:t>关</a:t>
            </a:r>
            <a:r>
              <a:rPr sz="2300" dirty="0">
                <a:solidFill>
                  <a:srgbClr val="FFFFFF"/>
                </a:solidFill>
                <a:latin typeface="华文新魏"/>
                <a:cs typeface="华文新魏"/>
              </a:rPr>
              <a:t>性 限定的周期</a:t>
            </a:r>
            <a:endParaRPr sz="23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100">
              <a:latin typeface="Times New Roman"/>
              <a:cs typeface="Times New Roman"/>
            </a:endParaRPr>
          </a:p>
          <a:p>
            <a:pPr marR="2157095" algn="r">
              <a:lnSpc>
                <a:spcPct val="100000"/>
              </a:lnSpc>
            </a:pPr>
            <a:r>
              <a:rPr sz="2300" dirty="0">
                <a:solidFill>
                  <a:srgbClr val="FFFFFF"/>
                </a:solidFill>
                <a:latin typeface="华文新魏"/>
                <a:cs typeface="华文新魏"/>
              </a:rPr>
              <a:t>有独特性</a:t>
            </a:r>
            <a:endParaRPr sz="23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Times New Roman"/>
              <a:cs typeface="Times New Roman"/>
            </a:endParaRPr>
          </a:p>
          <a:p>
            <a:pPr marL="421640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solidFill>
                  <a:srgbClr val="FFFFFF"/>
                </a:solidFill>
                <a:latin typeface="华文新魏"/>
                <a:cs typeface="华文新魏"/>
              </a:rPr>
              <a:t>资源成本的约束性</a:t>
            </a:r>
            <a:endParaRPr sz="23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dirty="0">
                <a:solidFill>
                  <a:srgbClr val="FFFFFF"/>
                </a:solidFill>
                <a:latin typeface="华文新魏"/>
                <a:cs typeface="华文新魏"/>
              </a:rPr>
              <a:t>项目的不确定性</a:t>
            </a:r>
            <a:endParaRPr sz="2300">
              <a:latin typeface="华文新魏"/>
              <a:cs typeface="华文新魏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46097" y="5426202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310896" y="0"/>
                </a:moveTo>
                <a:lnTo>
                  <a:pt x="264953" y="3370"/>
                </a:lnTo>
                <a:lnTo>
                  <a:pt x="221104" y="13162"/>
                </a:lnTo>
                <a:lnTo>
                  <a:pt x="179829" y="28895"/>
                </a:lnTo>
                <a:lnTo>
                  <a:pt x="141609" y="50087"/>
                </a:lnTo>
                <a:lnTo>
                  <a:pt x="106925" y="76257"/>
                </a:lnTo>
                <a:lnTo>
                  <a:pt x="76257" y="106925"/>
                </a:lnTo>
                <a:lnTo>
                  <a:pt x="50087" y="141609"/>
                </a:lnTo>
                <a:lnTo>
                  <a:pt x="28895" y="179829"/>
                </a:lnTo>
                <a:lnTo>
                  <a:pt x="13162" y="221104"/>
                </a:lnTo>
                <a:lnTo>
                  <a:pt x="3370" y="264953"/>
                </a:lnTo>
                <a:lnTo>
                  <a:pt x="0" y="310896"/>
                </a:lnTo>
                <a:lnTo>
                  <a:pt x="3370" y="356838"/>
                </a:lnTo>
                <a:lnTo>
                  <a:pt x="13162" y="400687"/>
                </a:lnTo>
                <a:lnTo>
                  <a:pt x="28895" y="441962"/>
                </a:lnTo>
                <a:lnTo>
                  <a:pt x="50087" y="480182"/>
                </a:lnTo>
                <a:lnTo>
                  <a:pt x="76257" y="514866"/>
                </a:lnTo>
                <a:lnTo>
                  <a:pt x="106925" y="545534"/>
                </a:lnTo>
                <a:lnTo>
                  <a:pt x="141609" y="571704"/>
                </a:lnTo>
                <a:lnTo>
                  <a:pt x="179829" y="592896"/>
                </a:lnTo>
                <a:lnTo>
                  <a:pt x="221104" y="608629"/>
                </a:lnTo>
                <a:lnTo>
                  <a:pt x="264953" y="618421"/>
                </a:lnTo>
                <a:lnTo>
                  <a:pt x="310896" y="621792"/>
                </a:lnTo>
                <a:lnTo>
                  <a:pt x="356838" y="618421"/>
                </a:lnTo>
                <a:lnTo>
                  <a:pt x="400687" y="608629"/>
                </a:lnTo>
                <a:lnTo>
                  <a:pt x="441962" y="592896"/>
                </a:lnTo>
                <a:lnTo>
                  <a:pt x="480182" y="571704"/>
                </a:lnTo>
                <a:lnTo>
                  <a:pt x="514866" y="545534"/>
                </a:lnTo>
                <a:lnTo>
                  <a:pt x="545534" y="514866"/>
                </a:lnTo>
                <a:lnTo>
                  <a:pt x="571704" y="480182"/>
                </a:lnTo>
                <a:lnTo>
                  <a:pt x="592896" y="441962"/>
                </a:lnTo>
                <a:lnTo>
                  <a:pt x="608629" y="400687"/>
                </a:lnTo>
                <a:lnTo>
                  <a:pt x="618421" y="356838"/>
                </a:lnTo>
                <a:lnTo>
                  <a:pt x="621791" y="310896"/>
                </a:lnTo>
                <a:lnTo>
                  <a:pt x="618421" y="264953"/>
                </a:lnTo>
                <a:lnTo>
                  <a:pt x="608629" y="221104"/>
                </a:lnTo>
                <a:lnTo>
                  <a:pt x="592896" y="179829"/>
                </a:lnTo>
                <a:lnTo>
                  <a:pt x="571704" y="141609"/>
                </a:lnTo>
                <a:lnTo>
                  <a:pt x="545534" y="106925"/>
                </a:lnTo>
                <a:lnTo>
                  <a:pt x="514866" y="76257"/>
                </a:lnTo>
                <a:lnTo>
                  <a:pt x="480182" y="50087"/>
                </a:lnTo>
                <a:lnTo>
                  <a:pt x="441962" y="28895"/>
                </a:lnTo>
                <a:lnTo>
                  <a:pt x="400687" y="13162"/>
                </a:lnTo>
                <a:lnTo>
                  <a:pt x="356838" y="3370"/>
                </a:lnTo>
                <a:lnTo>
                  <a:pt x="3108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46097" y="5426202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622300" h="622300">
                <a:moveTo>
                  <a:pt x="0" y="310896"/>
                </a:moveTo>
                <a:lnTo>
                  <a:pt x="3370" y="264953"/>
                </a:lnTo>
                <a:lnTo>
                  <a:pt x="13162" y="221104"/>
                </a:lnTo>
                <a:lnTo>
                  <a:pt x="28895" y="179829"/>
                </a:lnTo>
                <a:lnTo>
                  <a:pt x="50087" y="141609"/>
                </a:lnTo>
                <a:lnTo>
                  <a:pt x="76257" y="106925"/>
                </a:lnTo>
                <a:lnTo>
                  <a:pt x="106925" y="76257"/>
                </a:lnTo>
                <a:lnTo>
                  <a:pt x="141609" y="50087"/>
                </a:lnTo>
                <a:lnTo>
                  <a:pt x="179829" y="28895"/>
                </a:lnTo>
                <a:lnTo>
                  <a:pt x="221104" y="13162"/>
                </a:lnTo>
                <a:lnTo>
                  <a:pt x="264953" y="3370"/>
                </a:lnTo>
                <a:lnTo>
                  <a:pt x="310896" y="0"/>
                </a:lnTo>
                <a:lnTo>
                  <a:pt x="356838" y="3370"/>
                </a:lnTo>
                <a:lnTo>
                  <a:pt x="400687" y="13162"/>
                </a:lnTo>
                <a:lnTo>
                  <a:pt x="441962" y="28895"/>
                </a:lnTo>
                <a:lnTo>
                  <a:pt x="480182" y="50087"/>
                </a:lnTo>
                <a:lnTo>
                  <a:pt x="514866" y="76257"/>
                </a:lnTo>
                <a:lnTo>
                  <a:pt x="545534" y="106925"/>
                </a:lnTo>
                <a:lnTo>
                  <a:pt x="571704" y="141609"/>
                </a:lnTo>
                <a:lnTo>
                  <a:pt x="592896" y="179829"/>
                </a:lnTo>
                <a:lnTo>
                  <a:pt x="608629" y="221104"/>
                </a:lnTo>
                <a:lnTo>
                  <a:pt x="618421" y="264953"/>
                </a:lnTo>
                <a:lnTo>
                  <a:pt x="621791" y="310896"/>
                </a:lnTo>
                <a:lnTo>
                  <a:pt x="618421" y="356838"/>
                </a:lnTo>
                <a:lnTo>
                  <a:pt x="608629" y="400687"/>
                </a:lnTo>
                <a:lnTo>
                  <a:pt x="592896" y="441962"/>
                </a:lnTo>
                <a:lnTo>
                  <a:pt x="571704" y="480182"/>
                </a:lnTo>
                <a:lnTo>
                  <a:pt x="545534" y="514866"/>
                </a:lnTo>
                <a:lnTo>
                  <a:pt x="514866" y="545534"/>
                </a:lnTo>
                <a:lnTo>
                  <a:pt x="480182" y="571704"/>
                </a:lnTo>
                <a:lnTo>
                  <a:pt x="441962" y="592896"/>
                </a:lnTo>
                <a:lnTo>
                  <a:pt x="400687" y="608629"/>
                </a:lnTo>
                <a:lnTo>
                  <a:pt x="356838" y="618421"/>
                </a:lnTo>
                <a:lnTo>
                  <a:pt x="310896" y="621792"/>
                </a:lnTo>
                <a:lnTo>
                  <a:pt x="264953" y="618421"/>
                </a:lnTo>
                <a:lnTo>
                  <a:pt x="221104" y="608629"/>
                </a:lnTo>
                <a:lnTo>
                  <a:pt x="179829" y="592896"/>
                </a:lnTo>
                <a:lnTo>
                  <a:pt x="141609" y="571704"/>
                </a:lnTo>
                <a:lnTo>
                  <a:pt x="106925" y="545534"/>
                </a:lnTo>
                <a:lnTo>
                  <a:pt x="76257" y="514866"/>
                </a:lnTo>
                <a:lnTo>
                  <a:pt x="50087" y="480182"/>
                </a:lnTo>
                <a:lnTo>
                  <a:pt x="28895" y="441962"/>
                </a:lnTo>
                <a:lnTo>
                  <a:pt x="13162" y="400687"/>
                </a:lnTo>
                <a:lnTo>
                  <a:pt x="3370" y="356838"/>
                </a:lnTo>
                <a:lnTo>
                  <a:pt x="0" y="310896"/>
                </a:lnTo>
                <a:close/>
              </a:path>
            </a:pathLst>
          </a:custGeom>
          <a:ln w="19812">
            <a:solidFill>
              <a:srgbClr val="958B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241" y="23266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项目与日常运作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31919" y="629726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1895069"/>
            <a:ext cx="3389629" cy="406209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①	</a:t>
            </a:r>
            <a:r>
              <a:rPr sz="3200" dirty="0">
                <a:latin typeface="华文新魏"/>
                <a:cs typeface="华文新魏"/>
              </a:rPr>
              <a:t>上课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②	</a:t>
            </a:r>
            <a:r>
              <a:rPr sz="3200" dirty="0">
                <a:solidFill>
                  <a:srgbClr val="FF66FF"/>
                </a:solidFill>
                <a:latin typeface="华文新魏"/>
                <a:cs typeface="华文新魏"/>
              </a:rPr>
              <a:t>野餐活动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③	</a:t>
            </a:r>
            <a:r>
              <a:rPr sz="3200" dirty="0">
                <a:solidFill>
                  <a:srgbClr val="FF66FF"/>
                </a:solidFill>
                <a:latin typeface="华文新魏"/>
                <a:cs typeface="华文新魏"/>
              </a:rPr>
              <a:t>集体婚礼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④	</a:t>
            </a:r>
            <a:r>
              <a:rPr sz="3200" dirty="0">
                <a:latin typeface="华文新魏"/>
                <a:cs typeface="华文新魏"/>
              </a:rPr>
              <a:t>社区保安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⑤	</a:t>
            </a:r>
            <a:r>
              <a:rPr sz="3200" dirty="0">
                <a:solidFill>
                  <a:srgbClr val="FF66FF"/>
                </a:solidFill>
                <a:latin typeface="华文新魏"/>
                <a:cs typeface="华文新魏"/>
              </a:rPr>
              <a:t>开发操作系统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⑥	</a:t>
            </a:r>
            <a:r>
              <a:rPr sz="3200" dirty="0">
                <a:latin typeface="华文新魏"/>
                <a:cs typeface="华文新魏"/>
              </a:rPr>
              <a:t>每天的卫生保洁</a:t>
            </a:r>
            <a:endParaRPr sz="3200">
              <a:latin typeface="华文新魏"/>
              <a:cs typeface="华文新魏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527685" algn="l"/>
              </a:tabLst>
            </a:pPr>
            <a:r>
              <a:rPr sz="1900" spc="20" dirty="0">
                <a:solidFill>
                  <a:srgbClr val="DD8046"/>
                </a:solidFill>
                <a:latin typeface="华文新魏"/>
                <a:cs typeface="华文新魏"/>
              </a:rPr>
              <a:t>⑦	</a:t>
            </a:r>
            <a:r>
              <a:rPr sz="3200" dirty="0">
                <a:solidFill>
                  <a:srgbClr val="FF66FF"/>
                </a:solidFill>
                <a:latin typeface="华文新魏"/>
                <a:cs typeface="华文新魏"/>
              </a:rPr>
              <a:t>神州飞船计划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8028" y="4470653"/>
            <a:ext cx="1447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华文新魏"/>
                <a:cs typeface="华文新魏"/>
              </a:rPr>
              <a:t>日常运作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6633" y="2292223"/>
            <a:ext cx="735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华文新魏"/>
                <a:cs typeface="华文新魏"/>
              </a:rPr>
              <a:t>项目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63950" y="2850642"/>
            <a:ext cx="3284854" cy="2677160"/>
          </a:xfrm>
          <a:custGeom>
            <a:avLst/>
            <a:gdLst/>
            <a:ahLst/>
            <a:cxnLst/>
            <a:rect l="l" t="t" r="r" b="b"/>
            <a:pathLst>
              <a:path w="3284854" h="2677160">
                <a:moveTo>
                  <a:pt x="3224403" y="49022"/>
                </a:moveTo>
                <a:lnTo>
                  <a:pt x="3202857" y="49910"/>
                </a:lnTo>
                <a:lnTo>
                  <a:pt x="0" y="2656967"/>
                </a:lnTo>
                <a:lnTo>
                  <a:pt x="16255" y="2677033"/>
                </a:lnTo>
                <a:lnTo>
                  <a:pt x="3219184" y="70021"/>
                </a:lnTo>
                <a:lnTo>
                  <a:pt x="3224403" y="49022"/>
                </a:lnTo>
                <a:close/>
              </a:path>
              <a:path w="3284854" h="2677160">
                <a:moveTo>
                  <a:pt x="3258263" y="38988"/>
                </a:moveTo>
                <a:lnTo>
                  <a:pt x="3216275" y="38988"/>
                </a:lnTo>
                <a:lnTo>
                  <a:pt x="3232657" y="59055"/>
                </a:lnTo>
                <a:lnTo>
                  <a:pt x="3219184" y="70021"/>
                </a:lnTo>
                <a:lnTo>
                  <a:pt x="3208781" y="111887"/>
                </a:lnTo>
                <a:lnTo>
                  <a:pt x="3258263" y="38988"/>
                </a:lnTo>
                <a:close/>
              </a:path>
              <a:path w="3284854" h="2677160">
                <a:moveTo>
                  <a:pt x="3224466" y="49022"/>
                </a:moveTo>
                <a:lnTo>
                  <a:pt x="3219184" y="70021"/>
                </a:lnTo>
                <a:lnTo>
                  <a:pt x="3232657" y="59055"/>
                </a:lnTo>
                <a:lnTo>
                  <a:pt x="3224466" y="49022"/>
                </a:lnTo>
                <a:close/>
              </a:path>
              <a:path w="3284854" h="2677160">
                <a:moveTo>
                  <a:pt x="3284728" y="0"/>
                </a:moveTo>
                <a:lnTo>
                  <a:pt x="3159759" y="51688"/>
                </a:lnTo>
                <a:lnTo>
                  <a:pt x="3202857" y="49910"/>
                </a:lnTo>
                <a:lnTo>
                  <a:pt x="3216275" y="38988"/>
                </a:lnTo>
                <a:lnTo>
                  <a:pt x="3258263" y="38988"/>
                </a:lnTo>
                <a:lnTo>
                  <a:pt x="3284728" y="0"/>
                </a:lnTo>
                <a:close/>
              </a:path>
              <a:path w="3284854" h="2677160">
                <a:moveTo>
                  <a:pt x="3216275" y="38988"/>
                </a:moveTo>
                <a:lnTo>
                  <a:pt x="3202857" y="49910"/>
                </a:lnTo>
                <a:lnTo>
                  <a:pt x="3224403" y="49022"/>
                </a:lnTo>
                <a:lnTo>
                  <a:pt x="3216275" y="389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30472" y="2743961"/>
            <a:ext cx="3130550" cy="1612265"/>
          </a:xfrm>
          <a:custGeom>
            <a:avLst/>
            <a:gdLst/>
            <a:ahLst/>
            <a:cxnLst/>
            <a:rect l="l" t="t" r="r" b="b"/>
            <a:pathLst>
              <a:path w="3130550" h="1612264">
                <a:moveTo>
                  <a:pt x="3039667" y="31786"/>
                </a:moveTo>
                <a:lnTo>
                  <a:pt x="0" y="1588643"/>
                </a:lnTo>
                <a:lnTo>
                  <a:pt x="11811" y="1611757"/>
                </a:lnTo>
                <a:lnTo>
                  <a:pt x="3051474" y="54902"/>
                </a:lnTo>
                <a:lnTo>
                  <a:pt x="3060954" y="35433"/>
                </a:lnTo>
                <a:lnTo>
                  <a:pt x="3039667" y="31786"/>
                </a:lnTo>
                <a:close/>
              </a:path>
              <a:path w="3130550" h="1612264">
                <a:moveTo>
                  <a:pt x="3105288" y="23875"/>
                </a:moveTo>
                <a:lnTo>
                  <a:pt x="3055111" y="23875"/>
                </a:lnTo>
                <a:lnTo>
                  <a:pt x="3066923" y="46989"/>
                </a:lnTo>
                <a:lnTo>
                  <a:pt x="3051474" y="54902"/>
                </a:lnTo>
                <a:lnTo>
                  <a:pt x="3032632" y="93599"/>
                </a:lnTo>
                <a:lnTo>
                  <a:pt x="3105288" y="23875"/>
                </a:lnTo>
                <a:close/>
              </a:path>
              <a:path w="3130550" h="1612264">
                <a:moveTo>
                  <a:pt x="3055111" y="23875"/>
                </a:moveTo>
                <a:lnTo>
                  <a:pt x="3039667" y="31786"/>
                </a:lnTo>
                <a:lnTo>
                  <a:pt x="3060954" y="35433"/>
                </a:lnTo>
                <a:lnTo>
                  <a:pt x="3051474" y="54902"/>
                </a:lnTo>
                <a:lnTo>
                  <a:pt x="3066923" y="46989"/>
                </a:lnTo>
                <a:lnTo>
                  <a:pt x="3055111" y="23875"/>
                </a:lnTo>
                <a:close/>
              </a:path>
              <a:path w="3130550" h="1612264">
                <a:moveTo>
                  <a:pt x="3130169" y="0"/>
                </a:moveTo>
                <a:lnTo>
                  <a:pt x="2997200" y="24511"/>
                </a:lnTo>
                <a:lnTo>
                  <a:pt x="3039667" y="31786"/>
                </a:lnTo>
                <a:lnTo>
                  <a:pt x="3055111" y="23875"/>
                </a:lnTo>
                <a:lnTo>
                  <a:pt x="3105288" y="23875"/>
                </a:lnTo>
                <a:lnTo>
                  <a:pt x="31301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26079" y="2484501"/>
            <a:ext cx="3735070" cy="272415"/>
          </a:xfrm>
          <a:custGeom>
            <a:avLst/>
            <a:gdLst/>
            <a:ahLst/>
            <a:cxnLst/>
            <a:rect l="l" t="t" r="r" b="b"/>
            <a:pathLst>
              <a:path w="3735070" h="272414">
                <a:moveTo>
                  <a:pt x="3639047" y="23783"/>
                </a:moveTo>
                <a:lnTo>
                  <a:pt x="0" y="246507"/>
                </a:lnTo>
                <a:lnTo>
                  <a:pt x="1524" y="272414"/>
                </a:lnTo>
                <a:lnTo>
                  <a:pt x="3640546" y="49566"/>
                </a:lnTo>
                <a:lnTo>
                  <a:pt x="3656961" y="35557"/>
                </a:lnTo>
                <a:lnTo>
                  <a:pt x="3639047" y="23783"/>
                </a:lnTo>
                <a:close/>
              </a:path>
              <a:path w="3735070" h="272414">
                <a:moveTo>
                  <a:pt x="3699875" y="22733"/>
                </a:moveTo>
                <a:lnTo>
                  <a:pt x="3656203" y="22733"/>
                </a:lnTo>
                <a:lnTo>
                  <a:pt x="3657727" y="48513"/>
                </a:lnTo>
                <a:lnTo>
                  <a:pt x="3640546" y="49566"/>
                </a:lnTo>
                <a:lnTo>
                  <a:pt x="3607689" y="77597"/>
                </a:lnTo>
                <a:lnTo>
                  <a:pt x="3734562" y="30861"/>
                </a:lnTo>
                <a:lnTo>
                  <a:pt x="3699875" y="22733"/>
                </a:lnTo>
                <a:close/>
              </a:path>
              <a:path w="3735070" h="272414">
                <a:moveTo>
                  <a:pt x="3656961" y="35563"/>
                </a:moveTo>
                <a:lnTo>
                  <a:pt x="3640546" y="49566"/>
                </a:lnTo>
                <a:lnTo>
                  <a:pt x="3657727" y="48513"/>
                </a:lnTo>
                <a:lnTo>
                  <a:pt x="3656961" y="35563"/>
                </a:lnTo>
                <a:close/>
              </a:path>
              <a:path w="3735070" h="272414">
                <a:moveTo>
                  <a:pt x="3656203" y="22733"/>
                </a:moveTo>
                <a:lnTo>
                  <a:pt x="3639047" y="23783"/>
                </a:lnTo>
                <a:lnTo>
                  <a:pt x="3656961" y="35557"/>
                </a:lnTo>
                <a:lnTo>
                  <a:pt x="3656203" y="22733"/>
                </a:lnTo>
                <a:close/>
              </a:path>
              <a:path w="3735070" h="272414">
                <a:moveTo>
                  <a:pt x="3602863" y="0"/>
                </a:moveTo>
                <a:lnTo>
                  <a:pt x="3639047" y="23783"/>
                </a:lnTo>
                <a:lnTo>
                  <a:pt x="3656203" y="22733"/>
                </a:lnTo>
                <a:lnTo>
                  <a:pt x="3699875" y="22733"/>
                </a:lnTo>
                <a:lnTo>
                  <a:pt x="36028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45054" y="2624073"/>
            <a:ext cx="3888740" cy="788035"/>
          </a:xfrm>
          <a:custGeom>
            <a:avLst/>
            <a:gdLst/>
            <a:ahLst/>
            <a:cxnLst/>
            <a:rect l="l" t="t" r="r" b="b"/>
            <a:pathLst>
              <a:path w="3888740" h="788035">
                <a:moveTo>
                  <a:pt x="3793032" y="18820"/>
                </a:moveTo>
                <a:lnTo>
                  <a:pt x="0" y="762508"/>
                </a:lnTo>
                <a:lnTo>
                  <a:pt x="5079" y="787908"/>
                </a:lnTo>
                <a:lnTo>
                  <a:pt x="3797994" y="44219"/>
                </a:lnTo>
                <a:lnTo>
                  <a:pt x="3812413" y="28193"/>
                </a:lnTo>
                <a:lnTo>
                  <a:pt x="3793032" y="18820"/>
                </a:lnTo>
                <a:close/>
              </a:path>
              <a:path w="3888740" h="788035">
                <a:moveTo>
                  <a:pt x="3884407" y="15493"/>
                </a:moveTo>
                <a:lnTo>
                  <a:pt x="3810000" y="15493"/>
                </a:lnTo>
                <a:lnTo>
                  <a:pt x="3814953" y="40893"/>
                </a:lnTo>
                <a:lnTo>
                  <a:pt x="3797994" y="44219"/>
                </a:lnTo>
                <a:lnTo>
                  <a:pt x="3769105" y="76326"/>
                </a:lnTo>
                <a:lnTo>
                  <a:pt x="3884407" y="15493"/>
                </a:lnTo>
                <a:close/>
              </a:path>
              <a:path w="3888740" h="788035">
                <a:moveTo>
                  <a:pt x="3810000" y="15493"/>
                </a:moveTo>
                <a:lnTo>
                  <a:pt x="3793032" y="18820"/>
                </a:lnTo>
                <a:lnTo>
                  <a:pt x="3812413" y="28193"/>
                </a:lnTo>
                <a:lnTo>
                  <a:pt x="3797994" y="44219"/>
                </a:lnTo>
                <a:lnTo>
                  <a:pt x="3814953" y="40893"/>
                </a:lnTo>
                <a:lnTo>
                  <a:pt x="3810000" y="15493"/>
                </a:lnTo>
                <a:close/>
              </a:path>
              <a:path w="3888740" h="788035">
                <a:moveTo>
                  <a:pt x="3754120" y="0"/>
                </a:moveTo>
                <a:lnTo>
                  <a:pt x="3793032" y="18820"/>
                </a:lnTo>
                <a:lnTo>
                  <a:pt x="3810000" y="15493"/>
                </a:lnTo>
                <a:lnTo>
                  <a:pt x="3884407" y="15493"/>
                </a:lnTo>
                <a:lnTo>
                  <a:pt x="3888740" y="13208"/>
                </a:lnTo>
                <a:lnTo>
                  <a:pt x="37541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42870" y="2274951"/>
            <a:ext cx="4806315" cy="2145665"/>
          </a:xfrm>
          <a:custGeom>
            <a:avLst/>
            <a:gdLst/>
            <a:ahLst/>
            <a:cxnLst/>
            <a:rect l="l" t="t" r="r" b="b"/>
            <a:pathLst>
              <a:path w="4806315" h="2145665">
                <a:moveTo>
                  <a:pt x="4713579" y="2118658"/>
                </a:moveTo>
                <a:lnTo>
                  <a:pt x="4671695" y="2128266"/>
                </a:lnTo>
                <a:lnTo>
                  <a:pt x="4805807" y="2145411"/>
                </a:lnTo>
                <a:lnTo>
                  <a:pt x="4782888" y="2125726"/>
                </a:lnTo>
                <a:lnTo>
                  <a:pt x="4729480" y="2125726"/>
                </a:lnTo>
                <a:lnTo>
                  <a:pt x="4713579" y="2118658"/>
                </a:lnTo>
                <a:close/>
              </a:path>
              <a:path w="4806315" h="2145665">
                <a:moveTo>
                  <a:pt x="4734774" y="2113797"/>
                </a:moveTo>
                <a:lnTo>
                  <a:pt x="4713579" y="2118658"/>
                </a:lnTo>
                <a:lnTo>
                  <a:pt x="4729480" y="2125726"/>
                </a:lnTo>
                <a:lnTo>
                  <a:pt x="4734774" y="2113797"/>
                </a:lnTo>
                <a:close/>
              </a:path>
              <a:path w="4806315" h="2145665">
                <a:moveTo>
                  <a:pt x="4703190" y="2057273"/>
                </a:moveTo>
                <a:lnTo>
                  <a:pt x="4724294" y="2094987"/>
                </a:lnTo>
                <a:lnTo>
                  <a:pt x="4740021" y="2101977"/>
                </a:lnTo>
                <a:lnTo>
                  <a:pt x="4729480" y="2125726"/>
                </a:lnTo>
                <a:lnTo>
                  <a:pt x="4782888" y="2125726"/>
                </a:lnTo>
                <a:lnTo>
                  <a:pt x="4703190" y="2057273"/>
                </a:lnTo>
                <a:close/>
              </a:path>
              <a:path w="4806315" h="2145665">
                <a:moveTo>
                  <a:pt x="10413" y="0"/>
                </a:moveTo>
                <a:lnTo>
                  <a:pt x="0" y="23622"/>
                </a:lnTo>
                <a:lnTo>
                  <a:pt x="4713579" y="2118658"/>
                </a:lnTo>
                <a:lnTo>
                  <a:pt x="4734774" y="2113797"/>
                </a:lnTo>
                <a:lnTo>
                  <a:pt x="4724294" y="2094987"/>
                </a:lnTo>
                <a:lnTo>
                  <a:pt x="10413" y="0"/>
                </a:lnTo>
                <a:close/>
              </a:path>
              <a:path w="4806315" h="2145665">
                <a:moveTo>
                  <a:pt x="4724294" y="2094987"/>
                </a:moveTo>
                <a:lnTo>
                  <a:pt x="4734794" y="2113752"/>
                </a:lnTo>
                <a:lnTo>
                  <a:pt x="4740021" y="2101977"/>
                </a:lnTo>
                <a:lnTo>
                  <a:pt x="4724294" y="20949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11348" y="3950334"/>
            <a:ext cx="3871595" cy="567055"/>
          </a:xfrm>
          <a:custGeom>
            <a:avLst/>
            <a:gdLst/>
            <a:ahLst/>
            <a:cxnLst/>
            <a:rect l="l" t="t" r="r" b="b"/>
            <a:pathLst>
              <a:path w="3871595" h="567054">
                <a:moveTo>
                  <a:pt x="3775413" y="546034"/>
                </a:moveTo>
                <a:lnTo>
                  <a:pt x="3737609" y="567054"/>
                </a:lnTo>
                <a:lnTo>
                  <a:pt x="3857364" y="548385"/>
                </a:lnTo>
                <a:lnTo>
                  <a:pt x="3792474" y="548385"/>
                </a:lnTo>
                <a:lnTo>
                  <a:pt x="3775413" y="546034"/>
                </a:lnTo>
                <a:close/>
              </a:path>
              <a:path w="3871595" h="567054">
                <a:moveTo>
                  <a:pt x="3794252" y="535558"/>
                </a:moveTo>
                <a:lnTo>
                  <a:pt x="3775413" y="546034"/>
                </a:lnTo>
                <a:lnTo>
                  <a:pt x="3792474" y="548385"/>
                </a:lnTo>
                <a:lnTo>
                  <a:pt x="3794252" y="535558"/>
                </a:lnTo>
                <a:close/>
              </a:path>
              <a:path w="3871595" h="567054">
                <a:moveTo>
                  <a:pt x="3748151" y="490092"/>
                </a:moveTo>
                <a:lnTo>
                  <a:pt x="3778843" y="520363"/>
                </a:lnTo>
                <a:lnTo>
                  <a:pt x="3796029" y="522731"/>
                </a:lnTo>
                <a:lnTo>
                  <a:pt x="3792474" y="548385"/>
                </a:lnTo>
                <a:lnTo>
                  <a:pt x="3857364" y="548385"/>
                </a:lnTo>
                <a:lnTo>
                  <a:pt x="3871213" y="546226"/>
                </a:lnTo>
                <a:lnTo>
                  <a:pt x="3748151" y="490092"/>
                </a:lnTo>
                <a:close/>
              </a:path>
              <a:path w="3871595" h="567054">
                <a:moveTo>
                  <a:pt x="3556" y="0"/>
                </a:moveTo>
                <a:lnTo>
                  <a:pt x="0" y="25653"/>
                </a:lnTo>
                <a:lnTo>
                  <a:pt x="3775413" y="546034"/>
                </a:lnTo>
                <a:lnTo>
                  <a:pt x="3794252" y="535558"/>
                </a:lnTo>
                <a:lnTo>
                  <a:pt x="3778843" y="520363"/>
                </a:lnTo>
                <a:lnTo>
                  <a:pt x="3556" y="0"/>
                </a:lnTo>
                <a:close/>
              </a:path>
              <a:path w="3871595" h="567054">
                <a:moveTo>
                  <a:pt x="3778843" y="520363"/>
                </a:moveTo>
                <a:lnTo>
                  <a:pt x="3794252" y="535558"/>
                </a:lnTo>
                <a:lnTo>
                  <a:pt x="3796029" y="522731"/>
                </a:lnTo>
                <a:lnTo>
                  <a:pt x="3778843" y="520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20971" y="4715383"/>
            <a:ext cx="1950720" cy="455295"/>
          </a:xfrm>
          <a:custGeom>
            <a:avLst/>
            <a:gdLst/>
            <a:ahLst/>
            <a:cxnLst/>
            <a:rect l="l" t="t" r="r" b="b"/>
            <a:pathLst>
              <a:path w="1950720" h="455295">
                <a:moveTo>
                  <a:pt x="1854877" y="17741"/>
                </a:moveTo>
                <a:lnTo>
                  <a:pt x="0" y="429895"/>
                </a:lnTo>
                <a:lnTo>
                  <a:pt x="5587" y="455295"/>
                </a:lnTo>
                <a:lnTo>
                  <a:pt x="1860661" y="42972"/>
                </a:lnTo>
                <a:lnTo>
                  <a:pt x="1874647" y="26670"/>
                </a:lnTo>
                <a:lnTo>
                  <a:pt x="1854877" y="17741"/>
                </a:lnTo>
                <a:close/>
              </a:path>
              <a:path w="1950720" h="455295">
                <a:moveTo>
                  <a:pt x="1942978" y="13970"/>
                </a:moveTo>
                <a:lnTo>
                  <a:pt x="1871852" y="13970"/>
                </a:lnTo>
                <a:lnTo>
                  <a:pt x="1877440" y="39243"/>
                </a:lnTo>
                <a:lnTo>
                  <a:pt x="1860661" y="42972"/>
                </a:lnTo>
                <a:lnTo>
                  <a:pt x="1832482" y="75819"/>
                </a:lnTo>
                <a:lnTo>
                  <a:pt x="1942978" y="13970"/>
                </a:lnTo>
                <a:close/>
              </a:path>
              <a:path w="1950720" h="455295">
                <a:moveTo>
                  <a:pt x="1871852" y="13970"/>
                </a:moveTo>
                <a:lnTo>
                  <a:pt x="1854877" y="17741"/>
                </a:lnTo>
                <a:lnTo>
                  <a:pt x="1874647" y="26670"/>
                </a:lnTo>
                <a:lnTo>
                  <a:pt x="1860661" y="42972"/>
                </a:lnTo>
                <a:lnTo>
                  <a:pt x="1877440" y="39243"/>
                </a:lnTo>
                <a:lnTo>
                  <a:pt x="1871852" y="13970"/>
                </a:lnTo>
                <a:close/>
              </a:path>
              <a:path w="1950720" h="455295">
                <a:moveTo>
                  <a:pt x="1815591" y="0"/>
                </a:moveTo>
                <a:lnTo>
                  <a:pt x="1854877" y="17741"/>
                </a:lnTo>
                <a:lnTo>
                  <a:pt x="1871852" y="13970"/>
                </a:lnTo>
                <a:lnTo>
                  <a:pt x="1942978" y="13970"/>
                </a:lnTo>
                <a:lnTo>
                  <a:pt x="1950465" y="9779"/>
                </a:lnTo>
                <a:lnTo>
                  <a:pt x="18155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71894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项目集</a:t>
            </a:r>
            <a:r>
              <a:rPr sz="4400" i="1" dirty="0">
                <a:latin typeface="华文隶书"/>
                <a:cs typeface="华文隶书"/>
              </a:rPr>
              <a:t>(Programs)</a:t>
            </a:r>
            <a:r>
              <a:rPr sz="4400" dirty="0">
                <a:latin typeface="华文隶书"/>
                <a:cs typeface="华文隶书"/>
              </a:rPr>
              <a:t>与项目</a:t>
            </a:r>
            <a:r>
              <a:rPr sz="4400" i="1" dirty="0">
                <a:latin typeface="华文隶书"/>
                <a:cs typeface="华文隶书"/>
              </a:rPr>
              <a:t>(Project)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10524" y="1516380"/>
            <a:ext cx="6877571" cy="4631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441" y="282651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软件项目的特殊性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521" y="636859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029" y="126872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6055" y="2947416"/>
            <a:ext cx="1885188" cy="18547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25315" y="3568065"/>
            <a:ext cx="1046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latin typeface="华文新魏"/>
                <a:cs typeface="华文新魏"/>
              </a:rPr>
              <a:t>软件</a:t>
            </a:r>
            <a:r>
              <a:rPr sz="2000" b="1" dirty="0">
                <a:latin typeface="华文新魏"/>
                <a:cs typeface="华文新魏"/>
              </a:rPr>
              <a:t>项目 </a:t>
            </a:r>
            <a:r>
              <a:rPr sz="2000" b="1" spc="10" dirty="0">
                <a:latin typeface="华文新魏"/>
                <a:cs typeface="华文新魏"/>
              </a:rPr>
              <a:t>特殊性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98058" y="4388358"/>
            <a:ext cx="1226819" cy="1197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98058" y="4388358"/>
            <a:ext cx="1226820" cy="1198245"/>
          </a:xfrm>
          <a:custGeom>
            <a:avLst/>
            <a:gdLst/>
            <a:ahLst/>
            <a:cxnLst/>
            <a:rect l="l" t="t" r="r" b="b"/>
            <a:pathLst>
              <a:path w="1226820" h="1198245">
                <a:moveTo>
                  <a:pt x="0" y="598932"/>
                </a:moveTo>
                <a:lnTo>
                  <a:pt x="1845" y="552118"/>
                </a:lnTo>
                <a:lnTo>
                  <a:pt x="7289" y="506292"/>
                </a:lnTo>
                <a:lnTo>
                  <a:pt x="16197" y="461585"/>
                </a:lnTo>
                <a:lnTo>
                  <a:pt x="28432" y="418131"/>
                </a:lnTo>
                <a:lnTo>
                  <a:pt x="43857" y="376062"/>
                </a:lnTo>
                <a:lnTo>
                  <a:pt x="62337" y="335513"/>
                </a:lnTo>
                <a:lnTo>
                  <a:pt x="83735" y="296615"/>
                </a:lnTo>
                <a:lnTo>
                  <a:pt x="107915" y="259502"/>
                </a:lnTo>
                <a:lnTo>
                  <a:pt x="134740" y="224307"/>
                </a:lnTo>
                <a:lnTo>
                  <a:pt x="164075" y="191164"/>
                </a:lnTo>
                <a:lnTo>
                  <a:pt x="195783" y="160204"/>
                </a:lnTo>
                <a:lnTo>
                  <a:pt x="229728" y="131561"/>
                </a:lnTo>
                <a:lnTo>
                  <a:pt x="265774" y="105369"/>
                </a:lnTo>
                <a:lnTo>
                  <a:pt x="303784" y="81759"/>
                </a:lnTo>
                <a:lnTo>
                  <a:pt x="343622" y="60866"/>
                </a:lnTo>
                <a:lnTo>
                  <a:pt x="385151" y="42822"/>
                </a:lnTo>
                <a:lnTo>
                  <a:pt x="428237" y="27761"/>
                </a:lnTo>
                <a:lnTo>
                  <a:pt x="472742" y="15815"/>
                </a:lnTo>
                <a:lnTo>
                  <a:pt x="518530" y="7117"/>
                </a:lnTo>
                <a:lnTo>
                  <a:pt x="565464" y="1801"/>
                </a:lnTo>
                <a:lnTo>
                  <a:pt x="613409" y="0"/>
                </a:lnTo>
                <a:lnTo>
                  <a:pt x="661355" y="1801"/>
                </a:lnTo>
                <a:lnTo>
                  <a:pt x="708289" y="7117"/>
                </a:lnTo>
                <a:lnTo>
                  <a:pt x="754077" y="15815"/>
                </a:lnTo>
                <a:lnTo>
                  <a:pt x="798582" y="27761"/>
                </a:lnTo>
                <a:lnTo>
                  <a:pt x="841668" y="42822"/>
                </a:lnTo>
                <a:lnTo>
                  <a:pt x="883197" y="60866"/>
                </a:lnTo>
                <a:lnTo>
                  <a:pt x="923036" y="81759"/>
                </a:lnTo>
                <a:lnTo>
                  <a:pt x="961045" y="105369"/>
                </a:lnTo>
                <a:lnTo>
                  <a:pt x="997091" y="131561"/>
                </a:lnTo>
                <a:lnTo>
                  <a:pt x="1031036" y="160204"/>
                </a:lnTo>
                <a:lnTo>
                  <a:pt x="1062744" y="191164"/>
                </a:lnTo>
                <a:lnTo>
                  <a:pt x="1092079" y="224307"/>
                </a:lnTo>
                <a:lnTo>
                  <a:pt x="1118904" y="259502"/>
                </a:lnTo>
                <a:lnTo>
                  <a:pt x="1143084" y="296615"/>
                </a:lnTo>
                <a:lnTo>
                  <a:pt x="1164482" y="335513"/>
                </a:lnTo>
                <a:lnTo>
                  <a:pt x="1182962" y="376062"/>
                </a:lnTo>
                <a:lnTo>
                  <a:pt x="1198387" y="418131"/>
                </a:lnTo>
                <a:lnTo>
                  <a:pt x="1210622" y="461585"/>
                </a:lnTo>
                <a:lnTo>
                  <a:pt x="1219530" y="506292"/>
                </a:lnTo>
                <a:lnTo>
                  <a:pt x="1224974" y="552118"/>
                </a:lnTo>
                <a:lnTo>
                  <a:pt x="1226819" y="598932"/>
                </a:lnTo>
                <a:lnTo>
                  <a:pt x="1224974" y="645745"/>
                </a:lnTo>
                <a:lnTo>
                  <a:pt x="1219530" y="691571"/>
                </a:lnTo>
                <a:lnTo>
                  <a:pt x="1210622" y="736278"/>
                </a:lnTo>
                <a:lnTo>
                  <a:pt x="1198387" y="779732"/>
                </a:lnTo>
                <a:lnTo>
                  <a:pt x="1182962" y="821801"/>
                </a:lnTo>
                <a:lnTo>
                  <a:pt x="1164482" y="862350"/>
                </a:lnTo>
                <a:lnTo>
                  <a:pt x="1143084" y="901248"/>
                </a:lnTo>
                <a:lnTo>
                  <a:pt x="1118904" y="938361"/>
                </a:lnTo>
                <a:lnTo>
                  <a:pt x="1092079" y="973556"/>
                </a:lnTo>
                <a:lnTo>
                  <a:pt x="1062744" y="1006699"/>
                </a:lnTo>
                <a:lnTo>
                  <a:pt x="1031036" y="1037659"/>
                </a:lnTo>
                <a:lnTo>
                  <a:pt x="997091" y="1066302"/>
                </a:lnTo>
                <a:lnTo>
                  <a:pt x="961045" y="1092494"/>
                </a:lnTo>
                <a:lnTo>
                  <a:pt x="923036" y="1116104"/>
                </a:lnTo>
                <a:lnTo>
                  <a:pt x="883197" y="1136997"/>
                </a:lnTo>
                <a:lnTo>
                  <a:pt x="841668" y="1155041"/>
                </a:lnTo>
                <a:lnTo>
                  <a:pt x="798582" y="1170102"/>
                </a:lnTo>
                <a:lnTo>
                  <a:pt x="754077" y="1182048"/>
                </a:lnTo>
                <a:lnTo>
                  <a:pt x="708289" y="1190746"/>
                </a:lnTo>
                <a:lnTo>
                  <a:pt x="661355" y="1196062"/>
                </a:lnTo>
                <a:lnTo>
                  <a:pt x="613409" y="1197864"/>
                </a:lnTo>
                <a:lnTo>
                  <a:pt x="565464" y="1196062"/>
                </a:lnTo>
                <a:lnTo>
                  <a:pt x="518530" y="1190746"/>
                </a:lnTo>
                <a:lnTo>
                  <a:pt x="472742" y="1182048"/>
                </a:lnTo>
                <a:lnTo>
                  <a:pt x="428237" y="1170102"/>
                </a:lnTo>
                <a:lnTo>
                  <a:pt x="385151" y="1155041"/>
                </a:lnTo>
                <a:lnTo>
                  <a:pt x="343622" y="1136997"/>
                </a:lnTo>
                <a:lnTo>
                  <a:pt x="303783" y="1116104"/>
                </a:lnTo>
                <a:lnTo>
                  <a:pt x="265774" y="1092494"/>
                </a:lnTo>
                <a:lnTo>
                  <a:pt x="229728" y="1066302"/>
                </a:lnTo>
                <a:lnTo>
                  <a:pt x="195783" y="1037659"/>
                </a:lnTo>
                <a:lnTo>
                  <a:pt x="164075" y="1006699"/>
                </a:lnTo>
                <a:lnTo>
                  <a:pt x="134740" y="973556"/>
                </a:lnTo>
                <a:lnTo>
                  <a:pt x="107915" y="938361"/>
                </a:lnTo>
                <a:lnTo>
                  <a:pt x="83735" y="901248"/>
                </a:lnTo>
                <a:lnTo>
                  <a:pt x="62337" y="862350"/>
                </a:lnTo>
                <a:lnTo>
                  <a:pt x="43857" y="821801"/>
                </a:lnTo>
                <a:lnTo>
                  <a:pt x="28432" y="779732"/>
                </a:lnTo>
                <a:lnTo>
                  <a:pt x="16197" y="736278"/>
                </a:lnTo>
                <a:lnTo>
                  <a:pt x="7289" y="691571"/>
                </a:lnTo>
                <a:lnTo>
                  <a:pt x="1845" y="645745"/>
                </a:lnTo>
                <a:lnTo>
                  <a:pt x="0" y="598932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68897" y="4731765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华文新魏"/>
                <a:cs typeface="华文新魏"/>
              </a:rPr>
              <a:t>变更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1190" y="4290821"/>
            <a:ext cx="1405255" cy="1382395"/>
          </a:xfrm>
          <a:custGeom>
            <a:avLst/>
            <a:gdLst/>
            <a:ahLst/>
            <a:cxnLst/>
            <a:rect l="l" t="t" r="r" b="b"/>
            <a:pathLst>
              <a:path w="1405254" h="1382395">
                <a:moveTo>
                  <a:pt x="0" y="691133"/>
                </a:moveTo>
                <a:lnTo>
                  <a:pt x="1620" y="643807"/>
                </a:lnTo>
                <a:lnTo>
                  <a:pt x="6414" y="597338"/>
                </a:lnTo>
                <a:lnTo>
                  <a:pt x="14274" y="551829"/>
                </a:lnTo>
                <a:lnTo>
                  <a:pt x="25098" y="507382"/>
                </a:lnTo>
                <a:lnTo>
                  <a:pt x="38780" y="464101"/>
                </a:lnTo>
                <a:lnTo>
                  <a:pt x="55215" y="422088"/>
                </a:lnTo>
                <a:lnTo>
                  <a:pt x="74299" y="381446"/>
                </a:lnTo>
                <a:lnTo>
                  <a:pt x="95927" y="342279"/>
                </a:lnTo>
                <a:lnTo>
                  <a:pt x="119994" y="304688"/>
                </a:lnTo>
                <a:lnTo>
                  <a:pt x="146397" y="268777"/>
                </a:lnTo>
                <a:lnTo>
                  <a:pt x="175029" y="234649"/>
                </a:lnTo>
                <a:lnTo>
                  <a:pt x="205787" y="202406"/>
                </a:lnTo>
                <a:lnTo>
                  <a:pt x="238566" y="172151"/>
                </a:lnTo>
                <a:lnTo>
                  <a:pt x="273261" y="143988"/>
                </a:lnTo>
                <a:lnTo>
                  <a:pt x="309767" y="118019"/>
                </a:lnTo>
                <a:lnTo>
                  <a:pt x="347980" y="94346"/>
                </a:lnTo>
                <a:lnTo>
                  <a:pt x="387794" y="73074"/>
                </a:lnTo>
                <a:lnTo>
                  <a:pt x="429107" y="54304"/>
                </a:lnTo>
                <a:lnTo>
                  <a:pt x="471812" y="38139"/>
                </a:lnTo>
                <a:lnTo>
                  <a:pt x="515805" y="24683"/>
                </a:lnTo>
                <a:lnTo>
                  <a:pt x="560981" y="14038"/>
                </a:lnTo>
                <a:lnTo>
                  <a:pt x="607236" y="6308"/>
                </a:lnTo>
                <a:lnTo>
                  <a:pt x="654465" y="1594"/>
                </a:lnTo>
                <a:lnTo>
                  <a:pt x="702563" y="0"/>
                </a:lnTo>
                <a:lnTo>
                  <a:pt x="750662" y="1594"/>
                </a:lnTo>
                <a:lnTo>
                  <a:pt x="797891" y="6308"/>
                </a:lnTo>
                <a:lnTo>
                  <a:pt x="844146" y="14038"/>
                </a:lnTo>
                <a:lnTo>
                  <a:pt x="889322" y="24683"/>
                </a:lnTo>
                <a:lnTo>
                  <a:pt x="933315" y="38139"/>
                </a:lnTo>
                <a:lnTo>
                  <a:pt x="976020" y="54304"/>
                </a:lnTo>
                <a:lnTo>
                  <a:pt x="1017333" y="73074"/>
                </a:lnTo>
                <a:lnTo>
                  <a:pt x="1057148" y="94346"/>
                </a:lnTo>
                <a:lnTo>
                  <a:pt x="1095360" y="118019"/>
                </a:lnTo>
                <a:lnTo>
                  <a:pt x="1131866" y="143988"/>
                </a:lnTo>
                <a:lnTo>
                  <a:pt x="1166561" y="172151"/>
                </a:lnTo>
                <a:lnTo>
                  <a:pt x="1199340" y="202406"/>
                </a:lnTo>
                <a:lnTo>
                  <a:pt x="1230098" y="234649"/>
                </a:lnTo>
                <a:lnTo>
                  <a:pt x="1258730" y="268777"/>
                </a:lnTo>
                <a:lnTo>
                  <a:pt x="1285133" y="304688"/>
                </a:lnTo>
                <a:lnTo>
                  <a:pt x="1309200" y="342279"/>
                </a:lnTo>
                <a:lnTo>
                  <a:pt x="1330828" y="381446"/>
                </a:lnTo>
                <a:lnTo>
                  <a:pt x="1349912" y="422088"/>
                </a:lnTo>
                <a:lnTo>
                  <a:pt x="1366347" y="464101"/>
                </a:lnTo>
                <a:lnTo>
                  <a:pt x="1380029" y="507382"/>
                </a:lnTo>
                <a:lnTo>
                  <a:pt x="1390853" y="551829"/>
                </a:lnTo>
                <a:lnTo>
                  <a:pt x="1398713" y="597338"/>
                </a:lnTo>
                <a:lnTo>
                  <a:pt x="1403507" y="643807"/>
                </a:lnTo>
                <a:lnTo>
                  <a:pt x="1405128" y="691133"/>
                </a:lnTo>
                <a:lnTo>
                  <a:pt x="1403507" y="738460"/>
                </a:lnTo>
                <a:lnTo>
                  <a:pt x="1398713" y="784929"/>
                </a:lnTo>
                <a:lnTo>
                  <a:pt x="1390853" y="830438"/>
                </a:lnTo>
                <a:lnTo>
                  <a:pt x="1380029" y="874885"/>
                </a:lnTo>
                <a:lnTo>
                  <a:pt x="1366347" y="918166"/>
                </a:lnTo>
                <a:lnTo>
                  <a:pt x="1349912" y="960179"/>
                </a:lnTo>
                <a:lnTo>
                  <a:pt x="1330828" y="1000821"/>
                </a:lnTo>
                <a:lnTo>
                  <a:pt x="1309200" y="1039988"/>
                </a:lnTo>
                <a:lnTo>
                  <a:pt x="1285133" y="1077579"/>
                </a:lnTo>
                <a:lnTo>
                  <a:pt x="1258730" y="1113490"/>
                </a:lnTo>
                <a:lnTo>
                  <a:pt x="1230098" y="1147618"/>
                </a:lnTo>
                <a:lnTo>
                  <a:pt x="1199340" y="1179861"/>
                </a:lnTo>
                <a:lnTo>
                  <a:pt x="1166561" y="1210116"/>
                </a:lnTo>
                <a:lnTo>
                  <a:pt x="1131866" y="1238279"/>
                </a:lnTo>
                <a:lnTo>
                  <a:pt x="1095360" y="1264248"/>
                </a:lnTo>
                <a:lnTo>
                  <a:pt x="1057148" y="1287921"/>
                </a:lnTo>
                <a:lnTo>
                  <a:pt x="1017333" y="1309193"/>
                </a:lnTo>
                <a:lnTo>
                  <a:pt x="976020" y="1327963"/>
                </a:lnTo>
                <a:lnTo>
                  <a:pt x="933315" y="1344128"/>
                </a:lnTo>
                <a:lnTo>
                  <a:pt x="889322" y="1357584"/>
                </a:lnTo>
                <a:lnTo>
                  <a:pt x="844146" y="1368229"/>
                </a:lnTo>
                <a:lnTo>
                  <a:pt x="797891" y="1375959"/>
                </a:lnTo>
                <a:lnTo>
                  <a:pt x="750662" y="1380673"/>
                </a:lnTo>
                <a:lnTo>
                  <a:pt x="702563" y="1382267"/>
                </a:lnTo>
                <a:lnTo>
                  <a:pt x="654465" y="1380673"/>
                </a:lnTo>
                <a:lnTo>
                  <a:pt x="607236" y="1375959"/>
                </a:lnTo>
                <a:lnTo>
                  <a:pt x="560981" y="1368229"/>
                </a:lnTo>
                <a:lnTo>
                  <a:pt x="515805" y="1357584"/>
                </a:lnTo>
                <a:lnTo>
                  <a:pt x="471812" y="1344128"/>
                </a:lnTo>
                <a:lnTo>
                  <a:pt x="429107" y="1327963"/>
                </a:lnTo>
                <a:lnTo>
                  <a:pt x="387794" y="1309193"/>
                </a:lnTo>
                <a:lnTo>
                  <a:pt x="347980" y="1287921"/>
                </a:lnTo>
                <a:lnTo>
                  <a:pt x="309767" y="1264248"/>
                </a:lnTo>
                <a:lnTo>
                  <a:pt x="273261" y="1238279"/>
                </a:lnTo>
                <a:lnTo>
                  <a:pt x="238566" y="1210116"/>
                </a:lnTo>
                <a:lnTo>
                  <a:pt x="205787" y="1179861"/>
                </a:lnTo>
                <a:lnTo>
                  <a:pt x="175029" y="1147618"/>
                </a:lnTo>
                <a:lnTo>
                  <a:pt x="146397" y="1113490"/>
                </a:lnTo>
                <a:lnTo>
                  <a:pt x="119994" y="1077579"/>
                </a:lnTo>
                <a:lnTo>
                  <a:pt x="95927" y="1039988"/>
                </a:lnTo>
                <a:lnTo>
                  <a:pt x="74299" y="1000821"/>
                </a:lnTo>
                <a:lnTo>
                  <a:pt x="55215" y="960179"/>
                </a:lnTo>
                <a:lnTo>
                  <a:pt x="38780" y="918166"/>
                </a:lnTo>
                <a:lnTo>
                  <a:pt x="25098" y="874885"/>
                </a:lnTo>
                <a:lnTo>
                  <a:pt x="14274" y="830438"/>
                </a:lnTo>
                <a:lnTo>
                  <a:pt x="6414" y="784929"/>
                </a:lnTo>
                <a:lnTo>
                  <a:pt x="1620" y="738460"/>
                </a:lnTo>
                <a:lnTo>
                  <a:pt x="0" y="691133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4897" y="2830829"/>
            <a:ext cx="2115820" cy="2083435"/>
          </a:xfrm>
          <a:custGeom>
            <a:avLst/>
            <a:gdLst/>
            <a:ahLst/>
            <a:cxnLst/>
            <a:rect l="l" t="t" r="r" b="b"/>
            <a:pathLst>
              <a:path w="2115820" h="2083435">
                <a:moveTo>
                  <a:pt x="0" y="1041654"/>
                </a:moveTo>
                <a:lnTo>
                  <a:pt x="1088" y="993971"/>
                </a:lnTo>
                <a:lnTo>
                  <a:pt x="4322" y="946839"/>
                </a:lnTo>
                <a:lnTo>
                  <a:pt x="9656" y="900303"/>
                </a:lnTo>
                <a:lnTo>
                  <a:pt x="17042" y="854410"/>
                </a:lnTo>
                <a:lnTo>
                  <a:pt x="26433" y="809204"/>
                </a:lnTo>
                <a:lnTo>
                  <a:pt x="37784" y="764734"/>
                </a:lnTo>
                <a:lnTo>
                  <a:pt x="51047" y="721043"/>
                </a:lnTo>
                <a:lnTo>
                  <a:pt x="66175" y="678178"/>
                </a:lnTo>
                <a:lnTo>
                  <a:pt x="83123" y="636186"/>
                </a:lnTo>
                <a:lnTo>
                  <a:pt x="101843" y="595112"/>
                </a:lnTo>
                <a:lnTo>
                  <a:pt x="122288" y="555002"/>
                </a:lnTo>
                <a:lnTo>
                  <a:pt x="144413" y="515902"/>
                </a:lnTo>
                <a:lnTo>
                  <a:pt x="168169" y="477858"/>
                </a:lnTo>
                <a:lnTo>
                  <a:pt x="193511" y="440915"/>
                </a:lnTo>
                <a:lnTo>
                  <a:pt x="220392" y="405121"/>
                </a:lnTo>
                <a:lnTo>
                  <a:pt x="248765" y="370521"/>
                </a:lnTo>
                <a:lnTo>
                  <a:pt x="278583" y="337160"/>
                </a:lnTo>
                <a:lnTo>
                  <a:pt x="309800" y="305085"/>
                </a:lnTo>
                <a:lnTo>
                  <a:pt x="342369" y="274342"/>
                </a:lnTo>
                <a:lnTo>
                  <a:pt x="376244" y="244977"/>
                </a:lnTo>
                <a:lnTo>
                  <a:pt x="411377" y="217035"/>
                </a:lnTo>
                <a:lnTo>
                  <a:pt x="447721" y="190563"/>
                </a:lnTo>
                <a:lnTo>
                  <a:pt x="485232" y="165606"/>
                </a:lnTo>
                <a:lnTo>
                  <a:pt x="523860" y="142211"/>
                </a:lnTo>
                <a:lnTo>
                  <a:pt x="563561" y="120424"/>
                </a:lnTo>
                <a:lnTo>
                  <a:pt x="604287" y="100290"/>
                </a:lnTo>
                <a:lnTo>
                  <a:pt x="645991" y="81855"/>
                </a:lnTo>
                <a:lnTo>
                  <a:pt x="688627" y="65166"/>
                </a:lnTo>
                <a:lnTo>
                  <a:pt x="732148" y="50268"/>
                </a:lnTo>
                <a:lnTo>
                  <a:pt x="776507" y="37207"/>
                </a:lnTo>
                <a:lnTo>
                  <a:pt x="821659" y="26030"/>
                </a:lnTo>
                <a:lnTo>
                  <a:pt x="867555" y="16781"/>
                </a:lnTo>
                <a:lnTo>
                  <a:pt x="914149" y="9508"/>
                </a:lnTo>
                <a:lnTo>
                  <a:pt x="961395" y="4256"/>
                </a:lnTo>
                <a:lnTo>
                  <a:pt x="1009246" y="1071"/>
                </a:lnTo>
                <a:lnTo>
                  <a:pt x="1057655" y="0"/>
                </a:lnTo>
                <a:lnTo>
                  <a:pt x="1106065" y="1071"/>
                </a:lnTo>
                <a:lnTo>
                  <a:pt x="1153916" y="4256"/>
                </a:lnTo>
                <a:lnTo>
                  <a:pt x="1201162" y="9508"/>
                </a:lnTo>
                <a:lnTo>
                  <a:pt x="1247756" y="16781"/>
                </a:lnTo>
                <a:lnTo>
                  <a:pt x="1293652" y="26030"/>
                </a:lnTo>
                <a:lnTo>
                  <a:pt x="1338804" y="37207"/>
                </a:lnTo>
                <a:lnTo>
                  <a:pt x="1383163" y="50268"/>
                </a:lnTo>
                <a:lnTo>
                  <a:pt x="1426684" y="65166"/>
                </a:lnTo>
                <a:lnTo>
                  <a:pt x="1469320" y="81855"/>
                </a:lnTo>
                <a:lnTo>
                  <a:pt x="1511024" y="100290"/>
                </a:lnTo>
                <a:lnTo>
                  <a:pt x="1551750" y="120424"/>
                </a:lnTo>
                <a:lnTo>
                  <a:pt x="1591451" y="142211"/>
                </a:lnTo>
                <a:lnTo>
                  <a:pt x="1630079" y="165606"/>
                </a:lnTo>
                <a:lnTo>
                  <a:pt x="1667590" y="190563"/>
                </a:lnTo>
                <a:lnTo>
                  <a:pt x="1703934" y="217035"/>
                </a:lnTo>
                <a:lnTo>
                  <a:pt x="1739067" y="244977"/>
                </a:lnTo>
                <a:lnTo>
                  <a:pt x="1772942" y="274342"/>
                </a:lnTo>
                <a:lnTo>
                  <a:pt x="1805511" y="305085"/>
                </a:lnTo>
                <a:lnTo>
                  <a:pt x="1836728" y="337160"/>
                </a:lnTo>
                <a:lnTo>
                  <a:pt x="1866546" y="370521"/>
                </a:lnTo>
                <a:lnTo>
                  <a:pt x="1894919" y="405121"/>
                </a:lnTo>
                <a:lnTo>
                  <a:pt x="1921800" y="440915"/>
                </a:lnTo>
                <a:lnTo>
                  <a:pt x="1947142" y="477858"/>
                </a:lnTo>
                <a:lnTo>
                  <a:pt x="1970898" y="515902"/>
                </a:lnTo>
                <a:lnTo>
                  <a:pt x="1993023" y="555002"/>
                </a:lnTo>
                <a:lnTo>
                  <a:pt x="2013468" y="595112"/>
                </a:lnTo>
                <a:lnTo>
                  <a:pt x="2032188" y="636186"/>
                </a:lnTo>
                <a:lnTo>
                  <a:pt x="2049136" y="678178"/>
                </a:lnTo>
                <a:lnTo>
                  <a:pt x="2064264" y="721043"/>
                </a:lnTo>
                <a:lnTo>
                  <a:pt x="2077527" y="764734"/>
                </a:lnTo>
                <a:lnTo>
                  <a:pt x="2088878" y="809204"/>
                </a:lnTo>
                <a:lnTo>
                  <a:pt x="2098269" y="854410"/>
                </a:lnTo>
                <a:lnTo>
                  <a:pt x="2105655" y="900303"/>
                </a:lnTo>
                <a:lnTo>
                  <a:pt x="2110989" y="946839"/>
                </a:lnTo>
                <a:lnTo>
                  <a:pt x="2114223" y="993971"/>
                </a:lnTo>
                <a:lnTo>
                  <a:pt x="2115312" y="1041654"/>
                </a:lnTo>
                <a:lnTo>
                  <a:pt x="2114223" y="1089336"/>
                </a:lnTo>
                <a:lnTo>
                  <a:pt x="2110989" y="1136468"/>
                </a:lnTo>
                <a:lnTo>
                  <a:pt x="2105655" y="1183004"/>
                </a:lnTo>
                <a:lnTo>
                  <a:pt x="2098269" y="1228897"/>
                </a:lnTo>
                <a:lnTo>
                  <a:pt x="2088878" y="1274103"/>
                </a:lnTo>
                <a:lnTo>
                  <a:pt x="2077527" y="1318573"/>
                </a:lnTo>
                <a:lnTo>
                  <a:pt x="2064264" y="1362264"/>
                </a:lnTo>
                <a:lnTo>
                  <a:pt x="2049136" y="1405129"/>
                </a:lnTo>
                <a:lnTo>
                  <a:pt x="2032188" y="1447121"/>
                </a:lnTo>
                <a:lnTo>
                  <a:pt x="2013468" y="1488195"/>
                </a:lnTo>
                <a:lnTo>
                  <a:pt x="1993023" y="1528305"/>
                </a:lnTo>
                <a:lnTo>
                  <a:pt x="1970898" y="1567405"/>
                </a:lnTo>
                <a:lnTo>
                  <a:pt x="1947142" y="1605449"/>
                </a:lnTo>
                <a:lnTo>
                  <a:pt x="1921800" y="1642392"/>
                </a:lnTo>
                <a:lnTo>
                  <a:pt x="1894919" y="1678186"/>
                </a:lnTo>
                <a:lnTo>
                  <a:pt x="1866546" y="1712786"/>
                </a:lnTo>
                <a:lnTo>
                  <a:pt x="1836728" y="1746147"/>
                </a:lnTo>
                <a:lnTo>
                  <a:pt x="1805511" y="1778222"/>
                </a:lnTo>
                <a:lnTo>
                  <a:pt x="1772942" y="1808965"/>
                </a:lnTo>
                <a:lnTo>
                  <a:pt x="1739067" y="1838330"/>
                </a:lnTo>
                <a:lnTo>
                  <a:pt x="1703934" y="1866272"/>
                </a:lnTo>
                <a:lnTo>
                  <a:pt x="1667590" y="1892744"/>
                </a:lnTo>
                <a:lnTo>
                  <a:pt x="1630079" y="1917701"/>
                </a:lnTo>
                <a:lnTo>
                  <a:pt x="1591451" y="1941096"/>
                </a:lnTo>
                <a:lnTo>
                  <a:pt x="1551750" y="1962883"/>
                </a:lnTo>
                <a:lnTo>
                  <a:pt x="1511024" y="1983017"/>
                </a:lnTo>
                <a:lnTo>
                  <a:pt x="1469320" y="2001452"/>
                </a:lnTo>
                <a:lnTo>
                  <a:pt x="1426684" y="2018141"/>
                </a:lnTo>
                <a:lnTo>
                  <a:pt x="1383163" y="2033039"/>
                </a:lnTo>
                <a:lnTo>
                  <a:pt x="1338804" y="2046100"/>
                </a:lnTo>
                <a:lnTo>
                  <a:pt x="1293652" y="2057277"/>
                </a:lnTo>
                <a:lnTo>
                  <a:pt x="1247756" y="2066526"/>
                </a:lnTo>
                <a:lnTo>
                  <a:pt x="1201162" y="2073799"/>
                </a:lnTo>
                <a:lnTo>
                  <a:pt x="1153916" y="2079051"/>
                </a:lnTo>
                <a:lnTo>
                  <a:pt x="1106065" y="2082236"/>
                </a:lnTo>
                <a:lnTo>
                  <a:pt x="1057655" y="2083308"/>
                </a:lnTo>
                <a:lnTo>
                  <a:pt x="1009246" y="2082236"/>
                </a:lnTo>
                <a:lnTo>
                  <a:pt x="961395" y="2079051"/>
                </a:lnTo>
                <a:lnTo>
                  <a:pt x="914149" y="2073799"/>
                </a:lnTo>
                <a:lnTo>
                  <a:pt x="867555" y="2066526"/>
                </a:lnTo>
                <a:lnTo>
                  <a:pt x="821659" y="2057277"/>
                </a:lnTo>
                <a:lnTo>
                  <a:pt x="776507" y="2046100"/>
                </a:lnTo>
                <a:lnTo>
                  <a:pt x="732148" y="2033039"/>
                </a:lnTo>
                <a:lnTo>
                  <a:pt x="688627" y="2018141"/>
                </a:lnTo>
                <a:lnTo>
                  <a:pt x="645991" y="2001452"/>
                </a:lnTo>
                <a:lnTo>
                  <a:pt x="604287" y="1983017"/>
                </a:lnTo>
                <a:lnTo>
                  <a:pt x="563561" y="1962883"/>
                </a:lnTo>
                <a:lnTo>
                  <a:pt x="523860" y="1941096"/>
                </a:lnTo>
                <a:lnTo>
                  <a:pt x="485232" y="1917701"/>
                </a:lnTo>
                <a:lnTo>
                  <a:pt x="447721" y="1892744"/>
                </a:lnTo>
                <a:lnTo>
                  <a:pt x="411377" y="1866272"/>
                </a:lnTo>
                <a:lnTo>
                  <a:pt x="376244" y="1838330"/>
                </a:lnTo>
                <a:lnTo>
                  <a:pt x="342369" y="1808965"/>
                </a:lnTo>
                <a:lnTo>
                  <a:pt x="309800" y="1778222"/>
                </a:lnTo>
                <a:lnTo>
                  <a:pt x="278583" y="1746147"/>
                </a:lnTo>
                <a:lnTo>
                  <a:pt x="248765" y="1712786"/>
                </a:lnTo>
                <a:lnTo>
                  <a:pt x="220392" y="1678186"/>
                </a:lnTo>
                <a:lnTo>
                  <a:pt x="193511" y="1642392"/>
                </a:lnTo>
                <a:lnTo>
                  <a:pt x="168169" y="1605449"/>
                </a:lnTo>
                <a:lnTo>
                  <a:pt x="144413" y="1567405"/>
                </a:lnTo>
                <a:lnTo>
                  <a:pt x="122288" y="1528305"/>
                </a:lnTo>
                <a:lnTo>
                  <a:pt x="101843" y="1488195"/>
                </a:lnTo>
                <a:lnTo>
                  <a:pt x="83123" y="1447121"/>
                </a:lnTo>
                <a:lnTo>
                  <a:pt x="66175" y="1405129"/>
                </a:lnTo>
                <a:lnTo>
                  <a:pt x="51047" y="1362264"/>
                </a:lnTo>
                <a:lnTo>
                  <a:pt x="37784" y="1318573"/>
                </a:lnTo>
                <a:lnTo>
                  <a:pt x="26433" y="1274103"/>
                </a:lnTo>
                <a:lnTo>
                  <a:pt x="17042" y="1228897"/>
                </a:lnTo>
                <a:lnTo>
                  <a:pt x="9656" y="1183004"/>
                </a:lnTo>
                <a:lnTo>
                  <a:pt x="4322" y="1136468"/>
                </a:lnTo>
                <a:lnTo>
                  <a:pt x="1088" y="1089336"/>
                </a:lnTo>
                <a:lnTo>
                  <a:pt x="0" y="1041654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58489" y="4481321"/>
            <a:ext cx="416559" cy="256540"/>
          </a:xfrm>
          <a:custGeom>
            <a:avLst/>
            <a:gdLst/>
            <a:ahLst/>
            <a:cxnLst/>
            <a:rect l="l" t="t" r="r" b="b"/>
            <a:pathLst>
              <a:path w="416560" h="256539">
                <a:moveTo>
                  <a:pt x="0" y="256031"/>
                </a:moveTo>
                <a:lnTo>
                  <a:pt x="416051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86861" y="4354829"/>
            <a:ext cx="414655" cy="256540"/>
          </a:xfrm>
          <a:custGeom>
            <a:avLst/>
            <a:gdLst/>
            <a:ahLst/>
            <a:cxnLst/>
            <a:rect l="l" t="t" r="r" b="b"/>
            <a:pathLst>
              <a:path w="414654" h="256539">
                <a:moveTo>
                  <a:pt x="0" y="256032"/>
                </a:moveTo>
                <a:lnTo>
                  <a:pt x="414527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46953" y="3105150"/>
            <a:ext cx="414655" cy="256540"/>
          </a:xfrm>
          <a:custGeom>
            <a:avLst/>
            <a:gdLst/>
            <a:ahLst/>
            <a:cxnLst/>
            <a:rect l="l" t="t" r="r" b="b"/>
            <a:pathLst>
              <a:path w="414654" h="256539">
                <a:moveTo>
                  <a:pt x="0" y="256032"/>
                </a:moveTo>
                <a:lnTo>
                  <a:pt x="414528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273802" y="2978657"/>
            <a:ext cx="416559" cy="256540"/>
          </a:xfrm>
          <a:custGeom>
            <a:avLst/>
            <a:gdLst/>
            <a:ahLst/>
            <a:cxnLst/>
            <a:rect l="l" t="t" r="r" b="b"/>
            <a:pathLst>
              <a:path w="416560" h="256539">
                <a:moveTo>
                  <a:pt x="0" y="256031"/>
                </a:moveTo>
                <a:lnTo>
                  <a:pt x="416051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01189" y="4493514"/>
            <a:ext cx="1228344" cy="11948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01189" y="4493514"/>
            <a:ext cx="1228725" cy="1195070"/>
          </a:xfrm>
          <a:custGeom>
            <a:avLst/>
            <a:gdLst/>
            <a:ahLst/>
            <a:cxnLst/>
            <a:rect l="l" t="t" r="r" b="b"/>
            <a:pathLst>
              <a:path w="1228725" h="1195070">
                <a:moveTo>
                  <a:pt x="0" y="597408"/>
                </a:moveTo>
                <a:lnTo>
                  <a:pt x="1847" y="550720"/>
                </a:lnTo>
                <a:lnTo>
                  <a:pt x="7299" y="505015"/>
                </a:lnTo>
                <a:lnTo>
                  <a:pt x="16219" y="460425"/>
                </a:lnTo>
                <a:lnTo>
                  <a:pt x="28471" y="417084"/>
                </a:lnTo>
                <a:lnTo>
                  <a:pt x="43917" y="375125"/>
                </a:lnTo>
                <a:lnTo>
                  <a:pt x="62421" y="334680"/>
                </a:lnTo>
                <a:lnTo>
                  <a:pt x="83848" y="295881"/>
                </a:lnTo>
                <a:lnTo>
                  <a:pt x="108060" y="258863"/>
                </a:lnTo>
                <a:lnTo>
                  <a:pt x="134920" y="223756"/>
                </a:lnTo>
                <a:lnTo>
                  <a:pt x="164293" y="190696"/>
                </a:lnTo>
                <a:lnTo>
                  <a:pt x="196042" y="159813"/>
                </a:lnTo>
                <a:lnTo>
                  <a:pt x="230030" y="131241"/>
                </a:lnTo>
                <a:lnTo>
                  <a:pt x="266121" y="105113"/>
                </a:lnTo>
                <a:lnTo>
                  <a:pt x="304179" y="81562"/>
                </a:lnTo>
                <a:lnTo>
                  <a:pt x="344066" y="60720"/>
                </a:lnTo>
                <a:lnTo>
                  <a:pt x="385646" y="42720"/>
                </a:lnTo>
                <a:lnTo>
                  <a:pt x="428784" y="27694"/>
                </a:lnTo>
                <a:lnTo>
                  <a:pt x="473341" y="15777"/>
                </a:lnTo>
                <a:lnTo>
                  <a:pt x="519183" y="7100"/>
                </a:lnTo>
                <a:lnTo>
                  <a:pt x="566172" y="1797"/>
                </a:lnTo>
                <a:lnTo>
                  <a:pt x="614172" y="0"/>
                </a:lnTo>
                <a:lnTo>
                  <a:pt x="662171" y="1797"/>
                </a:lnTo>
                <a:lnTo>
                  <a:pt x="709160" y="7100"/>
                </a:lnTo>
                <a:lnTo>
                  <a:pt x="755002" y="15777"/>
                </a:lnTo>
                <a:lnTo>
                  <a:pt x="799559" y="27694"/>
                </a:lnTo>
                <a:lnTo>
                  <a:pt x="842697" y="42720"/>
                </a:lnTo>
                <a:lnTo>
                  <a:pt x="884277" y="60720"/>
                </a:lnTo>
                <a:lnTo>
                  <a:pt x="924164" y="81562"/>
                </a:lnTo>
                <a:lnTo>
                  <a:pt x="962222" y="105113"/>
                </a:lnTo>
                <a:lnTo>
                  <a:pt x="998313" y="131241"/>
                </a:lnTo>
                <a:lnTo>
                  <a:pt x="1032301" y="159813"/>
                </a:lnTo>
                <a:lnTo>
                  <a:pt x="1064050" y="190696"/>
                </a:lnTo>
                <a:lnTo>
                  <a:pt x="1093423" y="223756"/>
                </a:lnTo>
                <a:lnTo>
                  <a:pt x="1120283" y="258863"/>
                </a:lnTo>
                <a:lnTo>
                  <a:pt x="1144495" y="295881"/>
                </a:lnTo>
                <a:lnTo>
                  <a:pt x="1165922" y="334680"/>
                </a:lnTo>
                <a:lnTo>
                  <a:pt x="1184426" y="375125"/>
                </a:lnTo>
                <a:lnTo>
                  <a:pt x="1199872" y="417084"/>
                </a:lnTo>
                <a:lnTo>
                  <a:pt x="1212124" y="460425"/>
                </a:lnTo>
                <a:lnTo>
                  <a:pt x="1221044" y="505015"/>
                </a:lnTo>
                <a:lnTo>
                  <a:pt x="1226496" y="550720"/>
                </a:lnTo>
                <a:lnTo>
                  <a:pt x="1228344" y="597408"/>
                </a:lnTo>
                <a:lnTo>
                  <a:pt x="1226496" y="644095"/>
                </a:lnTo>
                <a:lnTo>
                  <a:pt x="1221044" y="689800"/>
                </a:lnTo>
                <a:lnTo>
                  <a:pt x="1212124" y="734390"/>
                </a:lnTo>
                <a:lnTo>
                  <a:pt x="1199872" y="777731"/>
                </a:lnTo>
                <a:lnTo>
                  <a:pt x="1184426" y="819690"/>
                </a:lnTo>
                <a:lnTo>
                  <a:pt x="1165922" y="860135"/>
                </a:lnTo>
                <a:lnTo>
                  <a:pt x="1144495" y="898934"/>
                </a:lnTo>
                <a:lnTo>
                  <a:pt x="1120283" y="935952"/>
                </a:lnTo>
                <a:lnTo>
                  <a:pt x="1093423" y="971059"/>
                </a:lnTo>
                <a:lnTo>
                  <a:pt x="1064050" y="1004119"/>
                </a:lnTo>
                <a:lnTo>
                  <a:pt x="1032301" y="1035002"/>
                </a:lnTo>
                <a:lnTo>
                  <a:pt x="998313" y="1063574"/>
                </a:lnTo>
                <a:lnTo>
                  <a:pt x="962222" y="1089702"/>
                </a:lnTo>
                <a:lnTo>
                  <a:pt x="924164" y="1113253"/>
                </a:lnTo>
                <a:lnTo>
                  <a:pt x="884277" y="1134095"/>
                </a:lnTo>
                <a:lnTo>
                  <a:pt x="842697" y="1152095"/>
                </a:lnTo>
                <a:lnTo>
                  <a:pt x="799559" y="1167121"/>
                </a:lnTo>
                <a:lnTo>
                  <a:pt x="755002" y="1179038"/>
                </a:lnTo>
                <a:lnTo>
                  <a:pt x="709160" y="1187715"/>
                </a:lnTo>
                <a:lnTo>
                  <a:pt x="662171" y="1193018"/>
                </a:lnTo>
                <a:lnTo>
                  <a:pt x="614172" y="1194816"/>
                </a:lnTo>
                <a:lnTo>
                  <a:pt x="566172" y="1193018"/>
                </a:lnTo>
                <a:lnTo>
                  <a:pt x="519183" y="1187715"/>
                </a:lnTo>
                <a:lnTo>
                  <a:pt x="473341" y="1179038"/>
                </a:lnTo>
                <a:lnTo>
                  <a:pt x="428784" y="1167121"/>
                </a:lnTo>
                <a:lnTo>
                  <a:pt x="385646" y="1152095"/>
                </a:lnTo>
                <a:lnTo>
                  <a:pt x="344066" y="1134095"/>
                </a:lnTo>
                <a:lnTo>
                  <a:pt x="304179" y="1113253"/>
                </a:lnTo>
                <a:lnTo>
                  <a:pt x="266121" y="1089702"/>
                </a:lnTo>
                <a:lnTo>
                  <a:pt x="230030" y="1063574"/>
                </a:lnTo>
                <a:lnTo>
                  <a:pt x="196042" y="1035002"/>
                </a:lnTo>
                <a:lnTo>
                  <a:pt x="164293" y="1004119"/>
                </a:lnTo>
                <a:lnTo>
                  <a:pt x="134920" y="971059"/>
                </a:lnTo>
                <a:lnTo>
                  <a:pt x="108060" y="935952"/>
                </a:lnTo>
                <a:lnTo>
                  <a:pt x="83848" y="898934"/>
                </a:lnTo>
                <a:lnTo>
                  <a:pt x="62421" y="860135"/>
                </a:lnTo>
                <a:lnTo>
                  <a:pt x="43917" y="819690"/>
                </a:lnTo>
                <a:lnTo>
                  <a:pt x="28471" y="777731"/>
                </a:lnTo>
                <a:lnTo>
                  <a:pt x="16219" y="734390"/>
                </a:lnTo>
                <a:lnTo>
                  <a:pt x="7299" y="689800"/>
                </a:lnTo>
                <a:lnTo>
                  <a:pt x="1847" y="644095"/>
                </a:lnTo>
                <a:lnTo>
                  <a:pt x="0" y="597408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28825" y="4891785"/>
            <a:ext cx="10464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10" dirty="0">
                <a:solidFill>
                  <a:srgbClr val="FFFFFF"/>
                </a:solidFill>
                <a:latin typeface="华文新魏"/>
                <a:cs typeface="华文新魏"/>
              </a:rPr>
              <a:t>渐近</a:t>
            </a:r>
            <a:r>
              <a:rPr sz="2000" b="1" dirty="0">
                <a:solidFill>
                  <a:srgbClr val="FFFFFF"/>
                </a:solidFill>
                <a:latin typeface="华文新魏"/>
                <a:cs typeface="华文新魏"/>
              </a:rPr>
              <a:t>明细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14322" y="4394453"/>
            <a:ext cx="1403985" cy="1382395"/>
          </a:xfrm>
          <a:custGeom>
            <a:avLst/>
            <a:gdLst/>
            <a:ahLst/>
            <a:cxnLst/>
            <a:rect l="l" t="t" r="r" b="b"/>
            <a:pathLst>
              <a:path w="1403985" h="1382395">
                <a:moveTo>
                  <a:pt x="0" y="691134"/>
                </a:moveTo>
                <a:lnTo>
                  <a:pt x="1619" y="643807"/>
                </a:lnTo>
                <a:lnTo>
                  <a:pt x="6406" y="597338"/>
                </a:lnTo>
                <a:lnTo>
                  <a:pt x="14257" y="551829"/>
                </a:lnTo>
                <a:lnTo>
                  <a:pt x="25068" y="507382"/>
                </a:lnTo>
                <a:lnTo>
                  <a:pt x="38733" y="464101"/>
                </a:lnTo>
                <a:lnTo>
                  <a:pt x="55149" y="422088"/>
                </a:lnTo>
                <a:lnTo>
                  <a:pt x="74211" y="381446"/>
                </a:lnTo>
                <a:lnTo>
                  <a:pt x="95814" y="342279"/>
                </a:lnTo>
                <a:lnTo>
                  <a:pt x="119854" y="304688"/>
                </a:lnTo>
                <a:lnTo>
                  <a:pt x="146226" y="268777"/>
                </a:lnTo>
                <a:lnTo>
                  <a:pt x="174826" y="234649"/>
                </a:lnTo>
                <a:lnTo>
                  <a:pt x="205549" y="202406"/>
                </a:lnTo>
                <a:lnTo>
                  <a:pt x="238291" y="172151"/>
                </a:lnTo>
                <a:lnTo>
                  <a:pt x="272947" y="143988"/>
                </a:lnTo>
                <a:lnTo>
                  <a:pt x="309413" y="118019"/>
                </a:lnTo>
                <a:lnTo>
                  <a:pt x="347584" y="94346"/>
                </a:lnTo>
                <a:lnTo>
                  <a:pt x="387356" y="73074"/>
                </a:lnTo>
                <a:lnTo>
                  <a:pt x="428624" y="54304"/>
                </a:lnTo>
                <a:lnTo>
                  <a:pt x="471284" y="38139"/>
                </a:lnTo>
                <a:lnTo>
                  <a:pt x="515231" y="24683"/>
                </a:lnTo>
                <a:lnTo>
                  <a:pt x="560361" y="14038"/>
                </a:lnTo>
                <a:lnTo>
                  <a:pt x="606569" y="6308"/>
                </a:lnTo>
                <a:lnTo>
                  <a:pt x="653751" y="1594"/>
                </a:lnTo>
                <a:lnTo>
                  <a:pt x="701801" y="0"/>
                </a:lnTo>
                <a:lnTo>
                  <a:pt x="749852" y="1594"/>
                </a:lnTo>
                <a:lnTo>
                  <a:pt x="797034" y="6308"/>
                </a:lnTo>
                <a:lnTo>
                  <a:pt x="843242" y="14038"/>
                </a:lnTo>
                <a:lnTo>
                  <a:pt x="888372" y="24683"/>
                </a:lnTo>
                <a:lnTo>
                  <a:pt x="932319" y="38139"/>
                </a:lnTo>
                <a:lnTo>
                  <a:pt x="974978" y="54304"/>
                </a:lnTo>
                <a:lnTo>
                  <a:pt x="1016247" y="73074"/>
                </a:lnTo>
                <a:lnTo>
                  <a:pt x="1056019" y="94346"/>
                </a:lnTo>
                <a:lnTo>
                  <a:pt x="1094190" y="118019"/>
                </a:lnTo>
                <a:lnTo>
                  <a:pt x="1130656" y="143988"/>
                </a:lnTo>
                <a:lnTo>
                  <a:pt x="1165312" y="172151"/>
                </a:lnTo>
                <a:lnTo>
                  <a:pt x="1198054" y="202406"/>
                </a:lnTo>
                <a:lnTo>
                  <a:pt x="1228777" y="234649"/>
                </a:lnTo>
                <a:lnTo>
                  <a:pt x="1257377" y="268777"/>
                </a:lnTo>
                <a:lnTo>
                  <a:pt x="1283749" y="304688"/>
                </a:lnTo>
                <a:lnTo>
                  <a:pt x="1307789" y="342279"/>
                </a:lnTo>
                <a:lnTo>
                  <a:pt x="1329392" y="381446"/>
                </a:lnTo>
                <a:lnTo>
                  <a:pt x="1348454" y="422088"/>
                </a:lnTo>
                <a:lnTo>
                  <a:pt x="1364870" y="464101"/>
                </a:lnTo>
                <a:lnTo>
                  <a:pt x="1378535" y="507382"/>
                </a:lnTo>
                <a:lnTo>
                  <a:pt x="1389346" y="551829"/>
                </a:lnTo>
                <a:lnTo>
                  <a:pt x="1397197" y="597338"/>
                </a:lnTo>
                <a:lnTo>
                  <a:pt x="1401984" y="643807"/>
                </a:lnTo>
                <a:lnTo>
                  <a:pt x="1403603" y="691134"/>
                </a:lnTo>
                <a:lnTo>
                  <a:pt x="1401984" y="738460"/>
                </a:lnTo>
                <a:lnTo>
                  <a:pt x="1397197" y="784929"/>
                </a:lnTo>
                <a:lnTo>
                  <a:pt x="1389346" y="830438"/>
                </a:lnTo>
                <a:lnTo>
                  <a:pt x="1378535" y="874885"/>
                </a:lnTo>
                <a:lnTo>
                  <a:pt x="1364870" y="918166"/>
                </a:lnTo>
                <a:lnTo>
                  <a:pt x="1348454" y="960179"/>
                </a:lnTo>
                <a:lnTo>
                  <a:pt x="1329392" y="1000821"/>
                </a:lnTo>
                <a:lnTo>
                  <a:pt x="1307789" y="1039988"/>
                </a:lnTo>
                <a:lnTo>
                  <a:pt x="1283749" y="1077579"/>
                </a:lnTo>
                <a:lnTo>
                  <a:pt x="1257377" y="1113490"/>
                </a:lnTo>
                <a:lnTo>
                  <a:pt x="1228777" y="1147618"/>
                </a:lnTo>
                <a:lnTo>
                  <a:pt x="1198054" y="1179861"/>
                </a:lnTo>
                <a:lnTo>
                  <a:pt x="1165312" y="1210116"/>
                </a:lnTo>
                <a:lnTo>
                  <a:pt x="1130656" y="1238279"/>
                </a:lnTo>
                <a:lnTo>
                  <a:pt x="1094190" y="1264248"/>
                </a:lnTo>
                <a:lnTo>
                  <a:pt x="1056019" y="1287921"/>
                </a:lnTo>
                <a:lnTo>
                  <a:pt x="1016247" y="1309193"/>
                </a:lnTo>
                <a:lnTo>
                  <a:pt x="974978" y="1327963"/>
                </a:lnTo>
                <a:lnTo>
                  <a:pt x="932319" y="1344128"/>
                </a:lnTo>
                <a:lnTo>
                  <a:pt x="888372" y="1357584"/>
                </a:lnTo>
                <a:lnTo>
                  <a:pt x="843242" y="1368229"/>
                </a:lnTo>
                <a:lnTo>
                  <a:pt x="797034" y="1375959"/>
                </a:lnTo>
                <a:lnTo>
                  <a:pt x="749852" y="1380673"/>
                </a:lnTo>
                <a:lnTo>
                  <a:pt x="701801" y="1382268"/>
                </a:lnTo>
                <a:lnTo>
                  <a:pt x="653751" y="1380673"/>
                </a:lnTo>
                <a:lnTo>
                  <a:pt x="606569" y="1375959"/>
                </a:lnTo>
                <a:lnTo>
                  <a:pt x="560361" y="1368229"/>
                </a:lnTo>
                <a:lnTo>
                  <a:pt x="515231" y="1357584"/>
                </a:lnTo>
                <a:lnTo>
                  <a:pt x="471284" y="1344128"/>
                </a:lnTo>
                <a:lnTo>
                  <a:pt x="428625" y="1327963"/>
                </a:lnTo>
                <a:lnTo>
                  <a:pt x="387356" y="1309193"/>
                </a:lnTo>
                <a:lnTo>
                  <a:pt x="347584" y="1287921"/>
                </a:lnTo>
                <a:lnTo>
                  <a:pt x="309413" y="1264248"/>
                </a:lnTo>
                <a:lnTo>
                  <a:pt x="272947" y="1238279"/>
                </a:lnTo>
                <a:lnTo>
                  <a:pt x="238291" y="1210116"/>
                </a:lnTo>
                <a:lnTo>
                  <a:pt x="205549" y="1179861"/>
                </a:lnTo>
                <a:lnTo>
                  <a:pt x="174826" y="1147618"/>
                </a:lnTo>
                <a:lnTo>
                  <a:pt x="146226" y="1113490"/>
                </a:lnTo>
                <a:lnTo>
                  <a:pt x="119854" y="1077579"/>
                </a:lnTo>
                <a:lnTo>
                  <a:pt x="95814" y="1039988"/>
                </a:lnTo>
                <a:lnTo>
                  <a:pt x="74211" y="1000821"/>
                </a:lnTo>
                <a:lnTo>
                  <a:pt x="55149" y="960179"/>
                </a:lnTo>
                <a:lnTo>
                  <a:pt x="38733" y="918166"/>
                </a:lnTo>
                <a:lnTo>
                  <a:pt x="25068" y="874885"/>
                </a:lnTo>
                <a:lnTo>
                  <a:pt x="14257" y="830438"/>
                </a:lnTo>
                <a:lnTo>
                  <a:pt x="6406" y="784929"/>
                </a:lnTo>
                <a:lnTo>
                  <a:pt x="1619" y="738460"/>
                </a:lnTo>
                <a:lnTo>
                  <a:pt x="0" y="691134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52422" y="2090166"/>
            <a:ext cx="1226820" cy="11948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52422" y="2090166"/>
            <a:ext cx="1226820" cy="1195070"/>
          </a:xfrm>
          <a:custGeom>
            <a:avLst/>
            <a:gdLst/>
            <a:ahLst/>
            <a:cxnLst/>
            <a:rect l="l" t="t" r="r" b="b"/>
            <a:pathLst>
              <a:path w="1226820" h="1195070">
                <a:moveTo>
                  <a:pt x="0" y="597408"/>
                </a:moveTo>
                <a:lnTo>
                  <a:pt x="1845" y="550720"/>
                </a:lnTo>
                <a:lnTo>
                  <a:pt x="7289" y="505015"/>
                </a:lnTo>
                <a:lnTo>
                  <a:pt x="16197" y="460425"/>
                </a:lnTo>
                <a:lnTo>
                  <a:pt x="28432" y="417084"/>
                </a:lnTo>
                <a:lnTo>
                  <a:pt x="43857" y="375125"/>
                </a:lnTo>
                <a:lnTo>
                  <a:pt x="62337" y="334680"/>
                </a:lnTo>
                <a:lnTo>
                  <a:pt x="83735" y="295881"/>
                </a:lnTo>
                <a:lnTo>
                  <a:pt x="107915" y="258863"/>
                </a:lnTo>
                <a:lnTo>
                  <a:pt x="134740" y="223756"/>
                </a:lnTo>
                <a:lnTo>
                  <a:pt x="164075" y="190696"/>
                </a:lnTo>
                <a:lnTo>
                  <a:pt x="195783" y="159813"/>
                </a:lnTo>
                <a:lnTo>
                  <a:pt x="229728" y="131241"/>
                </a:lnTo>
                <a:lnTo>
                  <a:pt x="265774" y="105113"/>
                </a:lnTo>
                <a:lnTo>
                  <a:pt x="303783" y="81562"/>
                </a:lnTo>
                <a:lnTo>
                  <a:pt x="343622" y="60720"/>
                </a:lnTo>
                <a:lnTo>
                  <a:pt x="385151" y="42720"/>
                </a:lnTo>
                <a:lnTo>
                  <a:pt x="428237" y="27694"/>
                </a:lnTo>
                <a:lnTo>
                  <a:pt x="472742" y="15777"/>
                </a:lnTo>
                <a:lnTo>
                  <a:pt x="518530" y="7100"/>
                </a:lnTo>
                <a:lnTo>
                  <a:pt x="565464" y="1797"/>
                </a:lnTo>
                <a:lnTo>
                  <a:pt x="613409" y="0"/>
                </a:lnTo>
                <a:lnTo>
                  <a:pt x="661355" y="1797"/>
                </a:lnTo>
                <a:lnTo>
                  <a:pt x="708289" y="7100"/>
                </a:lnTo>
                <a:lnTo>
                  <a:pt x="754077" y="15777"/>
                </a:lnTo>
                <a:lnTo>
                  <a:pt x="798582" y="27694"/>
                </a:lnTo>
                <a:lnTo>
                  <a:pt x="841668" y="42720"/>
                </a:lnTo>
                <a:lnTo>
                  <a:pt x="883197" y="60720"/>
                </a:lnTo>
                <a:lnTo>
                  <a:pt x="923036" y="81562"/>
                </a:lnTo>
                <a:lnTo>
                  <a:pt x="961045" y="105113"/>
                </a:lnTo>
                <a:lnTo>
                  <a:pt x="997091" y="131241"/>
                </a:lnTo>
                <a:lnTo>
                  <a:pt x="1031036" y="159813"/>
                </a:lnTo>
                <a:lnTo>
                  <a:pt x="1062744" y="190696"/>
                </a:lnTo>
                <a:lnTo>
                  <a:pt x="1092079" y="223756"/>
                </a:lnTo>
                <a:lnTo>
                  <a:pt x="1118904" y="258863"/>
                </a:lnTo>
                <a:lnTo>
                  <a:pt x="1143084" y="295881"/>
                </a:lnTo>
                <a:lnTo>
                  <a:pt x="1164482" y="334680"/>
                </a:lnTo>
                <a:lnTo>
                  <a:pt x="1182962" y="375125"/>
                </a:lnTo>
                <a:lnTo>
                  <a:pt x="1198387" y="417084"/>
                </a:lnTo>
                <a:lnTo>
                  <a:pt x="1210622" y="460425"/>
                </a:lnTo>
                <a:lnTo>
                  <a:pt x="1219530" y="505015"/>
                </a:lnTo>
                <a:lnTo>
                  <a:pt x="1224974" y="550720"/>
                </a:lnTo>
                <a:lnTo>
                  <a:pt x="1226820" y="597408"/>
                </a:lnTo>
                <a:lnTo>
                  <a:pt x="1224974" y="644095"/>
                </a:lnTo>
                <a:lnTo>
                  <a:pt x="1219530" y="689800"/>
                </a:lnTo>
                <a:lnTo>
                  <a:pt x="1210622" y="734390"/>
                </a:lnTo>
                <a:lnTo>
                  <a:pt x="1198387" y="777731"/>
                </a:lnTo>
                <a:lnTo>
                  <a:pt x="1182962" y="819690"/>
                </a:lnTo>
                <a:lnTo>
                  <a:pt x="1164482" y="860135"/>
                </a:lnTo>
                <a:lnTo>
                  <a:pt x="1143084" y="898934"/>
                </a:lnTo>
                <a:lnTo>
                  <a:pt x="1118904" y="935952"/>
                </a:lnTo>
                <a:lnTo>
                  <a:pt x="1092079" y="971059"/>
                </a:lnTo>
                <a:lnTo>
                  <a:pt x="1062744" y="1004119"/>
                </a:lnTo>
                <a:lnTo>
                  <a:pt x="1031036" y="1035002"/>
                </a:lnTo>
                <a:lnTo>
                  <a:pt x="997091" y="1063574"/>
                </a:lnTo>
                <a:lnTo>
                  <a:pt x="961045" y="1089702"/>
                </a:lnTo>
                <a:lnTo>
                  <a:pt x="923035" y="1113253"/>
                </a:lnTo>
                <a:lnTo>
                  <a:pt x="883197" y="1134095"/>
                </a:lnTo>
                <a:lnTo>
                  <a:pt x="841668" y="1152095"/>
                </a:lnTo>
                <a:lnTo>
                  <a:pt x="798582" y="1167121"/>
                </a:lnTo>
                <a:lnTo>
                  <a:pt x="754077" y="1179038"/>
                </a:lnTo>
                <a:lnTo>
                  <a:pt x="708289" y="1187715"/>
                </a:lnTo>
                <a:lnTo>
                  <a:pt x="661355" y="1193018"/>
                </a:lnTo>
                <a:lnTo>
                  <a:pt x="613409" y="1194816"/>
                </a:lnTo>
                <a:lnTo>
                  <a:pt x="565464" y="1193018"/>
                </a:lnTo>
                <a:lnTo>
                  <a:pt x="518530" y="1187715"/>
                </a:lnTo>
                <a:lnTo>
                  <a:pt x="472742" y="1179038"/>
                </a:lnTo>
                <a:lnTo>
                  <a:pt x="428237" y="1167121"/>
                </a:lnTo>
                <a:lnTo>
                  <a:pt x="385151" y="1152095"/>
                </a:lnTo>
                <a:lnTo>
                  <a:pt x="343622" y="1134095"/>
                </a:lnTo>
                <a:lnTo>
                  <a:pt x="303783" y="1113253"/>
                </a:lnTo>
                <a:lnTo>
                  <a:pt x="265774" y="1089702"/>
                </a:lnTo>
                <a:lnTo>
                  <a:pt x="229728" y="1063574"/>
                </a:lnTo>
                <a:lnTo>
                  <a:pt x="195783" y="1035002"/>
                </a:lnTo>
                <a:lnTo>
                  <a:pt x="164075" y="1004119"/>
                </a:lnTo>
                <a:lnTo>
                  <a:pt x="134740" y="971059"/>
                </a:lnTo>
                <a:lnTo>
                  <a:pt x="107915" y="935952"/>
                </a:lnTo>
                <a:lnTo>
                  <a:pt x="83735" y="898934"/>
                </a:lnTo>
                <a:lnTo>
                  <a:pt x="62337" y="860135"/>
                </a:lnTo>
                <a:lnTo>
                  <a:pt x="43857" y="819690"/>
                </a:lnTo>
                <a:lnTo>
                  <a:pt x="28432" y="777731"/>
                </a:lnTo>
                <a:lnTo>
                  <a:pt x="16197" y="734390"/>
                </a:lnTo>
                <a:lnTo>
                  <a:pt x="7289" y="689800"/>
                </a:lnTo>
                <a:lnTo>
                  <a:pt x="1845" y="644095"/>
                </a:lnTo>
                <a:lnTo>
                  <a:pt x="0" y="597408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931670" y="2493645"/>
            <a:ext cx="1046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solidFill>
                  <a:srgbClr val="FFFFFF"/>
                </a:solidFill>
                <a:latin typeface="华文新魏"/>
                <a:cs typeface="华文新魏"/>
              </a:rPr>
              <a:t>逻辑</a:t>
            </a:r>
            <a:r>
              <a:rPr sz="2000" b="1" dirty="0">
                <a:solidFill>
                  <a:srgbClr val="FFFFFF"/>
                </a:solidFill>
                <a:latin typeface="华文新魏"/>
                <a:cs typeface="华文新魏"/>
              </a:rPr>
              <a:t>实体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64029" y="1989582"/>
            <a:ext cx="1407160" cy="1382395"/>
          </a:xfrm>
          <a:custGeom>
            <a:avLst/>
            <a:gdLst/>
            <a:ahLst/>
            <a:cxnLst/>
            <a:rect l="l" t="t" r="r" b="b"/>
            <a:pathLst>
              <a:path w="1407160" h="1382395">
                <a:moveTo>
                  <a:pt x="0" y="691133"/>
                </a:moveTo>
                <a:lnTo>
                  <a:pt x="1622" y="643807"/>
                </a:lnTo>
                <a:lnTo>
                  <a:pt x="6419" y="597338"/>
                </a:lnTo>
                <a:lnTo>
                  <a:pt x="14286" y="551829"/>
                </a:lnTo>
                <a:lnTo>
                  <a:pt x="25119" y="507382"/>
                </a:lnTo>
                <a:lnTo>
                  <a:pt x="38813" y="464101"/>
                </a:lnTo>
                <a:lnTo>
                  <a:pt x="55262" y="422088"/>
                </a:lnTo>
                <a:lnTo>
                  <a:pt x="74364" y="381446"/>
                </a:lnTo>
                <a:lnTo>
                  <a:pt x="96012" y="342279"/>
                </a:lnTo>
                <a:lnTo>
                  <a:pt x="120102" y="304688"/>
                </a:lnTo>
                <a:lnTo>
                  <a:pt x="146529" y="268777"/>
                </a:lnTo>
                <a:lnTo>
                  <a:pt x="175189" y="234649"/>
                </a:lnTo>
                <a:lnTo>
                  <a:pt x="205978" y="202406"/>
                </a:lnTo>
                <a:lnTo>
                  <a:pt x="238789" y="172151"/>
                </a:lnTo>
                <a:lnTo>
                  <a:pt x="273520" y="143988"/>
                </a:lnTo>
                <a:lnTo>
                  <a:pt x="310064" y="118019"/>
                </a:lnTo>
                <a:lnTo>
                  <a:pt x="348318" y="94346"/>
                </a:lnTo>
                <a:lnTo>
                  <a:pt x="388177" y="73074"/>
                </a:lnTo>
                <a:lnTo>
                  <a:pt x="429535" y="54304"/>
                </a:lnTo>
                <a:lnTo>
                  <a:pt x="472289" y="38139"/>
                </a:lnTo>
                <a:lnTo>
                  <a:pt x="516334" y="24683"/>
                </a:lnTo>
                <a:lnTo>
                  <a:pt x="561564" y="14038"/>
                </a:lnTo>
                <a:lnTo>
                  <a:pt x="607876" y="6308"/>
                </a:lnTo>
                <a:lnTo>
                  <a:pt x="655165" y="1594"/>
                </a:lnTo>
                <a:lnTo>
                  <a:pt x="703326" y="0"/>
                </a:lnTo>
                <a:lnTo>
                  <a:pt x="751486" y="1594"/>
                </a:lnTo>
                <a:lnTo>
                  <a:pt x="798775" y="6308"/>
                </a:lnTo>
                <a:lnTo>
                  <a:pt x="845087" y="14038"/>
                </a:lnTo>
                <a:lnTo>
                  <a:pt x="890317" y="24683"/>
                </a:lnTo>
                <a:lnTo>
                  <a:pt x="934362" y="38139"/>
                </a:lnTo>
                <a:lnTo>
                  <a:pt x="977116" y="54304"/>
                </a:lnTo>
                <a:lnTo>
                  <a:pt x="1018474" y="73074"/>
                </a:lnTo>
                <a:lnTo>
                  <a:pt x="1058333" y="94346"/>
                </a:lnTo>
                <a:lnTo>
                  <a:pt x="1096587" y="118019"/>
                </a:lnTo>
                <a:lnTo>
                  <a:pt x="1133131" y="143988"/>
                </a:lnTo>
                <a:lnTo>
                  <a:pt x="1167862" y="172151"/>
                </a:lnTo>
                <a:lnTo>
                  <a:pt x="1200673" y="202406"/>
                </a:lnTo>
                <a:lnTo>
                  <a:pt x="1231462" y="234649"/>
                </a:lnTo>
                <a:lnTo>
                  <a:pt x="1260122" y="268777"/>
                </a:lnTo>
                <a:lnTo>
                  <a:pt x="1286549" y="304688"/>
                </a:lnTo>
                <a:lnTo>
                  <a:pt x="1310639" y="342279"/>
                </a:lnTo>
                <a:lnTo>
                  <a:pt x="1332287" y="381446"/>
                </a:lnTo>
                <a:lnTo>
                  <a:pt x="1351389" y="422088"/>
                </a:lnTo>
                <a:lnTo>
                  <a:pt x="1367838" y="464101"/>
                </a:lnTo>
                <a:lnTo>
                  <a:pt x="1381532" y="507382"/>
                </a:lnTo>
                <a:lnTo>
                  <a:pt x="1392365" y="551829"/>
                </a:lnTo>
                <a:lnTo>
                  <a:pt x="1400232" y="597338"/>
                </a:lnTo>
                <a:lnTo>
                  <a:pt x="1405029" y="643807"/>
                </a:lnTo>
                <a:lnTo>
                  <a:pt x="1406652" y="691133"/>
                </a:lnTo>
                <a:lnTo>
                  <a:pt x="1405029" y="738460"/>
                </a:lnTo>
                <a:lnTo>
                  <a:pt x="1400232" y="784929"/>
                </a:lnTo>
                <a:lnTo>
                  <a:pt x="1392365" y="830438"/>
                </a:lnTo>
                <a:lnTo>
                  <a:pt x="1381532" y="874885"/>
                </a:lnTo>
                <a:lnTo>
                  <a:pt x="1367838" y="918166"/>
                </a:lnTo>
                <a:lnTo>
                  <a:pt x="1351389" y="960179"/>
                </a:lnTo>
                <a:lnTo>
                  <a:pt x="1332287" y="1000821"/>
                </a:lnTo>
                <a:lnTo>
                  <a:pt x="1310639" y="1039988"/>
                </a:lnTo>
                <a:lnTo>
                  <a:pt x="1286549" y="1077579"/>
                </a:lnTo>
                <a:lnTo>
                  <a:pt x="1260122" y="1113490"/>
                </a:lnTo>
                <a:lnTo>
                  <a:pt x="1231462" y="1147618"/>
                </a:lnTo>
                <a:lnTo>
                  <a:pt x="1200673" y="1179861"/>
                </a:lnTo>
                <a:lnTo>
                  <a:pt x="1167862" y="1210116"/>
                </a:lnTo>
                <a:lnTo>
                  <a:pt x="1133131" y="1238279"/>
                </a:lnTo>
                <a:lnTo>
                  <a:pt x="1096587" y="1264248"/>
                </a:lnTo>
                <a:lnTo>
                  <a:pt x="1058333" y="1287921"/>
                </a:lnTo>
                <a:lnTo>
                  <a:pt x="1018474" y="1309193"/>
                </a:lnTo>
                <a:lnTo>
                  <a:pt x="977116" y="1327963"/>
                </a:lnTo>
                <a:lnTo>
                  <a:pt x="934362" y="1344128"/>
                </a:lnTo>
                <a:lnTo>
                  <a:pt x="890317" y="1357584"/>
                </a:lnTo>
                <a:lnTo>
                  <a:pt x="845087" y="1368229"/>
                </a:lnTo>
                <a:lnTo>
                  <a:pt x="798775" y="1375959"/>
                </a:lnTo>
                <a:lnTo>
                  <a:pt x="751486" y="1380673"/>
                </a:lnTo>
                <a:lnTo>
                  <a:pt x="703326" y="1382267"/>
                </a:lnTo>
                <a:lnTo>
                  <a:pt x="655165" y="1380673"/>
                </a:lnTo>
                <a:lnTo>
                  <a:pt x="607876" y="1375959"/>
                </a:lnTo>
                <a:lnTo>
                  <a:pt x="561564" y="1368229"/>
                </a:lnTo>
                <a:lnTo>
                  <a:pt x="516334" y="1357584"/>
                </a:lnTo>
                <a:lnTo>
                  <a:pt x="472289" y="1344128"/>
                </a:lnTo>
                <a:lnTo>
                  <a:pt x="429535" y="1327963"/>
                </a:lnTo>
                <a:lnTo>
                  <a:pt x="388177" y="1309193"/>
                </a:lnTo>
                <a:lnTo>
                  <a:pt x="348318" y="1287921"/>
                </a:lnTo>
                <a:lnTo>
                  <a:pt x="310064" y="1264248"/>
                </a:lnTo>
                <a:lnTo>
                  <a:pt x="273520" y="1238279"/>
                </a:lnTo>
                <a:lnTo>
                  <a:pt x="238789" y="1210116"/>
                </a:lnTo>
                <a:lnTo>
                  <a:pt x="205978" y="1179861"/>
                </a:lnTo>
                <a:lnTo>
                  <a:pt x="175189" y="1147618"/>
                </a:lnTo>
                <a:lnTo>
                  <a:pt x="146529" y="1113490"/>
                </a:lnTo>
                <a:lnTo>
                  <a:pt x="120102" y="1077579"/>
                </a:lnTo>
                <a:lnTo>
                  <a:pt x="96012" y="1039988"/>
                </a:lnTo>
                <a:lnTo>
                  <a:pt x="74364" y="1000821"/>
                </a:lnTo>
                <a:lnTo>
                  <a:pt x="55262" y="960179"/>
                </a:lnTo>
                <a:lnTo>
                  <a:pt x="38813" y="918166"/>
                </a:lnTo>
                <a:lnTo>
                  <a:pt x="25119" y="874885"/>
                </a:lnTo>
                <a:lnTo>
                  <a:pt x="14286" y="830438"/>
                </a:lnTo>
                <a:lnTo>
                  <a:pt x="6419" y="784929"/>
                </a:lnTo>
                <a:lnTo>
                  <a:pt x="1622" y="738460"/>
                </a:lnTo>
                <a:lnTo>
                  <a:pt x="0" y="691133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62477" y="3013710"/>
            <a:ext cx="480059" cy="288290"/>
          </a:xfrm>
          <a:custGeom>
            <a:avLst/>
            <a:gdLst/>
            <a:ahLst/>
            <a:cxnLst/>
            <a:rect l="l" t="t" r="r" b="b"/>
            <a:pathLst>
              <a:path w="480060" h="288289">
                <a:moveTo>
                  <a:pt x="0" y="0"/>
                </a:moveTo>
                <a:lnTo>
                  <a:pt x="480060" y="288036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89326" y="3135629"/>
            <a:ext cx="481965" cy="288290"/>
          </a:xfrm>
          <a:custGeom>
            <a:avLst/>
            <a:gdLst/>
            <a:ahLst/>
            <a:cxnLst/>
            <a:rect l="l" t="t" r="r" b="b"/>
            <a:pathLst>
              <a:path w="481964" h="288289">
                <a:moveTo>
                  <a:pt x="0" y="0"/>
                </a:moveTo>
                <a:lnTo>
                  <a:pt x="481584" y="288036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92902" y="2090166"/>
            <a:ext cx="1226820" cy="11948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92902" y="2090166"/>
            <a:ext cx="1226820" cy="1195070"/>
          </a:xfrm>
          <a:custGeom>
            <a:avLst/>
            <a:gdLst/>
            <a:ahLst/>
            <a:cxnLst/>
            <a:rect l="l" t="t" r="r" b="b"/>
            <a:pathLst>
              <a:path w="1226820" h="1195070">
                <a:moveTo>
                  <a:pt x="0" y="597408"/>
                </a:moveTo>
                <a:lnTo>
                  <a:pt x="1845" y="550720"/>
                </a:lnTo>
                <a:lnTo>
                  <a:pt x="7289" y="505015"/>
                </a:lnTo>
                <a:lnTo>
                  <a:pt x="16197" y="460425"/>
                </a:lnTo>
                <a:lnTo>
                  <a:pt x="28432" y="417084"/>
                </a:lnTo>
                <a:lnTo>
                  <a:pt x="43857" y="375125"/>
                </a:lnTo>
                <a:lnTo>
                  <a:pt x="62337" y="334680"/>
                </a:lnTo>
                <a:lnTo>
                  <a:pt x="83735" y="295881"/>
                </a:lnTo>
                <a:lnTo>
                  <a:pt x="107915" y="258863"/>
                </a:lnTo>
                <a:lnTo>
                  <a:pt x="134740" y="223756"/>
                </a:lnTo>
                <a:lnTo>
                  <a:pt x="164075" y="190696"/>
                </a:lnTo>
                <a:lnTo>
                  <a:pt x="195783" y="159813"/>
                </a:lnTo>
                <a:lnTo>
                  <a:pt x="229728" y="131241"/>
                </a:lnTo>
                <a:lnTo>
                  <a:pt x="265774" y="105113"/>
                </a:lnTo>
                <a:lnTo>
                  <a:pt x="303784" y="81562"/>
                </a:lnTo>
                <a:lnTo>
                  <a:pt x="343622" y="60720"/>
                </a:lnTo>
                <a:lnTo>
                  <a:pt x="385151" y="42720"/>
                </a:lnTo>
                <a:lnTo>
                  <a:pt x="428237" y="27694"/>
                </a:lnTo>
                <a:lnTo>
                  <a:pt x="472742" y="15777"/>
                </a:lnTo>
                <a:lnTo>
                  <a:pt x="518530" y="7100"/>
                </a:lnTo>
                <a:lnTo>
                  <a:pt x="565464" y="1797"/>
                </a:lnTo>
                <a:lnTo>
                  <a:pt x="613410" y="0"/>
                </a:lnTo>
                <a:lnTo>
                  <a:pt x="661355" y="1797"/>
                </a:lnTo>
                <a:lnTo>
                  <a:pt x="708289" y="7100"/>
                </a:lnTo>
                <a:lnTo>
                  <a:pt x="754077" y="15777"/>
                </a:lnTo>
                <a:lnTo>
                  <a:pt x="798582" y="27694"/>
                </a:lnTo>
                <a:lnTo>
                  <a:pt x="841668" y="42720"/>
                </a:lnTo>
                <a:lnTo>
                  <a:pt x="883197" y="60720"/>
                </a:lnTo>
                <a:lnTo>
                  <a:pt x="923036" y="81562"/>
                </a:lnTo>
                <a:lnTo>
                  <a:pt x="961045" y="105113"/>
                </a:lnTo>
                <a:lnTo>
                  <a:pt x="997091" y="131241"/>
                </a:lnTo>
                <a:lnTo>
                  <a:pt x="1031036" y="159813"/>
                </a:lnTo>
                <a:lnTo>
                  <a:pt x="1062744" y="190696"/>
                </a:lnTo>
                <a:lnTo>
                  <a:pt x="1092079" y="223756"/>
                </a:lnTo>
                <a:lnTo>
                  <a:pt x="1118904" y="258863"/>
                </a:lnTo>
                <a:lnTo>
                  <a:pt x="1143084" y="295881"/>
                </a:lnTo>
                <a:lnTo>
                  <a:pt x="1164482" y="334680"/>
                </a:lnTo>
                <a:lnTo>
                  <a:pt x="1182962" y="375125"/>
                </a:lnTo>
                <a:lnTo>
                  <a:pt x="1198387" y="417084"/>
                </a:lnTo>
                <a:lnTo>
                  <a:pt x="1210622" y="460425"/>
                </a:lnTo>
                <a:lnTo>
                  <a:pt x="1219530" y="505015"/>
                </a:lnTo>
                <a:lnTo>
                  <a:pt x="1224974" y="550720"/>
                </a:lnTo>
                <a:lnTo>
                  <a:pt x="1226820" y="597408"/>
                </a:lnTo>
                <a:lnTo>
                  <a:pt x="1224974" y="644095"/>
                </a:lnTo>
                <a:lnTo>
                  <a:pt x="1219530" y="689800"/>
                </a:lnTo>
                <a:lnTo>
                  <a:pt x="1210622" y="734390"/>
                </a:lnTo>
                <a:lnTo>
                  <a:pt x="1198387" y="777731"/>
                </a:lnTo>
                <a:lnTo>
                  <a:pt x="1182962" y="819690"/>
                </a:lnTo>
                <a:lnTo>
                  <a:pt x="1164482" y="860135"/>
                </a:lnTo>
                <a:lnTo>
                  <a:pt x="1143084" y="898934"/>
                </a:lnTo>
                <a:lnTo>
                  <a:pt x="1118904" y="935952"/>
                </a:lnTo>
                <a:lnTo>
                  <a:pt x="1092079" y="971059"/>
                </a:lnTo>
                <a:lnTo>
                  <a:pt x="1062744" y="1004119"/>
                </a:lnTo>
                <a:lnTo>
                  <a:pt x="1031036" y="1035002"/>
                </a:lnTo>
                <a:lnTo>
                  <a:pt x="997091" y="1063574"/>
                </a:lnTo>
                <a:lnTo>
                  <a:pt x="961045" y="1089702"/>
                </a:lnTo>
                <a:lnTo>
                  <a:pt x="923036" y="1113253"/>
                </a:lnTo>
                <a:lnTo>
                  <a:pt x="883197" y="1134095"/>
                </a:lnTo>
                <a:lnTo>
                  <a:pt x="841668" y="1152095"/>
                </a:lnTo>
                <a:lnTo>
                  <a:pt x="798582" y="1167121"/>
                </a:lnTo>
                <a:lnTo>
                  <a:pt x="754077" y="1179038"/>
                </a:lnTo>
                <a:lnTo>
                  <a:pt x="708289" y="1187715"/>
                </a:lnTo>
                <a:lnTo>
                  <a:pt x="661355" y="1193018"/>
                </a:lnTo>
                <a:lnTo>
                  <a:pt x="613410" y="1194816"/>
                </a:lnTo>
                <a:lnTo>
                  <a:pt x="565464" y="1193018"/>
                </a:lnTo>
                <a:lnTo>
                  <a:pt x="518530" y="1187715"/>
                </a:lnTo>
                <a:lnTo>
                  <a:pt x="472742" y="1179038"/>
                </a:lnTo>
                <a:lnTo>
                  <a:pt x="428237" y="1167121"/>
                </a:lnTo>
                <a:lnTo>
                  <a:pt x="385151" y="1152095"/>
                </a:lnTo>
                <a:lnTo>
                  <a:pt x="343622" y="1134095"/>
                </a:lnTo>
                <a:lnTo>
                  <a:pt x="303784" y="1113253"/>
                </a:lnTo>
                <a:lnTo>
                  <a:pt x="265774" y="1089702"/>
                </a:lnTo>
                <a:lnTo>
                  <a:pt x="229728" y="1063574"/>
                </a:lnTo>
                <a:lnTo>
                  <a:pt x="195783" y="1035002"/>
                </a:lnTo>
                <a:lnTo>
                  <a:pt x="164075" y="1004119"/>
                </a:lnTo>
                <a:lnTo>
                  <a:pt x="134740" y="971059"/>
                </a:lnTo>
                <a:lnTo>
                  <a:pt x="107915" y="935952"/>
                </a:lnTo>
                <a:lnTo>
                  <a:pt x="83735" y="898934"/>
                </a:lnTo>
                <a:lnTo>
                  <a:pt x="62337" y="860135"/>
                </a:lnTo>
                <a:lnTo>
                  <a:pt x="43857" y="819690"/>
                </a:lnTo>
                <a:lnTo>
                  <a:pt x="28432" y="777731"/>
                </a:lnTo>
                <a:lnTo>
                  <a:pt x="16197" y="734390"/>
                </a:lnTo>
                <a:lnTo>
                  <a:pt x="7289" y="689800"/>
                </a:lnTo>
                <a:lnTo>
                  <a:pt x="1845" y="644095"/>
                </a:lnTo>
                <a:lnTo>
                  <a:pt x="0" y="597408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790946" y="2386711"/>
            <a:ext cx="1046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solidFill>
                  <a:srgbClr val="FFFFFF"/>
                </a:solidFill>
                <a:latin typeface="华文新魏"/>
                <a:cs typeface="华文新魏"/>
              </a:rPr>
              <a:t>相互</a:t>
            </a:r>
            <a:r>
              <a:rPr sz="2000" b="1" dirty="0">
                <a:solidFill>
                  <a:srgbClr val="FFFFFF"/>
                </a:solidFill>
                <a:latin typeface="华文新魏"/>
                <a:cs typeface="华文新魏"/>
              </a:rPr>
              <a:t>作用 </a:t>
            </a:r>
            <a:r>
              <a:rPr sz="2000" b="1" spc="10" dirty="0">
                <a:solidFill>
                  <a:srgbClr val="FFFFFF"/>
                </a:solidFill>
                <a:latin typeface="华文新魏"/>
                <a:cs typeface="华文新魏"/>
              </a:rPr>
              <a:t>的系统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04509" y="1989582"/>
            <a:ext cx="1405255" cy="1382395"/>
          </a:xfrm>
          <a:custGeom>
            <a:avLst/>
            <a:gdLst/>
            <a:ahLst/>
            <a:cxnLst/>
            <a:rect l="l" t="t" r="r" b="b"/>
            <a:pathLst>
              <a:path w="1405254" h="1382395">
                <a:moveTo>
                  <a:pt x="0" y="691133"/>
                </a:moveTo>
                <a:lnTo>
                  <a:pt x="1620" y="643807"/>
                </a:lnTo>
                <a:lnTo>
                  <a:pt x="6414" y="597338"/>
                </a:lnTo>
                <a:lnTo>
                  <a:pt x="14274" y="551829"/>
                </a:lnTo>
                <a:lnTo>
                  <a:pt x="25098" y="507382"/>
                </a:lnTo>
                <a:lnTo>
                  <a:pt x="38780" y="464101"/>
                </a:lnTo>
                <a:lnTo>
                  <a:pt x="55215" y="422088"/>
                </a:lnTo>
                <a:lnTo>
                  <a:pt x="74299" y="381446"/>
                </a:lnTo>
                <a:lnTo>
                  <a:pt x="95927" y="342279"/>
                </a:lnTo>
                <a:lnTo>
                  <a:pt x="119994" y="304688"/>
                </a:lnTo>
                <a:lnTo>
                  <a:pt x="146397" y="268777"/>
                </a:lnTo>
                <a:lnTo>
                  <a:pt x="175029" y="234649"/>
                </a:lnTo>
                <a:lnTo>
                  <a:pt x="205787" y="202406"/>
                </a:lnTo>
                <a:lnTo>
                  <a:pt x="238566" y="172151"/>
                </a:lnTo>
                <a:lnTo>
                  <a:pt x="273261" y="143988"/>
                </a:lnTo>
                <a:lnTo>
                  <a:pt x="309767" y="118019"/>
                </a:lnTo>
                <a:lnTo>
                  <a:pt x="347980" y="94346"/>
                </a:lnTo>
                <a:lnTo>
                  <a:pt x="387794" y="73074"/>
                </a:lnTo>
                <a:lnTo>
                  <a:pt x="429107" y="54304"/>
                </a:lnTo>
                <a:lnTo>
                  <a:pt x="471812" y="38139"/>
                </a:lnTo>
                <a:lnTo>
                  <a:pt x="515805" y="24683"/>
                </a:lnTo>
                <a:lnTo>
                  <a:pt x="560981" y="14038"/>
                </a:lnTo>
                <a:lnTo>
                  <a:pt x="607236" y="6308"/>
                </a:lnTo>
                <a:lnTo>
                  <a:pt x="654465" y="1594"/>
                </a:lnTo>
                <a:lnTo>
                  <a:pt x="702563" y="0"/>
                </a:lnTo>
                <a:lnTo>
                  <a:pt x="750662" y="1594"/>
                </a:lnTo>
                <a:lnTo>
                  <a:pt x="797891" y="6308"/>
                </a:lnTo>
                <a:lnTo>
                  <a:pt x="844146" y="14038"/>
                </a:lnTo>
                <a:lnTo>
                  <a:pt x="889322" y="24683"/>
                </a:lnTo>
                <a:lnTo>
                  <a:pt x="933315" y="38139"/>
                </a:lnTo>
                <a:lnTo>
                  <a:pt x="976020" y="54304"/>
                </a:lnTo>
                <a:lnTo>
                  <a:pt x="1017333" y="73074"/>
                </a:lnTo>
                <a:lnTo>
                  <a:pt x="1057148" y="94346"/>
                </a:lnTo>
                <a:lnTo>
                  <a:pt x="1095360" y="118019"/>
                </a:lnTo>
                <a:lnTo>
                  <a:pt x="1131866" y="143988"/>
                </a:lnTo>
                <a:lnTo>
                  <a:pt x="1166561" y="172151"/>
                </a:lnTo>
                <a:lnTo>
                  <a:pt x="1199340" y="202406"/>
                </a:lnTo>
                <a:lnTo>
                  <a:pt x="1230098" y="234649"/>
                </a:lnTo>
                <a:lnTo>
                  <a:pt x="1258730" y="268777"/>
                </a:lnTo>
                <a:lnTo>
                  <a:pt x="1285133" y="304688"/>
                </a:lnTo>
                <a:lnTo>
                  <a:pt x="1309200" y="342279"/>
                </a:lnTo>
                <a:lnTo>
                  <a:pt x="1330828" y="381446"/>
                </a:lnTo>
                <a:lnTo>
                  <a:pt x="1349912" y="422088"/>
                </a:lnTo>
                <a:lnTo>
                  <a:pt x="1366347" y="464101"/>
                </a:lnTo>
                <a:lnTo>
                  <a:pt x="1380029" y="507382"/>
                </a:lnTo>
                <a:lnTo>
                  <a:pt x="1390853" y="551829"/>
                </a:lnTo>
                <a:lnTo>
                  <a:pt x="1398713" y="597338"/>
                </a:lnTo>
                <a:lnTo>
                  <a:pt x="1403507" y="643807"/>
                </a:lnTo>
                <a:lnTo>
                  <a:pt x="1405128" y="691133"/>
                </a:lnTo>
                <a:lnTo>
                  <a:pt x="1403507" y="738460"/>
                </a:lnTo>
                <a:lnTo>
                  <a:pt x="1398713" y="784929"/>
                </a:lnTo>
                <a:lnTo>
                  <a:pt x="1390853" y="830438"/>
                </a:lnTo>
                <a:lnTo>
                  <a:pt x="1380029" y="874885"/>
                </a:lnTo>
                <a:lnTo>
                  <a:pt x="1366347" y="918166"/>
                </a:lnTo>
                <a:lnTo>
                  <a:pt x="1349912" y="960179"/>
                </a:lnTo>
                <a:lnTo>
                  <a:pt x="1330828" y="1000821"/>
                </a:lnTo>
                <a:lnTo>
                  <a:pt x="1309200" y="1039988"/>
                </a:lnTo>
                <a:lnTo>
                  <a:pt x="1285133" y="1077579"/>
                </a:lnTo>
                <a:lnTo>
                  <a:pt x="1258730" y="1113490"/>
                </a:lnTo>
                <a:lnTo>
                  <a:pt x="1230098" y="1147618"/>
                </a:lnTo>
                <a:lnTo>
                  <a:pt x="1199340" y="1179861"/>
                </a:lnTo>
                <a:lnTo>
                  <a:pt x="1166561" y="1210116"/>
                </a:lnTo>
                <a:lnTo>
                  <a:pt x="1131866" y="1238279"/>
                </a:lnTo>
                <a:lnTo>
                  <a:pt x="1095360" y="1264248"/>
                </a:lnTo>
                <a:lnTo>
                  <a:pt x="1057148" y="1287921"/>
                </a:lnTo>
                <a:lnTo>
                  <a:pt x="1017333" y="1309193"/>
                </a:lnTo>
                <a:lnTo>
                  <a:pt x="976020" y="1327963"/>
                </a:lnTo>
                <a:lnTo>
                  <a:pt x="933315" y="1344128"/>
                </a:lnTo>
                <a:lnTo>
                  <a:pt x="889322" y="1357584"/>
                </a:lnTo>
                <a:lnTo>
                  <a:pt x="844146" y="1368229"/>
                </a:lnTo>
                <a:lnTo>
                  <a:pt x="797891" y="1375959"/>
                </a:lnTo>
                <a:lnTo>
                  <a:pt x="750662" y="1380673"/>
                </a:lnTo>
                <a:lnTo>
                  <a:pt x="702563" y="1382267"/>
                </a:lnTo>
                <a:lnTo>
                  <a:pt x="654465" y="1380673"/>
                </a:lnTo>
                <a:lnTo>
                  <a:pt x="607236" y="1375959"/>
                </a:lnTo>
                <a:lnTo>
                  <a:pt x="560981" y="1368229"/>
                </a:lnTo>
                <a:lnTo>
                  <a:pt x="515805" y="1357584"/>
                </a:lnTo>
                <a:lnTo>
                  <a:pt x="471812" y="1344128"/>
                </a:lnTo>
                <a:lnTo>
                  <a:pt x="429107" y="1327963"/>
                </a:lnTo>
                <a:lnTo>
                  <a:pt x="387794" y="1309193"/>
                </a:lnTo>
                <a:lnTo>
                  <a:pt x="347980" y="1287921"/>
                </a:lnTo>
                <a:lnTo>
                  <a:pt x="309767" y="1264248"/>
                </a:lnTo>
                <a:lnTo>
                  <a:pt x="273261" y="1238279"/>
                </a:lnTo>
                <a:lnTo>
                  <a:pt x="238566" y="1210116"/>
                </a:lnTo>
                <a:lnTo>
                  <a:pt x="205787" y="1179861"/>
                </a:lnTo>
                <a:lnTo>
                  <a:pt x="175029" y="1147618"/>
                </a:lnTo>
                <a:lnTo>
                  <a:pt x="146397" y="1113490"/>
                </a:lnTo>
                <a:lnTo>
                  <a:pt x="119994" y="1077579"/>
                </a:lnTo>
                <a:lnTo>
                  <a:pt x="95927" y="1039988"/>
                </a:lnTo>
                <a:lnTo>
                  <a:pt x="74299" y="1000821"/>
                </a:lnTo>
                <a:lnTo>
                  <a:pt x="55215" y="960179"/>
                </a:lnTo>
                <a:lnTo>
                  <a:pt x="38780" y="918166"/>
                </a:lnTo>
                <a:lnTo>
                  <a:pt x="25098" y="874885"/>
                </a:lnTo>
                <a:lnTo>
                  <a:pt x="14274" y="830438"/>
                </a:lnTo>
                <a:lnTo>
                  <a:pt x="6414" y="784929"/>
                </a:lnTo>
                <a:lnTo>
                  <a:pt x="1620" y="738460"/>
                </a:lnTo>
                <a:lnTo>
                  <a:pt x="0" y="691133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18582" y="4242053"/>
            <a:ext cx="478790" cy="287020"/>
          </a:xfrm>
          <a:custGeom>
            <a:avLst/>
            <a:gdLst/>
            <a:ahLst/>
            <a:cxnLst/>
            <a:rect l="l" t="t" r="r" b="b"/>
            <a:pathLst>
              <a:path w="478789" h="287020">
                <a:moveTo>
                  <a:pt x="0" y="0"/>
                </a:moveTo>
                <a:lnTo>
                  <a:pt x="478535" y="286512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45429" y="4362450"/>
            <a:ext cx="480059" cy="289560"/>
          </a:xfrm>
          <a:custGeom>
            <a:avLst/>
            <a:gdLst/>
            <a:ahLst/>
            <a:cxnLst/>
            <a:rect l="l" t="t" r="r" b="b"/>
            <a:pathLst>
              <a:path w="480060" h="289560">
                <a:moveTo>
                  <a:pt x="0" y="0"/>
                </a:moveTo>
                <a:lnTo>
                  <a:pt x="480060" y="28956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557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26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22860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项目与软件项目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2552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项目管理与软件项目管理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0760" y="3525011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20014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PMBOK与软件项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目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管理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体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系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3840" rIns="0" bIns="0" rtlCol="0">
            <a:spAutoFit/>
          </a:bodyPr>
          <a:lstStyle/>
          <a:p>
            <a:pPr marR="406400" algn="ctr">
              <a:lnSpc>
                <a:spcPct val="100000"/>
              </a:lnSpc>
              <a:spcBef>
                <a:spcPts val="19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76298" y="57285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6127" y="5446776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0760" y="5446776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软件项目管理过程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469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项目管理背景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213" y="4228338"/>
            <a:ext cx="6935724" cy="17419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213" y="4228338"/>
            <a:ext cx="6936105" cy="1742439"/>
          </a:xfrm>
          <a:custGeom>
            <a:avLst/>
            <a:gdLst/>
            <a:ahLst/>
            <a:cxnLst/>
            <a:rect l="l" t="t" r="r" b="b"/>
            <a:pathLst>
              <a:path w="6936105" h="1742439">
                <a:moveTo>
                  <a:pt x="0" y="290322"/>
                </a:moveTo>
                <a:lnTo>
                  <a:pt x="3799" y="243215"/>
                </a:lnTo>
                <a:lnTo>
                  <a:pt x="14801" y="198534"/>
                </a:lnTo>
                <a:lnTo>
                  <a:pt x="32405" y="156875"/>
                </a:lnTo>
                <a:lnTo>
                  <a:pt x="56016" y="118835"/>
                </a:lnTo>
                <a:lnTo>
                  <a:pt x="85034" y="85010"/>
                </a:lnTo>
                <a:lnTo>
                  <a:pt x="118862" y="55997"/>
                </a:lnTo>
                <a:lnTo>
                  <a:pt x="156903" y="32393"/>
                </a:lnTo>
                <a:lnTo>
                  <a:pt x="198558" y="14794"/>
                </a:lnTo>
                <a:lnTo>
                  <a:pt x="243230" y="3798"/>
                </a:lnTo>
                <a:lnTo>
                  <a:pt x="290322" y="0"/>
                </a:lnTo>
                <a:lnTo>
                  <a:pt x="6645402" y="0"/>
                </a:lnTo>
                <a:lnTo>
                  <a:pt x="6692508" y="3798"/>
                </a:lnTo>
                <a:lnTo>
                  <a:pt x="6737189" y="14794"/>
                </a:lnTo>
                <a:lnTo>
                  <a:pt x="6778848" y="32393"/>
                </a:lnTo>
                <a:lnTo>
                  <a:pt x="6816888" y="55997"/>
                </a:lnTo>
                <a:lnTo>
                  <a:pt x="6850713" y="85010"/>
                </a:lnTo>
                <a:lnTo>
                  <a:pt x="6879726" y="118835"/>
                </a:lnTo>
                <a:lnTo>
                  <a:pt x="6903330" y="156875"/>
                </a:lnTo>
                <a:lnTo>
                  <a:pt x="6920929" y="198534"/>
                </a:lnTo>
                <a:lnTo>
                  <a:pt x="6931925" y="243215"/>
                </a:lnTo>
                <a:lnTo>
                  <a:pt x="6935724" y="290322"/>
                </a:lnTo>
                <a:lnTo>
                  <a:pt x="6935724" y="1451610"/>
                </a:lnTo>
                <a:lnTo>
                  <a:pt x="6931925" y="1498701"/>
                </a:lnTo>
                <a:lnTo>
                  <a:pt x="6920929" y="1543373"/>
                </a:lnTo>
                <a:lnTo>
                  <a:pt x="6903330" y="1585028"/>
                </a:lnTo>
                <a:lnTo>
                  <a:pt x="6879726" y="1623069"/>
                </a:lnTo>
                <a:lnTo>
                  <a:pt x="6850713" y="1656897"/>
                </a:lnTo>
                <a:lnTo>
                  <a:pt x="6816888" y="1685915"/>
                </a:lnTo>
                <a:lnTo>
                  <a:pt x="6778848" y="1709526"/>
                </a:lnTo>
                <a:lnTo>
                  <a:pt x="6737189" y="1727130"/>
                </a:lnTo>
                <a:lnTo>
                  <a:pt x="6692508" y="1738132"/>
                </a:lnTo>
                <a:lnTo>
                  <a:pt x="6645402" y="1741932"/>
                </a:lnTo>
                <a:lnTo>
                  <a:pt x="290322" y="1741932"/>
                </a:lnTo>
                <a:lnTo>
                  <a:pt x="243230" y="1738132"/>
                </a:lnTo>
                <a:lnTo>
                  <a:pt x="198558" y="1727130"/>
                </a:lnTo>
                <a:lnTo>
                  <a:pt x="156903" y="1709526"/>
                </a:lnTo>
                <a:lnTo>
                  <a:pt x="118862" y="1685915"/>
                </a:lnTo>
                <a:lnTo>
                  <a:pt x="85034" y="1656897"/>
                </a:lnTo>
                <a:lnTo>
                  <a:pt x="56016" y="1623069"/>
                </a:lnTo>
                <a:lnTo>
                  <a:pt x="32405" y="1585028"/>
                </a:lnTo>
                <a:lnTo>
                  <a:pt x="14801" y="1543373"/>
                </a:lnTo>
                <a:lnTo>
                  <a:pt x="3799" y="1498701"/>
                </a:lnTo>
                <a:lnTo>
                  <a:pt x="0" y="1451610"/>
                </a:lnTo>
                <a:lnTo>
                  <a:pt x="0" y="290322"/>
                </a:lnTo>
                <a:close/>
              </a:path>
            </a:pathLst>
          </a:custGeom>
          <a:ln w="19811">
            <a:solidFill>
              <a:srgbClr val="6F44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7061" y="2070354"/>
            <a:ext cx="6935723" cy="1575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7061" y="2070354"/>
            <a:ext cx="6936105" cy="1576070"/>
          </a:xfrm>
          <a:custGeom>
            <a:avLst/>
            <a:gdLst/>
            <a:ahLst/>
            <a:cxnLst/>
            <a:rect l="l" t="t" r="r" b="b"/>
            <a:pathLst>
              <a:path w="6936105" h="1576070">
                <a:moveTo>
                  <a:pt x="0" y="262636"/>
                </a:moveTo>
                <a:lnTo>
                  <a:pt x="4231" y="215431"/>
                </a:lnTo>
                <a:lnTo>
                  <a:pt x="16431" y="171000"/>
                </a:lnTo>
                <a:lnTo>
                  <a:pt x="35858" y="130085"/>
                </a:lnTo>
                <a:lnTo>
                  <a:pt x="61769" y="93429"/>
                </a:lnTo>
                <a:lnTo>
                  <a:pt x="93424" y="61773"/>
                </a:lnTo>
                <a:lnTo>
                  <a:pt x="130079" y="35861"/>
                </a:lnTo>
                <a:lnTo>
                  <a:pt x="170995" y="16432"/>
                </a:lnTo>
                <a:lnTo>
                  <a:pt x="215427" y="4231"/>
                </a:lnTo>
                <a:lnTo>
                  <a:pt x="262635" y="0"/>
                </a:lnTo>
                <a:lnTo>
                  <a:pt x="6673088" y="0"/>
                </a:lnTo>
                <a:lnTo>
                  <a:pt x="6720292" y="4231"/>
                </a:lnTo>
                <a:lnTo>
                  <a:pt x="6764723" y="16432"/>
                </a:lnTo>
                <a:lnTo>
                  <a:pt x="6805638" y="35861"/>
                </a:lnTo>
                <a:lnTo>
                  <a:pt x="6842294" y="61773"/>
                </a:lnTo>
                <a:lnTo>
                  <a:pt x="6873950" y="93429"/>
                </a:lnTo>
                <a:lnTo>
                  <a:pt x="6899862" y="130085"/>
                </a:lnTo>
                <a:lnTo>
                  <a:pt x="6919291" y="171000"/>
                </a:lnTo>
                <a:lnTo>
                  <a:pt x="6931492" y="215431"/>
                </a:lnTo>
                <a:lnTo>
                  <a:pt x="6935723" y="262636"/>
                </a:lnTo>
                <a:lnTo>
                  <a:pt x="6935723" y="1313180"/>
                </a:lnTo>
                <a:lnTo>
                  <a:pt x="6931492" y="1360384"/>
                </a:lnTo>
                <a:lnTo>
                  <a:pt x="6919291" y="1404815"/>
                </a:lnTo>
                <a:lnTo>
                  <a:pt x="6899862" y="1445730"/>
                </a:lnTo>
                <a:lnTo>
                  <a:pt x="6873950" y="1482386"/>
                </a:lnTo>
                <a:lnTo>
                  <a:pt x="6842294" y="1514042"/>
                </a:lnTo>
                <a:lnTo>
                  <a:pt x="6805638" y="1539954"/>
                </a:lnTo>
                <a:lnTo>
                  <a:pt x="6764723" y="1559383"/>
                </a:lnTo>
                <a:lnTo>
                  <a:pt x="6720292" y="1571584"/>
                </a:lnTo>
                <a:lnTo>
                  <a:pt x="6673088" y="1575816"/>
                </a:lnTo>
                <a:lnTo>
                  <a:pt x="262635" y="1575816"/>
                </a:lnTo>
                <a:lnTo>
                  <a:pt x="215427" y="1571584"/>
                </a:lnTo>
                <a:lnTo>
                  <a:pt x="170995" y="1559383"/>
                </a:lnTo>
                <a:lnTo>
                  <a:pt x="130079" y="1539954"/>
                </a:lnTo>
                <a:lnTo>
                  <a:pt x="93424" y="1514042"/>
                </a:lnTo>
                <a:lnTo>
                  <a:pt x="61769" y="1482386"/>
                </a:lnTo>
                <a:lnTo>
                  <a:pt x="35858" y="1445730"/>
                </a:lnTo>
                <a:lnTo>
                  <a:pt x="16431" y="1404815"/>
                </a:lnTo>
                <a:lnTo>
                  <a:pt x="4231" y="1360384"/>
                </a:lnTo>
                <a:lnTo>
                  <a:pt x="0" y="1313180"/>
                </a:lnTo>
                <a:lnTo>
                  <a:pt x="0" y="262636"/>
                </a:lnTo>
                <a:close/>
              </a:path>
            </a:pathLst>
          </a:custGeom>
          <a:ln w="19812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5876" y="3933444"/>
            <a:ext cx="4686300" cy="617220"/>
          </a:xfrm>
          <a:custGeom>
            <a:avLst/>
            <a:gdLst/>
            <a:ahLst/>
            <a:cxnLst/>
            <a:rect l="l" t="t" r="r" b="b"/>
            <a:pathLst>
              <a:path w="4686300" h="617220">
                <a:moveTo>
                  <a:pt x="4578223" y="0"/>
                </a:moveTo>
                <a:lnTo>
                  <a:pt x="108076" y="0"/>
                </a:lnTo>
                <a:lnTo>
                  <a:pt x="66008" y="8493"/>
                </a:lnTo>
                <a:lnTo>
                  <a:pt x="31654" y="31654"/>
                </a:lnTo>
                <a:lnTo>
                  <a:pt x="8493" y="66008"/>
                </a:lnTo>
                <a:lnTo>
                  <a:pt x="0" y="108076"/>
                </a:lnTo>
                <a:lnTo>
                  <a:pt x="0" y="509142"/>
                </a:lnTo>
                <a:lnTo>
                  <a:pt x="8493" y="551211"/>
                </a:lnTo>
                <a:lnTo>
                  <a:pt x="31654" y="585565"/>
                </a:lnTo>
                <a:lnTo>
                  <a:pt x="66008" y="608726"/>
                </a:lnTo>
                <a:lnTo>
                  <a:pt x="108076" y="617219"/>
                </a:lnTo>
                <a:lnTo>
                  <a:pt x="4578223" y="617219"/>
                </a:lnTo>
                <a:lnTo>
                  <a:pt x="4620291" y="608726"/>
                </a:lnTo>
                <a:lnTo>
                  <a:pt x="4654645" y="585565"/>
                </a:lnTo>
                <a:lnTo>
                  <a:pt x="4677806" y="551211"/>
                </a:lnTo>
                <a:lnTo>
                  <a:pt x="4686300" y="509142"/>
                </a:lnTo>
                <a:lnTo>
                  <a:pt x="4686300" y="108076"/>
                </a:lnTo>
                <a:lnTo>
                  <a:pt x="4677806" y="66008"/>
                </a:lnTo>
                <a:lnTo>
                  <a:pt x="4654645" y="31654"/>
                </a:lnTo>
                <a:lnTo>
                  <a:pt x="4620291" y="8493"/>
                </a:lnTo>
                <a:lnTo>
                  <a:pt x="4578223" y="0"/>
                </a:lnTo>
                <a:close/>
              </a:path>
            </a:pathLst>
          </a:custGeom>
          <a:solidFill>
            <a:srgbClr val="CCBD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8067" y="4376928"/>
            <a:ext cx="4668011" cy="1478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68067" y="3953255"/>
            <a:ext cx="4668011" cy="1478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02535" y="1658111"/>
            <a:ext cx="4686300" cy="707390"/>
          </a:xfrm>
          <a:custGeom>
            <a:avLst/>
            <a:gdLst/>
            <a:ahLst/>
            <a:cxnLst/>
            <a:rect l="l" t="t" r="r" b="b"/>
            <a:pathLst>
              <a:path w="4686300" h="707389">
                <a:moveTo>
                  <a:pt x="4562474" y="0"/>
                </a:moveTo>
                <a:lnTo>
                  <a:pt x="123825" y="0"/>
                </a:lnTo>
                <a:lnTo>
                  <a:pt x="75598" y="9721"/>
                </a:lnTo>
                <a:lnTo>
                  <a:pt x="36242" y="36242"/>
                </a:lnTo>
                <a:lnTo>
                  <a:pt x="9721" y="75598"/>
                </a:lnTo>
                <a:lnTo>
                  <a:pt x="0" y="123825"/>
                </a:lnTo>
                <a:lnTo>
                  <a:pt x="0" y="583311"/>
                </a:lnTo>
                <a:lnTo>
                  <a:pt x="9721" y="631537"/>
                </a:lnTo>
                <a:lnTo>
                  <a:pt x="36242" y="670893"/>
                </a:lnTo>
                <a:lnTo>
                  <a:pt x="75598" y="697414"/>
                </a:lnTo>
                <a:lnTo>
                  <a:pt x="123825" y="707136"/>
                </a:lnTo>
                <a:lnTo>
                  <a:pt x="4562474" y="707136"/>
                </a:lnTo>
                <a:lnTo>
                  <a:pt x="4610701" y="697414"/>
                </a:lnTo>
                <a:lnTo>
                  <a:pt x="4650057" y="670893"/>
                </a:lnTo>
                <a:lnTo>
                  <a:pt x="4676578" y="631537"/>
                </a:lnTo>
                <a:lnTo>
                  <a:pt x="4686299" y="583311"/>
                </a:lnTo>
                <a:lnTo>
                  <a:pt x="4686299" y="123825"/>
                </a:lnTo>
                <a:lnTo>
                  <a:pt x="4676578" y="75598"/>
                </a:lnTo>
                <a:lnTo>
                  <a:pt x="4650057" y="36242"/>
                </a:lnTo>
                <a:lnTo>
                  <a:pt x="4610701" y="9721"/>
                </a:lnTo>
                <a:lnTo>
                  <a:pt x="4562474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13204" y="2161032"/>
            <a:ext cx="4669536" cy="1630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013204" y="1679448"/>
            <a:ext cx="4669536" cy="1691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798447" y="1724257"/>
            <a:ext cx="3503929" cy="4812665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640205">
              <a:lnSpc>
                <a:spcPct val="100000"/>
              </a:lnSpc>
              <a:spcBef>
                <a:spcPts val="1190"/>
              </a:spcBef>
            </a:pPr>
            <a:r>
              <a:rPr sz="2000" dirty="0">
                <a:latin typeface="黑体"/>
                <a:cs typeface="黑体"/>
              </a:rPr>
              <a:t>生活中</a:t>
            </a:r>
            <a:r>
              <a:rPr sz="2000" spc="-15" dirty="0">
                <a:latin typeface="黑体"/>
                <a:cs typeface="黑体"/>
              </a:rPr>
              <a:t>的</a:t>
            </a:r>
            <a:r>
              <a:rPr sz="2000" dirty="0">
                <a:latin typeface="黑体"/>
                <a:cs typeface="黑体"/>
              </a:rPr>
              <a:t>小</a:t>
            </a:r>
            <a:r>
              <a:rPr sz="2000" spc="-15" dirty="0">
                <a:latin typeface="黑体"/>
                <a:cs typeface="黑体"/>
              </a:rPr>
              <a:t>项</a:t>
            </a:r>
            <a:r>
              <a:rPr sz="2000" dirty="0">
                <a:latin typeface="黑体"/>
                <a:cs typeface="黑体"/>
              </a:rPr>
              <a:t>目</a:t>
            </a:r>
            <a:endParaRPr sz="2000">
              <a:latin typeface="黑体"/>
              <a:cs typeface="黑体"/>
            </a:endParaRPr>
          </a:p>
          <a:p>
            <a:pPr marL="299085" indent="-287020">
              <a:lnSpc>
                <a:spcPct val="100000"/>
              </a:lnSpc>
              <a:spcBef>
                <a:spcPts val="130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299720" algn="l"/>
              </a:tabLst>
            </a:pPr>
            <a:r>
              <a:rPr sz="2400" dirty="0">
                <a:latin typeface="华文新魏"/>
                <a:cs typeface="华文新魏"/>
              </a:rPr>
              <a:t>生日聚会</a:t>
            </a:r>
            <a:endParaRPr sz="2400">
              <a:latin typeface="华文新魏"/>
              <a:cs typeface="华文新魏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299720" algn="l"/>
              </a:tabLst>
            </a:pPr>
            <a:r>
              <a:rPr sz="2400" dirty="0">
                <a:latin typeface="华文新魏"/>
                <a:cs typeface="华文新魏"/>
              </a:rPr>
              <a:t>野餐活动</a:t>
            </a:r>
            <a:endParaRPr sz="2400">
              <a:latin typeface="华文新魏"/>
              <a:cs typeface="华文新魏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299720" algn="l"/>
              </a:tabLst>
            </a:pPr>
            <a:r>
              <a:rPr sz="2400" spc="-5" dirty="0">
                <a:latin typeface="华文新魏"/>
                <a:cs typeface="华文新魏"/>
              </a:rPr>
              <a:t>集体婚礼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3B6D2"/>
              </a:buClr>
              <a:buFont typeface="Wingdings"/>
              <a:buChar char=""/>
            </a:pPr>
            <a:endParaRPr sz="3200">
              <a:latin typeface="Times New Roman"/>
              <a:cs typeface="Times New Roman"/>
            </a:endParaRPr>
          </a:p>
          <a:p>
            <a:pPr marL="1711960">
              <a:lnSpc>
                <a:spcPct val="100000"/>
              </a:lnSpc>
            </a:pPr>
            <a:r>
              <a:rPr sz="2000" spc="5" dirty="0">
                <a:latin typeface="黑体"/>
                <a:cs typeface="黑体"/>
              </a:rPr>
              <a:t>工作</a:t>
            </a:r>
            <a:r>
              <a:rPr sz="2000" spc="-5" dirty="0">
                <a:latin typeface="黑体"/>
                <a:cs typeface="黑体"/>
              </a:rPr>
              <a:t>中</a:t>
            </a:r>
            <a:r>
              <a:rPr sz="2000" spc="-10" dirty="0">
                <a:latin typeface="黑体"/>
                <a:cs typeface="黑体"/>
              </a:rPr>
              <a:t>的</a:t>
            </a:r>
            <a:r>
              <a:rPr sz="2000" spc="5" dirty="0">
                <a:latin typeface="黑体"/>
                <a:cs typeface="黑体"/>
              </a:rPr>
              <a:t>大</a:t>
            </a:r>
            <a:r>
              <a:rPr sz="2000" spc="-15" dirty="0">
                <a:latin typeface="黑体"/>
                <a:cs typeface="黑体"/>
              </a:rPr>
              <a:t>项</a:t>
            </a:r>
            <a:r>
              <a:rPr sz="2000" spc="5" dirty="0">
                <a:latin typeface="黑体"/>
                <a:cs typeface="黑体"/>
              </a:rPr>
              <a:t>目</a:t>
            </a:r>
            <a:endParaRPr sz="2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50">
              <a:latin typeface="Times New Roman"/>
              <a:cs typeface="Times New Roman"/>
            </a:endParaRPr>
          </a:p>
          <a:p>
            <a:pPr marL="357505" lvl="1" indent="-287020">
              <a:lnSpc>
                <a:spcPct val="100000"/>
              </a:lnSpc>
              <a:buClr>
                <a:srgbClr val="93B6D2"/>
              </a:buClr>
              <a:buSzPct val="68750"/>
              <a:buFont typeface="Wingdings"/>
              <a:buChar char=""/>
              <a:tabLst>
                <a:tab pos="358140" algn="l"/>
              </a:tabLst>
            </a:pPr>
            <a:r>
              <a:rPr sz="2400" dirty="0">
                <a:latin typeface="华文新魏"/>
                <a:cs typeface="华文新魏"/>
              </a:rPr>
              <a:t>微软的操作系统</a:t>
            </a:r>
            <a:endParaRPr sz="2400">
              <a:latin typeface="华文新魏"/>
              <a:cs typeface="华文新魏"/>
            </a:endParaRPr>
          </a:p>
          <a:p>
            <a:pPr marL="357505" lvl="1" indent="-2870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358140" algn="l"/>
              </a:tabLst>
            </a:pPr>
            <a:r>
              <a:rPr sz="2400" dirty="0">
                <a:latin typeface="华文新魏"/>
                <a:cs typeface="华文新魏"/>
              </a:rPr>
              <a:t>阿波罗计划</a:t>
            </a:r>
            <a:endParaRPr sz="2400">
              <a:latin typeface="华文新魏"/>
              <a:cs typeface="华文新魏"/>
            </a:endParaRPr>
          </a:p>
          <a:p>
            <a:pPr marL="357505" lvl="1" indent="-2870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358140" algn="l"/>
              </a:tabLst>
            </a:pPr>
            <a:r>
              <a:rPr sz="2400" dirty="0">
                <a:latin typeface="华文新魏"/>
                <a:cs typeface="华文新魏"/>
              </a:rPr>
              <a:t>神州飞船计划</a:t>
            </a:r>
            <a:endParaRPr sz="2400">
              <a:latin typeface="华文新魏"/>
              <a:cs typeface="华文新魏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R="196850" algn="r">
              <a:lnSpc>
                <a:spcPct val="100000"/>
              </a:lnSpc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2592" y="313131"/>
            <a:ext cx="72967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软件项目开发与软件项目管理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3195" y="636859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4276" y="1447799"/>
            <a:ext cx="7775447" cy="4861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7418" y="3070098"/>
            <a:ext cx="7783195" cy="3096895"/>
          </a:xfrm>
          <a:custGeom>
            <a:avLst/>
            <a:gdLst/>
            <a:ahLst/>
            <a:cxnLst/>
            <a:rect l="l" t="t" r="r" b="b"/>
            <a:pathLst>
              <a:path w="7783195" h="3096895">
                <a:moveTo>
                  <a:pt x="0" y="3096767"/>
                </a:moveTo>
                <a:lnTo>
                  <a:pt x="7783068" y="3096767"/>
                </a:lnTo>
                <a:lnTo>
                  <a:pt x="7783068" y="0"/>
                </a:lnTo>
                <a:lnTo>
                  <a:pt x="0" y="0"/>
                </a:lnTo>
                <a:lnTo>
                  <a:pt x="0" y="309676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5037" y="1448561"/>
            <a:ext cx="7775575" cy="1765300"/>
          </a:xfrm>
          <a:custGeom>
            <a:avLst/>
            <a:gdLst/>
            <a:ahLst/>
            <a:cxnLst/>
            <a:rect l="l" t="t" r="r" b="b"/>
            <a:pathLst>
              <a:path w="7775575" h="1765300">
                <a:moveTo>
                  <a:pt x="0" y="1764792"/>
                </a:moveTo>
                <a:lnTo>
                  <a:pt x="7775448" y="1764792"/>
                </a:lnTo>
                <a:lnTo>
                  <a:pt x="7775448" y="0"/>
                </a:lnTo>
                <a:lnTo>
                  <a:pt x="0" y="0"/>
                </a:lnTo>
                <a:lnTo>
                  <a:pt x="0" y="1764792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项目管理定义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88967" y="622533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4715" y="2133600"/>
            <a:ext cx="8153400" cy="1800225"/>
          </a:xfrm>
          <a:prstGeom prst="rect">
            <a:avLst/>
          </a:prstGeom>
          <a:solidFill>
            <a:srgbClr val="D3E1EC"/>
          </a:solidFill>
        </p:spPr>
        <p:txBody>
          <a:bodyPr vert="horz" wrap="square" lIns="0" tIns="14604" rIns="0" bIns="0" rtlCol="0">
            <a:spAutoFit/>
          </a:bodyPr>
          <a:lstStyle/>
          <a:p>
            <a:pPr marL="91440" marR="327025" algn="just">
              <a:lnSpc>
                <a:spcPct val="100000"/>
              </a:lnSpc>
              <a:spcBef>
                <a:spcPts val="114"/>
              </a:spcBef>
            </a:pPr>
            <a:r>
              <a:rPr sz="3200" dirty="0">
                <a:latin typeface="华文新魏"/>
                <a:cs typeface="华文新魏"/>
              </a:rPr>
              <a:t>项目管理是一系列的伴</a:t>
            </a:r>
            <a:r>
              <a:rPr sz="3200" spc="-15" dirty="0">
                <a:latin typeface="华文新魏"/>
                <a:cs typeface="华文新魏"/>
              </a:rPr>
              <a:t>随</a:t>
            </a:r>
            <a:r>
              <a:rPr sz="3200" dirty="0">
                <a:latin typeface="华文新魏"/>
                <a:cs typeface="华文新魏"/>
              </a:rPr>
              <a:t>着项</a:t>
            </a:r>
            <a:r>
              <a:rPr sz="3200" spc="-15" dirty="0">
                <a:latin typeface="华文新魏"/>
                <a:cs typeface="华文新魏"/>
              </a:rPr>
              <a:t>目</a:t>
            </a:r>
            <a:r>
              <a:rPr sz="3200" dirty="0">
                <a:latin typeface="华文新魏"/>
                <a:cs typeface="华文新魏"/>
              </a:rPr>
              <a:t>的进</a:t>
            </a:r>
            <a:r>
              <a:rPr sz="3200" spc="-15" dirty="0">
                <a:latin typeface="华文新魏"/>
                <a:cs typeface="华文新魏"/>
              </a:rPr>
              <a:t>行</a:t>
            </a:r>
            <a:r>
              <a:rPr sz="3200" dirty="0">
                <a:latin typeface="华文新魏"/>
                <a:cs typeface="华文新魏"/>
              </a:rPr>
              <a:t>而进 行的、目的是为了确保</a:t>
            </a:r>
            <a:r>
              <a:rPr sz="3200" spc="-15" dirty="0">
                <a:latin typeface="华文新魏"/>
                <a:cs typeface="华文新魏"/>
              </a:rPr>
              <a:t>项</a:t>
            </a:r>
            <a:r>
              <a:rPr sz="3200" dirty="0">
                <a:latin typeface="华文新魏"/>
                <a:cs typeface="华文新魏"/>
              </a:rPr>
              <a:t>目能</a:t>
            </a:r>
            <a:r>
              <a:rPr sz="3200" spc="-15" dirty="0">
                <a:latin typeface="华文新魏"/>
                <a:cs typeface="华文新魏"/>
              </a:rPr>
              <a:t>够</a:t>
            </a:r>
            <a:r>
              <a:rPr sz="3200" dirty="0">
                <a:latin typeface="华文新魏"/>
                <a:cs typeface="华文新魏"/>
              </a:rPr>
              <a:t>达到</a:t>
            </a:r>
            <a:r>
              <a:rPr sz="3200" spc="-15" dirty="0">
                <a:latin typeface="华文新魏"/>
                <a:cs typeface="华文新魏"/>
              </a:rPr>
              <a:t>期</a:t>
            </a:r>
            <a:r>
              <a:rPr sz="3200" dirty="0">
                <a:latin typeface="华文新魏"/>
                <a:cs typeface="华文新魏"/>
              </a:rPr>
              <a:t>望的 结果的一系列管理行为。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软件项目管理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0692" y="1503465"/>
            <a:ext cx="8248650" cy="15290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软件工程组成部分</a:t>
            </a:r>
            <a:endParaRPr sz="2900">
              <a:latin typeface="华文仿宋"/>
              <a:cs typeface="华文仿宋"/>
            </a:endParaRP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仿宋"/>
                <a:cs typeface="华文仿宋"/>
              </a:rPr>
              <a:t>确保软件项目满足预算</a:t>
            </a:r>
            <a:r>
              <a:rPr sz="2900" spc="-5" dirty="0">
                <a:latin typeface="Tw Cen MT"/>
                <a:cs typeface="Tw Cen MT"/>
              </a:rPr>
              <a:t>,</a:t>
            </a:r>
            <a:r>
              <a:rPr sz="2900" spc="-15" dirty="0">
                <a:latin typeface="华文仿宋"/>
                <a:cs typeface="华文仿宋"/>
              </a:rPr>
              <a:t>成</a:t>
            </a:r>
            <a:r>
              <a:rPr sz="2900" dirty="0">
                <a:latin typeface="华文仿宋"/>
                <a:cs typeface="华文仿宋"/>
              </a:rPr>
              <a:t>本等</a:t>
            </a:r>
            <a:r>
              <a:rPr sz="2900" spc="-15" dirty="0">
                <a:latin typeface="华文仿宋"/>
                <a:cs typeface="华文仿宋"/>
              </a:rPr>
              <a:t>约</a:t>
            </a:r>
            <a:r>
              <a:rPr sz="2900" dirty="0">
                <a:latin typeface="华文仿宋"/>
                <a:cs typeface="华文仿宋"/>
              </a:rPr>
              <a:t>束</a:t>
            </a:r>
            <a:r>
              <a:rPr sz="2900" spc="-5" dirty="0">
                <a:latin typeface="Tw Cen MT"/>
                <a:cs typeface="Tw Cen MT"/>
              </a:rPr>
              <a:t>,</a:t>
            </a:r>
            <a:r>
              <a:rPr sz="2900" dirty="0">
                <a:latin typeface="华文仿宋"/>
                <a:cs typeface="华文仿宋"/>
              </a:rPr>
              <a:t>提交</a:t>
            </a:r>
            <a:r>
              <a:rPr sz="2900" spc="-15" dirty="0">
                <a:latin typeface="华文仿宋"/>
                <a:cs typeface="华文仿宋"/>
              </a:rPr>
              <a:t>高</a:t>
            </a:r>
            <a:r>
              <a:rPr sz="2900" dirty="0">
                <a:latin typeface="华文仿宋"/>
                <a:cs typeface="华文仿宋"/>
              </a:rPr>
              <a:t>质量软 件产品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5770" y="618601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752600" y="3433571"/>
            <a:ext cx="6096000" cy="2686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889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与传统行业的项目管理比较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09921" y="6332434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0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9495" y="1603246"/>
            <a:ext cx="8136635" cy="5210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8811" y="1558091"/>
            <a:ext cx="2231390" cy="2117090"/>
          </a:xfrm>
          <a:custGeom>
            <a:avLst/>
            <a:gdLst/>
            <a:ahLst/>
            <a:cxnLst/>
            <a:rect l="l" t="t" r="r" b="b"/>
            <a:pathLst>
              <a:path w="2231390" h="2117090">
                <a:moveTo>
                  <a:pt x="1862260" y="1551503"/>
                </a:moveTo>
                <a:lnTo>
                  <a:pt x="1430174" y="1551503"/>
                </a:lnTo>
                <a:lnTo>
                  <a:pt x="2082192" y="2116780"/>
                </a:lnTo>
                <a:lnTo>
                  <a:pt x="1862260" y="1551503"/>
                </a:lnTo>
                <a:close/>
              </a:path>
              <a:path w="2231390" h="2117090">
                <a:moveTo>
                  <a:pt x="1114346" y="0"/>
                </a:moveTo>
                <a:lnTo>
                  <a:pt x="1062462" y="928"/>
                </a:lnTo>
                <a:lnTo>
                  <a:pt x="1010365" y="3602"/>
                </a:lnTo>
                <a:lnTo>
                  <a:pt x="958127" y="8052"/>
                </a:lnTo>
                <a:lnTo>
                  <a:pt x="905821" y="14304"/>
                </a:lnTo>
                <a:lnTo>
                  <a:pt x="853520" y="22387"/>
                </a:lnTo>
                <a:lnTo>
                  <a:pt x="801296" y="32329"/>
                </a:lnTo>
                <a:lnTo>
                  <a:pt x="746625" y="44796"/>
                </a:lnTo>
                <a:lnTo>
                  <a:pt x="693483" y="59058"/>
                </a:lnTo>
                <a:lnTo>
                  <a:pt x="641916" y="75053"/>
                </a:lnTo>
                <a:lnTo>
                  <a:pt x="591972" y="92719"/>
                </a:lnTo>
                <a:lnTo>
                  <a:pt x="543699" y="111995"/>
                </a:lnTo>
                <a:lnTo>
                  <a:pt x="497145" y="132818"/>
                </a:lnTo>
                <a:lnTo>
                  <a:pt x="452355" y="155127"/>
                </a:lnTo>
                <a:lnTo>
                  <a:pt x="409379" y="178861"/>
                </a:lnTo>
                <a:lnTo>
                  <a:pt x="368264" y="203957"/>
                </a:lnTo>
                <a:lnTo>
                  <a:pt x="329057" y="230353"/>
                </a:lnTo>
                <a:lnTo>
                  <a:pt x="291805" y="257988"/>
                </a:lnTo>
                <a:lnTo>
                  <a:pt x="256556" y="286800"/>
                </a:lnTo>
                <a:lnTo>
                  <a:pt x="223358" y="316728"/>
                </a:lnTo>
                <a:lnTo>
                  <a:pt x="192258" y="347708"/>
                </a:lnTo>
                <a:lnTo>
                  <a:pt x="163304" y="379681"/>
                </a:lnTo>
                <a:lnTo>
                  <a:pt x="136543" y="412583"/>
                </a:lnTo>
                <a:lnTo>
                  <a:pt x="112022" y="446353"/>
                </a:lnTo>
                <a:lnTo>
                  <a:pt x="89790" y="480929"/>
                </a:lnTo>
                <a:lnTo>
                  <a:pt x="69893" y="516250"/>
                </a:lnTo>
                <a:lnTo>
                  <a:pt x="52379" y="552254"/>
                </a:lnTo>
                <a:lnTo>
                  <a:pt x="37296" y="588878"/>
                </a:lnTo>
                <a:lnTo>
                  <a:pt x="24690" y="626062"/>
                </a:lnTo>
                <a:lnTo>
                  <a:pt x="14611" y="663742"/>
                </a:lnTo>
                <a:lnTo>
                  <a:pt x="7104" y="701859"/>
                </a:lnTo>
                <a:lnTo>
                  <a:pt x="2218" y="740349"/>
                </a:lnTo>
                <a:lnTo>
                  <a:pt x="0" y="779151"/>
                </a:lnTo>
                <a:lnTo>
                  <a:pt x="497" y="818203"/>
                </a:lnTo>
                <a:lnTo>
                  <a:pt x="3757" y="857444"/>
                </a:lnTo>
                <a:lnTo>
                  <a:pt x="9828" y="896811"/>
                </a:lnTo>
                <a:lnTo>
                  <a:pt x="18757" y="936243"/>
                </a:lnTo>
                <a:lnTo>
                  <a:pt x="30592" y="975678"/>
                </a:lnTo>
                <a:lnTo>
                  <a:pt x="45379" y="1015055"/>
                </a:lnTo>
                <a:lnTo>
                  <a:pt x="61848" y="1051598"/>
                </a:lnTo>
                <a:lnTo>
                  <a:pt x="80561" y="1087183"/>
                </a:lnTo>
                <a:lnTo>
                  <a:pt x="101446" y="1121782"/>
                </a:lnTo>
                <a:lnTo>
                  <a:pt x="124429" y="1155366"/>
                </a:lnTo>
                <a:lnTo>
                  <a:pt x="149439" y="1187907"/>
                </a:lnTo>
                <a:lnTo>
                  <a:pt x="176403" y="1219378"/>
                </a:lnTo>
                <a:lnTo>
                  <a:pt x="205248" y="1249750"/>
                </a:lnTo>
                <a:lnTo>
                  <a:pt x="235902" y="1278994"/>
                </a:lnTo>
                <a:lnTo>
                  <a:pt x="268292" y="1307083"/>
                </a:lnTo>
                <a:lnTo>
                  <a:pt x="302346" y="1333989"/>
                </a:lnTo>
                <a:lnTo>
                  <a:pt x="337991" y="1359683"/>
                </a:lnTo>
                <a:lnTo>
                  <a:pt x="375154" y="1384137"/>
                </a:lnTo>
                <a:lnTo>
                  <a:pt x="413764" y="1407324"/>
                </a:lnTo>
                <a:lnTo>
                  <a:pt x="453748" y="1429214"/>
                </a:lnTo>
                <a:lnTo>
                  <a:pt x="495032" y="1449781"/>
                </a:lnTo>
                <a:lnTo>
                  <a:pt x="537545" y="1468995"/>
                </a:lnTo>
                <a:lnTo>
                  <a:pt x="581214" y="1486828"/>
                </a:lnTo>
                <a:lnTo>
                  <a:pt x="625967" y="1503253"/>
                </a:lnTo>
                <a:lnTo>
                  <a:pt x="671730" y="1518241"/>
                </a:lnTo>
                <a:lnTo>
                  <a:pt x="718432" y="1531764"/>
                </a:lnTo>
                <a:lnTo>
                  <a:pt x="766000" y="1543794"/>
                </a:lnTo>
                <a:lnTo>
                  <a:pt x="814361" y="1554302"/>
                </a:lnTo>
                <a:lnTo>
                  <a:pt x="863443" y="1563262"/>
                </a:lnTo>
                <a:lnTo>
                  <a:pt x="913173" y="1570643"/>
                </a:lnTo>
                <a:lnTo>
                  <a:pt x="963479" y="1576420"/>
                </a:lnTo>
                <a:lnTo>
                  <a:pt x="1014289" y="1580562"/>
                </a:lnTo>
                <a:lnTo>
                  <a:pt x="1065528" y="1583042"/>
                </a:lnTo>
                <a:lnTo>
                  <a:pt x="1117126" y="1583832"/>
                </a:lnTo>
                <a:lnTo>
                  <a:pt x="1169010" y="1582904"/>
                </a:lnTo>
                <a:lnTo>
                  <a:pt x="1221107" y="1580229"/>
                </a:lnTo>
                <a:lnTo>
                  <a:pt x="1273344" y="1575780"/>
                </a:lnTo>
                <a:lnTo>
                  <a:pt x="1325650" y="1569528"/>
                </a:lnTo>
                <a:lnTo>
                  <a:pt x="1377951" y="1561445"/>
                </a:lnTo>
                <a:lnTo>
                  <a:pt x="1430174" y="1551503"/>
                </a:lnTo>
                <a:lnTo>
                  <a:pt x="1862260" y="1551503"/>
                </a:lnTo>
                <a:lnTo>
                  <a:pt x="1808253" y="1412692"/>
                </a:lnTo>
                <a:lnTo>
                  <a:pt x="1855576" y="1384551"/>
                </a:lnTo>
                <a:lnTo>
                  <a:pt x="1900292" y="1354845"/>
                </a:lnTo>
                <a:lnTo>
                  <a:pt x="1942363" y="1323661"/>
                </a:lnTo>
                <a:lnTo>
                  <a:pt x="1981748" y="1291090"/>
                </a:lnTo>
                <a:lnTo>
                  <a:pt x="2018407" y="1257220"/>
                </a:lnTo>
                <a:lnTo>
                  <a:pt x="2052301" y="1222139"/>
                </a:lnTo>
                <a:lnTo>
                  <a:pt x="2083391" y="1185937"/>
                </a:lnTo>
                <a:lnTo>
                  <a:pt x="2111635" y="1148702"/>
                </a:lnTo>
                <a:lnTo>
                  <a:pt x="2136996" y="1110524"/>
                </a:lnTo>
                <a:lnTo>
                  <a:pt x="2159431" y="1071491"/>
                </a:lnTo>
                <a:lnTo>
                  <a:pt x="2178903" y="1031692"/>
                </a:lnTo>
                <a:lnTo>
                  <a:pt x="2195371" y="991216"/>
                </a:lnTo>
                <a:lnTo>
                  <a:pt x="2208795" y="950152"/>
                </a:lnTo>
                <a:lnTo>
                  <a:pt x="2219135" y="908589"/>
                </a:lnTo>
                <a:lnTo>
                  <a:pt x="2226352" y="866615"/>
                </a:lnTo>
                <a:lnTo>
                  <a:pt x="2230406" y="824320"/>
                </a:lnTo>
                <a:lnTo>
                  <a:pt x="2231258" y="781793"/>
                </a:lnTo>
                <a:lnTo>
                  <a:pt x="2228866" y="739121"/>
                </a:lnTo>
                <a:lnTo>
                  <a:pt x="2223192" y="696395"/>
                </a:lnTo>
                <a:lnTo>
                  <a:pt x="2214196" y="653703"/>
                </a:lnTo>
                <a:lnTo>
                  <a:pt x="2201838" y="611134"/>
                </a:lnTo>
                <a:lnTo>
                  <a:pt x="2186078" y="568777"/>
                </a:lnTo>
                <a:lnTo>
                  <a:pt x="2169614" y="532233"/>
                </a:lnTo>
                <a:lnTo>
                  <a:pt x="2150904" y="496648"/>
                </a:lnTo>
                <a:lnTo>
                  <a:pt x="2130023" y="462050"/>
                </a:lnTo>
                <a:lnTo>
                  <a:pt x="2107043" y="428466"/>
                </a:lnTo>
                <a:lnTo>
                  <a:pt x="2082035" y="395924"/>
                </a:lnTo>
                <a:lnTo>
                  <a:pt x="2055074" y="364454"/>
                </a:lnTo>
                <a:lnTo>
                  <a:pt x="2026231" y="334082"/>
                </a:lnTo>
                <a:lnTo>
                  <a:pt x="1995578" y="304837"/>
                </a:lnTo>
                <a:lnTo>
                  <a:pt x="1963190" y="276748"/>
                </a:lnTo>
                <a:lnTo>
                  <a:pt x="1929137" y="249843"/>
                </a:lnTo>
                <a:lnTo>
                  <a:pt x="1893492" y="224148"/>
                </a:lnTo>
                <a:lnTo>
                  <a:pt x="1856329" y="199694"/>
                </a:lnTo>
                <a:lnTo>
                  <a:pt x="1817720" y="176508"/>
                </a:lnTo>
                <a:lnTo>
                  <a:pt x="1777736" y="154617"/>
                </a:lnTo>
                <a:lnTo>
                  <a:pt x="1736451" y="134051"/>
                </a:lnTo>
                <a:lnTo>
                  <a:pt x="1693938" y="114837"/>
                </a:lnTo>
                <a:lnTo>
                  <a:pt x="1650269" y="97003"/>
                </a:lnTo>
                <a:lnTo>
                  <a:pt x="1605515" y="80579"/>
                </a:lnTo>
                <a:lnTo>
                  <a:pt x="1559751" y="65591"/>
                </a:lnTo>
                <a:lnTo>
                  <a:pt x="1513048" y="52068"/>
                </a:lnTo>
                <a:lnTo>
                  <a:pt x="1465480" y="40038"/>
                </a:lnTo>
                <a:lnTo>
                  <a:pt x="1417118" y="29529"/>
                </a:lnTo>
                <a:lnTo>
                  <a:pt x="1368035" y="20570"/>
                </a:lnTo>
                <a:lnTo>
                  <a:pt x="1318303" y="13188"/>
                </a:lnTo>
                <a:lnTo>
                  <a:pt x="1267996" y="7412"/>
                </a:lnTo>
                <a:lnTo>
                  <a:pt x="1217186" y="3270"/>
                </a:lnTo>
                <a:lnTo>
                  <a:pt x="1165945" y="790"/>
                </a:lnTo>
                <a:lnTo>
                  <a:pt x="111434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8811" y="1558091"/>
            <a:ext cx="2231390" cy="2117090"/>
          </a:xfrm>
          <a:custGeom>
            <a:avLst/>
            <a:gdLst/>
            <a:ahLst/>
            <a:cxnLst/>
            <a:rect l="l" t="t" r="r" b="b"/>
            <a:pathLst>
              <a:path w="2231390" h="2117090">
                <a:moveTo>
                  <a:pt x="2082192" y="2116780"/>
                </a:moveTo>
                <a:lnTo>
                  <a:pt x="1430174" y="1551503"/>
                </a:lnTo>
                <a:lnTo>
                  <a:pt x="1377951" y="1561445"/>
                </a:lnTo>
                <a:lnTo>
                  <a:pt x="1325650" y="1569528"/>
                </a:lnTo>
                <a:lnTo>
                  <a:pt x="1273344" y="1575780"/>
                </a:lnTo>
                <a:lnTo>
                  <a:pt x="1221107" y="1580229"/>
                </a:lnTo>
                <a:lnTo>
                  <a:pt x="1169010" y="1582904"/>
                </a:lnTo>
                <a:lnTo>
                  <a:pt x="1117126" y="1583832"/>
                </a:lnTo>
                <a:lnTo>
                  <a:pt x="1065528" y="1583042"/>
                </a:lnTo>
                <a:lnTo>
                  <a:pt x="1014289" y="1580562"/>
                </a:lnTo>
                <a:lnTo>
                  <a:pt x="963479" y="1576420"/>
                </a:lnTo>
                <a:lnTo>
                  <a:pt x="913173" y="1570643"/>
                </a:lnTo>
                <a:lnTo>
                  <a:pt x="863443" y="1563262"/>
                </a:lnTo>
                <a:lnTo>
                  <a:pt x="814361" y="1554302"/>
                </a:lnTo>
                <a:lnTo>
                  <a:pt x="766000" y="1543794"/>
                </a:lnTo>
                <a:lnTo>
                  <a:pt x="718432" y="1531764"/>
                </a:lnTo>
                <a:lnTo>
                  <a:pt x="671730" y="1518241"/>
                </a:lnTo>
                <a:lnTo>
                  <a:pt x="625967" y="1503253"/>
                </a:lnTo>
                <a:lnTo>
                  <a:pt x="581214" y="1486828"/>
                </a:lnTo>
                <a:lnTo>
                  <a:pt x="537545" y="1468995"/>
                </a:lnTo>
                <a:lnTo>
                  <a:pt x="495032" y="1449781"/>
                </a:lnTo>
                <a:lnTo>
                  <a:pt x="453748" y="1429214"/>
                </a:lnTo>
                <a:lnTo>
                  <a:pt x="413764" y="1407324"/>
                </a:lnTo>
                <a:lnTo>
                  <a:pt x="375154" y="1384137"/>
                </a:lnTo>
                <a:lnTo>
                  <a:pt x="337991" y="1359683"/>
                </a:lnTo>
                <a:lnTo>
                  <a:pt x="302346" y="1333989"/>
                </a:lnTo>
                <a:lnTo>
                  <a:pt x="268292" y="1307083"/>
                </a:lnTo>
                <a:lnTo>
                  <a:pt x="235902" y="1278994"/>
                </a:lnTo>
                <a:lnTo>
                  <a:pt x="205248" y="1249750"/>
                </a:lnTo>
                <a:lnTo>
                  <a:pt x="176403" y="1219378"/>
                </a:lnTo>
                <a:lnTo>
                  <a:pt x="149439" y="1187907"/>
                </a:lnTo>
                <a:lnTo>
                  <a:pt x="124429" y="1155366"/>
                </a:lnTo>
                <a:lnTo>
                  <a:pt x="101446" y="1121782"/>
                </a:lnTo>
                <a:lnTo>
                  <a:pt x="80561" y="1087183"/>
                </a:lnTo>
                <a:lnTo>
                  <a:pt x="61848" y="1051598"/>
                </a:lnTo>
                <a:lnTo>
                  <a:pt x="45379" y="1015055"/>
                </a:lnTo>
                <a:lnTo>
                  <a:pt x="30592" y="975678"/>
                </a:lnTo>
                <a:lnTo>
                  <a:pt x="18757" y="936243"/>
                </a:lnTo>
                <a:lnTo>
                  <a:pt x="9828" y="896811"/>
                </a:lnTo>
                <a:lnTo>
                  <a:pt x="3757" y="857444"/>
                </a:lnTo>
                <a:lnTo>
                  <a:pt x="497" y="818203"/>
                </a:lnTo>
                <a:lnTo>
                  <a:pt x="0" y="779151"/>
                </a:lnTo>
                <a:lnTo>
                  <a:pt x="2218" y="740349"/>
                </a:lnTo>
                <a:lnTo>
                  <a:pt x="7104" y="701859"/>
                </a:lnTo>
                <a:lnTo>
                  <a:pt x="14611" y="663742"/>
                </a:lnTo>
                <a:lnTo>
                  <a:pt x="24690" y="626062"/>
                </a:lnTo>
                <a:lnTo>
                  <a:pt x="37296" y="588878"/>
                </a:lnTo>
                <a:lnTo>
                  <a:pt x="52379" y="552254"/>
                </a:lnTo>
                <a:lnTo>
                  <a:pt x="69893" y="516250"/>
                </a:lnTo>
                <a:lnTo>
                  <a:pt x="89790" y="480929"/>
                </a:lnTo>
                <a:lnTo>
                  <a:pt x="112022" y="446353"/>
                </a:lnTo>
                <a:lnTo>
                  <a:pt x="136543" y="412583"/>
                </a:lnTo>
                <a:lnTo>
                  <a:pt x="163304" y="379681"/>
                </a:lnTo>
                <a:lnTo>
                  <a:pt x="192258" y="347708"/>
                </a:lnTo>
                <a:lnTo>
                  <a:pt x="223358" y="316728"/>
                </a:lnTo>
                <a:lnTo>
                  <a:pt x="256556" y="286800"/>
                </a:lnTo>
                <a:lnTo>
                  <a:pt x="291805" y="257988"/>
                </a:lnTo>
                <a:lnTo>
                  <a:pt x="329057" y="230353"/>
                </a:lnTo>
                <a:lnTo>
                  <a:pt x="368264" y="203957"/>
                </a:lnTo>
                <a:lnTo>
                  <a:pt x="409379" y="178861"/>
                </a:lnTo>
                <a:lnTo>
                  <a:pt x="452355" y="155127"/>
                </a:lnTo>
                <a:lnTo>
                  <a:pt x="497145" y="132818"/>
                </a:lnTo>
                <a:lnTo>
                  <a:pt x="543699" y="111995"/>
                </a:lnTo>
                <a:lnTo>
                  <a:pt x="591972" y="92719"/>
                </a:lnTo>
                <a:lnTo>
                  <a:pt x="641916" y="75053"/>
                </a:lnTo>
                <a:lnTo>
                  <a:pt x="693483" y="59058"/>
                </a:lnTo>
                <a:lnTo>
                  <a:pt x="746625" y="44796"/>
                </a:lnTo>
                <a:lnTo>
                  <a:pt x="801296" y="32329"/>
                </a:lnTo>
                <a:lnTo>
                  <a:pt x="853520" y="22387"/>
                </a:lnTo>
                <a:lnTo>
                  <a:pt x="905821" y="14304"/>
                </a:lnTo>
                <a:lnTo>
                  <a:pt x="958127" y="8052"/>
                </a:lnTo>
                <a:lnTo>
                  <a:pt x="1010365" y="3602"/>
                </a:lnTo>
                <a:lnTo>
                  <a:pt x="1062462" y="928"/>
                </a:lnTo>
                <a:lnTo>
                  <a:pt x="1114346" y="0"/>
                </a:lnTo>
                <a:lnTo>
                  <a:pt x="1165945" y="790"/>
                </a:lnTo>
                <a:lnTo>
                  <a:pt x="1217186" y="3270"/>
                </a:lnTo>
                <a:lnTo>
                  <a:pt x="1267996" y="7412"/>
                </a:lnTo>
                <a:lnTo>
                  <a:pt x="1318303" y="13188"/>
                </a:lnTo>
                <a:lnTo>
                  <a:pt x="1368035" y="20570"/>
                </a:lnTo>
                <a:lnTo>
                  <a:pt x="1417118" y="29529"/>
                </a:lnTo>
                <a:lnTo>
                  <a:pt x="1465480" y="40038"/>
                </a:lnTo>
                <a:lnTo>
                  <a:pt x="1513048" y="52068"/>
                </a:lnTo>
                <a:lnTo>
                  <a:pt x="1559751" y="65591"/>
                </a:lnTo>
                <a:lnTo>
                  <a:pt x="1605515" y="80579"/>
                </a:lnTo>
                <a:lnTo>
                  <a:pt x="1650269" y="97003"/>
                </a:lnTo>
                <a:lnTo>
                  <a:pt x="1693938" y="114837"/>
                </a:lnTo>
                <a:lnTo>
                  <a:pt x="1736451" y="134051"/>
                </a:lnTo>
                <a:lnTo>
                  <a:pt x="1777736" y="154617"/>
                </a:lnTo>
                <a:lnTo>
                  <a:pt x="1817720" y="176508"/>
                </a:lnTo>
                <a:lnTo>
                  <a:pt x="1856329" y="199694"/>
                </a:lnTo>
                <a:lnTo>
                  <a:pt x="1893492" y="224148"/>
                </a:lnTo>
                <a:lnTo>
                  <a:pt x="1929137" y="249843"/>
                </a:lnTo>
                <a:lnTo>
                  <a:pt x="1963190" y="276748"/>
                </a:lnTo>
                <a:lnTo>
                  <a:pt x="1995578" y="304837"/>
                </a:lnTo>
                <a:lnTo>
                  <a:pt x="2026231" y="334082"/>
                </a:lnTo>
                <a:lnTo>
                  <a:pt x="2055074" y="364454"/>
                </a:lnTo>
                <a:lnTo>
                  <a:pt x="2082035" y="395924"/>
                </a:lnTo>
                <a:lnTo>
                  <a:pt x="2107043" y="428466"/>
                </a:lnTo>
                <a:lnTo>
                  <a:pt x="2130023" y="462050"/>
                </a:lnTo>
                <a:lnTo>
                  <a:pt x="2150904" y="496648"/>
                </a:lnTo>
                <a:lnTo>
                  <a:pt x="2169614" y="532233"/>
                </a:lnTo>
                <a:lnTo>
                  <a:pt x="2186078" y="568777"/>
                </a:lnTo>
                <a:lnTo>
                  <a:pt x="2201838" y="611134"/>
                </a:lnTo>
                <a:lnTo>
                  <a:pt x="2214196" y="653703"/>
                </a:lnTo>
                <a:lnTo>
                  <a:pt x="2223192" y="696395"/>
                </a:lnTo>
                <a:lnTo>
                  <a:pt x="2228866" y="739121"/>
                </a:lnTo>
                <a:lnTo>
                  <a:pt x="2231258" y="781793"/>
                </a:lnTo>
                <a:lnTo>
                  <a:pt x="2230406" y="824320"/>
                </a:lnTo>
                <a:lnTo>
                  <a:pt x="2226352" y="866615"/>
                </a:lnTo>
                <a:lnTo>
                  <a:pt x="2219135" y="908589"/>
                </a:lnTo>
                <a:lnTo>
                  <a:pt x="2208795" y="950152"/>
                </a:lnTo>
                <a:lnTo>
                  <a:pt x="2195371" y="991216"/>
                </a:lnTo>
                <a:lnTo>
                  <a:pt x="2178903" y="1031692"/>
                </a:lnTo>
                <a:lnTo>
                  <a:pt x="2159431" y="1071491"/>
                </a:lnTo>
                <a:lnTo>
                  <a:pt x="2136996" y="1110524"/>
                </a:lnTo>
                <a:lnTo>
                  <a:pt x="2111635" y="1148702"/>
                </a:lnTo>
                <a:lnTo>
                  <a:pt x="2083391" y="1185937"/>
                </a:lnTo>
                <a:lnTo>
                  <a:pt x="2052301" y="1222139"/>
                </a:lnTo>
                <a:lnTo>
                  <a:pt x="2018407" y="1257220"/>
                </a:lnTo>
                <a:lnTo>
                  <a:pt x="1981748" y="1291090"/>
                </a:lnTo>
                <a:lnTo>
                  <a:pt x="1942363" y="1323661"/>
                </a:lnTo>
                <a:lnTo>
                  <a:pt x="1900292" y="1354845"/>
                </a:lnTo>
                <a:lnTo>
                  <a:pt x="1855576" y="1384551"/>
                </a:lnTo>
                <a:lnTo>
                  <a:pt x="1808253" y="1412692"/>
                </a:lnTo>
                <a:lnTo>
                  <a:pt x="2082192" y="211678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1472" y="1831975"/>
            <a:ext cx="1244600" cy="74358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17500" marR="5080" indent="-304800">
              <a:lnSpc>
                <a:spcPts val="2770"/>
              </a:lnSpc>
              <a:spcBef>
                <a:spcPts val="280"/>
              </a:spcBef>
            </a:pPr>
            <a:r>
              <a:rPr sz="2400" dirty="0">
                <a:latin typeface="宋体"/>
                <a:cs typeface="宋体"/>
              </a:rPr>
              <a:t>软件项目 管理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517" y="305257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软件项目管理基础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4372" y="4158996"/>
            <a:ext cx="4444746" cy="24635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600" y="1676400"/>
            <a:ext cx="2514600" cy="1295400"/>
          </a:xfrm>
          <a:custGeom>
            <a:avLst/>
            <a:gdLst/>
            <a:ahLst/>
            <a:cxnLst/>
            <a:rect l="l" t="t" r="r" b="b"/>
            <a:pathLst>
              <a:path w="2514600" h="1295400">
                <a:moveTo>
                  <a:pt x="0" y="647700"/>
                </a:moveTo>
                <a:lnTo>
                  <a:pt x="6106" y="583449"/>
                </a:lnTo>
                <a:lnTo>
                  <a:pt x="24043" y="520990"/>
                </a:lnTo>
                <a:lnTo>
                  <a:pt x="53233" y="460619"/>
                </a:lnTo>
                <a:lnTo>
                  <a:pt x="93099" y="402633"/>
                </a:lnTo>
                <a:lnTo>
                  <a:pt x="143067" y="347328"/>
                </a:lnTo>
                <a:lnTo>
                  <a:pt x="171658" y="320773"/>
                </a:lnTo>
                <a:lnTo>
                  <a:pt x="202559" y="295001"/>
                </a:lnTo>
                <a:lnTo>
                  <a:pt x="235697" y="270047"/>
                </a:lnTo>
                <a:lnTo>
                  <a:pt x="270999" y="245948"/>
                </a:lnTo>
                <a:lnTo>
                  <a:pt x="308395" y="222743"/>
                </a:lnTo>
                <a:lnTo>
                  <a:pt x="347811" y="200467"/>
                </a:lnTo>
                <a:lnTo>
                  <a:pt x="389177" y="179159"/>
                </a:lnTo>
                <a:lnTo>
                  <a:pt x="432419" y="158854"/>
                </a:lnTo>
                <a:lnTo>
                  <a:pt x="477467" y="139591"/>
                </a:lnTo>
                <a:lnTo>
                  <a:pt x="524247" y="121406"/>
                </a:lnTo>
                <a:lnTo>
                  <a:pt x="572688" y="104337"/>
                </a:lnTo>
                <a:lnTo>
                  <a:pt x="622717" y="88420"/>
                </a:lnTo>
                <a:lnTo>
                  <a:pt x="674264" y="73692"/>
                </a:lnTo>
                <a:lnTo>
                  <a:pt x="727255" y="60191"/>
                </a:lnTo>
                <a:lnTo>
                  <a:pt x="781618" y="47954"/>
                </a:lnTo>
                <a:lnTo>
                  <a:pt x="837283" y="37017"/>
                </a:lnTo>
                <a:lnTo>
                  <a:pt x="894176" y="27419"/>
                </a:lnTo>
                <a:lnTo>
                  <a:pt x="952225" y="19195"/>
                </a:lnTo>
                <a:lnTo>
                  <a:pt x="1011359" y="12384"/>
                </a:lnTo>
                <a:lnTo>
                  <a:pt x="1071505" y="7021"/>
                </a:lnTo>
                <a:lnTo>
                  <a:pt x="1132592" y="3145"/>
                </a:lnTo>
                <a:lnTo>
                  <a:pt x="1194548" y="792"/>
                </a:lnTo>
                <a:lnTo>
                  <a:pt x="1257300" y="0"/>
                </a:lnTo>
                <a:lnTo>
                  <a:pt x="1320056" y="792"/>
                </a:lnTo>
                <a:lnTo>
                  <a:pt x="1382015" y="3145"/>
                </a:lnTo>
                <a:lnTo>
                  <a:pt x="1443105" y="7021"/>
                </a:lnTo>
                <a:lnTo>
                  <a:pt x="1503254" y="12384"/>
                </a:lnTo>
                <a:lnTo>
                  <a:pt x="1562391" y="19195"/>
                </a:lnTo>
                <a:lnTo>
                  <a:pt x="1620442" y="27419"/>
                </a:lnTo>
                <a:lnTo>
                  <a:pt x="1677336" y="37017"/>
                </a:lnTo>
                <a:lnTo>
                  <a:pt x="1733002" y="47954"/>
                </a:lnTo>
                <a:lnTo>
                  <a:pt x="1787366" y="60191"/>
                </a:lnTo>
                <a:lnTo>
                  <a:pt x="1840358" y="73692"/>
                </a:lnTo>
                <a:lnTo>
                  <a:pt x="1891904" y="88420"/>
                </a:lnTo>
                <a:lnTo>
                  <a:pt x="1941934" y="104337"/>
                </a:lnTo>
                <a:lnTo>
                  <a:pt x="1990374" y="121406"/>
                </a:lnTo>
                <a:lnTo>
                  <a:pt x="2037154" y="139591"/>
                </a:lnTo>
                <a:lnTo>
                  <a:pt x="2082200" y="158854"/>
                </a:lnTo>
                <a:lnTo>
                  <a:pt x="2125442" y="179159"/>
                </a:lnTo>
                <a:lnTo>
                  <a:pt x="2166806" y="200467"/>
                </a:lnTo>
                <a:lnTo>
                  <a:pt x="2206221" y="222743"/>
                </a:lnTo>
                <a:lnTo>
                  <a:pt x="2243616" y="245948"/>
                </a:lnTo>
                <a:lnTo>
                  <a:pt x="2278917" y="270047"/>
                </a:lnTo>
                <a:lnTo>
                  <a:pt x="2312053" y="295001"/>
                </a:lnTo>
                <a:lnTo>
                  <a:pt x="2342952" y="320773"/>
                </a:lnTo>
                <a:lnTo>
                  <a:pt x="2371542" y="347328"/>
                </a:lnTo>
                <a:lnTo>
                  <a:pt x="2421506" y="402633"/>
                </a:lnTo>
                <a:lnTo>
                  <a:pt x="2461371" y="460619"/>
                </a:lnTo>
                <a:lnTo>
                  <a:pt x="2490558" y="520990"/>
                </a:lnTo>
                <a:lnTo>
                  <a:pt x="2508493" y="583449"/>
                </a:lnTo>
                <a:lnTo>
                  <a:pt x="2514600" y="647700"/>
                </a:lnTo>
                <a:lnTo>
                  <a:pt x="2513061" y="680030"/>
                </a:lnTo>
                <a:lnTo>
                  <a:pt x="2500968" y="743422"/>
                </a:lnTo>
                <a:lnTo>
                  <a:pt x="2477335" y="804874"/>
                </a:lnTo>
                <a:lnTo>
                  <a:pt x="2442737" y="864090"/>
                </a:lnTo>
                <a:lnTo>
                  <a:pt x="2397751" y="920773"/>
                </a:lnTo>
                <a:lnTo>
                  <a:pt x="2342952" y="974626"/>
                </a:lnTo>
                <a:lnTo>
                  <a:pt x="2312053" y="1000398"/>
                </a:lnTo>
                <a:lnTo>
                  <a:pt x="2278917" y="1025352"/>
                </a:lnTo>
                <a:lnTo>
                  <a:pt x="2243616" y="1049451"/>
                </a:lnTo>
                <a:lnTo>
                  <a:pt x="2206221" y="1072656"/>
                </a:lnTo>
                <a:lnTo>
                  <a:pt x="2166806" y="1094932"/>
                </a:lnTo>
                <a:lnTo>
                  <a:pt x="2125442" y="1116240"/>
                </a:lnTo>
                <a:lnTo>
                  <a:pt x="2082200" y="1136545"/>
                </a:lnTo>
                <a:lnTo>
                  <a:pt x="2037154" y="1155808"/>
                </a:lnTo>
                <a:lnTo>
                  <a:pt x="1990374" y="1173993"/>
                </a:lnTo>
                <a:lnTo>
                  <a:pt x="1941934" y="1191062"/>
                </a:lnTo>
                <a:lnTo>
                  <a:pt x="1891904" y="1206979"/>
                </a:lnTo>
                <a:lnTo>
                  <a:pt x="1840358" y="1221707"/>
                </a:lnTo>
                <a:lnTo>
                  <a:pt x="1787366" y="1235208"/>
                </a:lnTo>
                <a:lnTo>
                  <a:pt x="1733002" y="1247445"/>
                </a:lnTo>
                <a:lnTo>
                  <a:pt x="1677336" y="1258382"/>
                </a:lnTo>
                <a:lnTo>
                  <a:pt x="1620442" y="1267980"/>
                </a:lnTo>
                <a:lnTo>
                  <a:pt x="1562391" y="1276204"/>
                </a:lnTo>
                <a:lnTo>
                  <a:pt x="1503254" y="1283015"/>
                </a:lnTo>
                <a:lnTo>
                  <a:pt x="1443105" y="1288378"/>
                </a:lnTo>
                <a:lnTo>
                  <a:pt x="1382015" y="1292254"/>
                </a:lnTo>
                <a:lnTo>
                  <a:pt x="1320056" y="1294607"/>
                </a:lnTo>
                <a:lnTo>
                  <a:pt x="1257300" y="1295400"/>
                </a:lnTo>
                <a:lnTo>
                  <a:pt x="1194548" y="1294607"/>
                </a:lnTo>
                <a:lnTo>
                  <a:pt x="1132592" y="1292254"/>
                </a:lnTo>
                <a:lnTo>
                  <a:pt x="1071505" y="1288378"/>
                </a:lnTo>
                <a:lnTo>
                  <a:pt x="1011359" y="1283015"/>
                </a:lnTo>
                <a:lnTo>
                  <a:pt x="952225" y="1276204"/>
                </a:lnTo>
                <a:lnTo>
                  <a:pt x="894176" y="1267980"/>
                </a:lnTo>
                <a:lnTo>
                  <a:pt x="837283" y="1258382"/>
                </a:lnTo>
                <a:lnTo>
                  <a:pt x="781618" y="1247445"/>
                </a:lnTo>
                <a:lnTo>
                  <a:pt x="727255" y="1235208"/>
                </a:lnTo>
                <a:lnTo>
                  <a:pt x="674264" y="1221707"/>
                </a:lnTo>
                <a:lnTo>
                  <a:pt x="622717" y="1206979"/>
                </a:lnTo>
                <a:lnTo>
                  <a:pt x="572688" y="1191062"/>
                </a:lnTo>
                <a:lnTo>
                  <a:pt x="524247" y="1173993"/>
                </a:lnTo>
                <a:lnTo>
                  <a:pt x="477467" y="1155808"/>
                </a:lnTo>
                <a:lnTo>
                  <a:pt x="432419" y="1136545"/>
                </a:lnTo>
                <a:lnTo>
                  <a:pt x="389177" y="1116240"/>
                </a:lnTo>
                <a:lnTo>
                  <a:pt x="347811" y="1094932"/>
                </a:lnTo>
                <a:lnTo>
                  <a:pt x="308395" y="1072656"/>
                </a:lnTo>
                <a:lnTo>
                  <a:pt x="270999" y="1049451"/>
                </a:lnTo>
                <a:lnTo>
                  <a:pt x="235697" y="1025352"/>
                </a:lnTo>
                <a:lnTo>
                  <a:pt x="202559" y="1000398"/>
                </a:lnTo>
                <a:lnTo>
                  <a:pt x="171658" y="974626"/>
                </a:lnTo>
                <a:lnTo>
                  <a:pt x="143067" y="948071"/>
                </a:lnTo>
                <a:lnTo>
                  <a:pt x="93099" y="892766"/>
                </a:lnTo>
                <a:lnTo>
                  <a:pt x="53233" y="834780"/>
                </a:lnTo>
                <a:lnTo>
                  <a:pt x="24043" y="774409"/>
                </a:lnTo>
                <a:lnTo>
                  <a:pt x="6106" y="711950"/>
                </a:lnTo>
                <a:lnTo>
                  <a:pt x="0" y="647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48000" y="1676400"/>
            <a:ext cx="2514600" cy="1295400"/>
          </a:xfrm>
          <a:custGeom>
            <a:avLst/>
            <a:gdLst/>
            <a:ahLst/>
            <a:cxnLst/>
            <a:rect l="l" t="t" r="r" b="b"/>
            <a:pathLst>
              <a:path w="2514600" h="1295400">
                <a:moveTo>
                  <a:pt x="0" y="647700"/>
                </a:moveTo>
                <a:lnTo>
                  <a:pt x="6106" y="583449"/>
                </a:lnTo>
                <a:lnTo>
                  <a:pt x="24041" y="520990"/>
                </a:lnTo>
                <a:lnTo>
                  <a:pt x="53228" y="460619"/>
                </a:lnTo>
                <a:lnTo>
                  <a:pt x="93093" y="402633"/>
                </a:lnTo>
                <a:lnTo>
                  <a:pt x="143057" y="347328"/>
                </a:lnTo>
                <a:lnTo>
                  <a:pt x="171647" y="320773"/>
                </a:lnTo>
                <a:lnTo>
                  <a:pt x="202546" y="295001"/>
                </a:lnTo>
                <a:lnTo>
                  <a:pt x="235682" y="270047"/>
                </a:lnTo>
                <a:lnTo>
                  <a:pt x="270983" y="245948"/>
                </a:lnTo>
                <a:lnTo>
                  <a:pt x="308378" y="222743"/>
                </a:lnTo>
                <a:lnTo>
                  <a:pt x="347793" y="200467"/>
                </a:lnTo>
                <a:lnTo>
                  <a:pt x="389157" y="179159"/>
                </a:lnTo>
                <a:lnTo>
                  <a:pt x="432399" y="158854"/>
                </a:lnTo>
                <a:lnTo>
                  <a:pt x="477445" y="139591"/>
                </a:lnTo>
                <a:lnTo>
                  <a:pt x="524225" y="121406"/>
                </a:lnTo>
                <a:lnTo>
                  <a:pt x="572665" y="104337"/>
                </a:lnTo>
                <a:lnTo>
                  <a:pt x="622695" y="88420"/>
                </a:lnTo>
                <a:lnTo>
                  <a:pt x="674241" y="73692"/>
                </a:lnTo>
                <a:lnTo>
                  <a:pt x="727233" y="60191"/>
                </a:lnTo>
                <a:lnTo>
                  <a:pt x="781597" y="47954"/>
                </a:lnTo>
                <a:lnTo>
                  <a:pt x="837263" y="37017"/>
                </a:lnTo>
                <a:lnTo>
                  <a:pt x="894157" y="27419"/>
                </a:lnTo>
                <a:lnTo>
                  <a:pt x="952208" y="19195"/>
                </a:lnTo>
                <a:lnTo>
                  <a:pt x="1011345" y="12384"/>
                </a:lnTo>
                <a:lnTo>
                  <a:pt x="1071494" y="7021"/>
                </a:lnTo>
                <a:lnTo>
                  <a:pt x="1132584" y="3145"/>
                </a:lnTo>
                <a:lnTo>
                  <a:pt x="1194543" y="792"/>
                </a:lnTo>
                <a:lnTo>
                  <a:pt x="1257300" y="0"/>
                </a:lnTo>
                <a:lnTo>
                  <a:pt x="1320056" y="792"/>
                </a:lnTo>
                <a:lnTo>
                  <a:pt x="1382015" y="3145"/>
                </a:lnTo>
                <a:lnTo>
                  <a:pt x="1443105" y="7021"/>
                </a:lnTo>
                <a:lnTo>
                  <a:pt x="1503254" y="12384"/>
                </a:lnTo>
                <a:lnTo>
                  <a:pt x="1562391" y="19195"/>
                </a:lnTo>
                <a:lnTo>
                  <a:pt x="1620442" y="27419"/>
                </a:lnTo>
                <a:lnTo>
                  <a:pt x="1677336" y="37017"/>
                </a:lnTo>
                <a:lnTo>
                  <a:pt x="1733002" y="47954"/>
                </a:lnTo>
                <a:lnTo>
                  <a:pt x="1787366" y="60191"/>
                </a:lnTo>
                <a:lnTo>
                  <a:pt x="1840358" y="73692"/>
                </a:lnTo>
                <a:lnTo>
                  <a:pt x="1891904" y="88420"/>
                </a:lnTo>
                <a:lnTo>
                  <a:pt x="1941934" y="104337"/>
                </a:lnTo>
                <a:lnTo>
                  <a:pt x="1990374" y="121406"/>
                </a:lnTo>
                <a:lnTo>
                  <a:pt x="2037154" y="139591"/>
                </a:lnTo>
                <a:lnTo>
                  <a:pt x="2082200" y="158854"/>
                </a:lnTo>
                <a:lnTo>
                  <a:pt x="2125442" y="179159"/>
                </a:lnTo>
                <a:lnTo>
                  <a:pt x="2166806" y="200467"/>
                </a:lnTo>
                <a:lnTo>
                  <a:pt x="2206221" y="222743"/>
                </a:lnTo>
                <a:lnTo>
                  <a:pt x="2243616" y="245948"/>
                </a:lnTo>
                <a:lnTo>
                  <a:pt x="2278917" y="270047"/>
                </a:lnTo>
                <a:lnTo>
                  <a:pt x="2312053" y="295001"/>
                </a:lnTo>
                <a:lnTo>
                  <a:pt x="2342952" y="320773"/>
                </a:lnTo>
                <a:lnTo>
                  <a:pt x="2371542" y="347328"/>
                </a:lnTo>
                <a:lnTo>
                  <a:pt x="2421506" y="402633"/>
                </a:lnTo>
                <a:lnTo>
                  <a:pt x="2461371" y="460619"/>
                </a:lnTo>
                <a:lnTo>
                  <a:pt x="2490558" y="520990"/>
                </a:lnTo>
                <a:lnTo>
                  <a:pt x="2508493" y="583449"/>
                </a:lnTo>
                <a:lnTo>
                  <a:pt x="2514600" y="647700"/>
                </a:lnTo>
                <a:lnTo>
                  <a:pt x="2513061" y="680030"/>
                </a:lnTo>
                <a:lnTo>
                  <a:pt x="2500968" y="743422"/>
                </a:lnTo>
                <a:lnTo>
                  <a:pt x="2477335" y="804874"/>
                </a:lnTo>
                <a:lnTo>
                  <a:pt x="2442737" y="864090"/>
                </a:lnTo>
                <a:lnTo>
                  <a:pt x="2397751" y="920773"/>
                </a:lnTo>
                <a:lnTo>
                  <a:pt x="2342952" y="974626"/>
                </a:lnTo>
                <a:lnTo>
                  <a:pt x="2312053" y="1000398"/>
                </a:lnTo>
                <a:lnTo>
                  <a:pt x="2278917" y="1025352"/>
                </a:lnTo>
                <a:lnTo>
                  <a:pt x="2243616" y="1049451"/>
                </a:lnTo>
                <a:lnTo>
                  <a:pt x="2206221" y="1072656"/>
                </a:lnTo>
                <a:lnTo>
                  <a:pt x="2166806" y="1094932"/>
                </a:lnTo>
                <a:lnTo>
                  <a:pt x="2125442" y="1116240"/>
                </a:lnTo>
                <a:lnTo>
                  <a:pt x="2082200" y="1136545"/>
                </a:lnTo>
                <a:lnTo>
                  <a:pt x="2037154" y="1155808"/>
                </a:lnTo>
                <a:lnTo>
                  <a:pt x="1990374" y="1173993"/>
                </a:lnTo>
                <a:lnTo>
                  <a:pt x="1941934" y="1191062"/>
                </a:lnTo>
                <a:lnTo>
                  <a:pt x="1891904" y="1206979"/>
                </a:lnTo>
                <a:lnTo>
                  <a:pt x="1840358" y="1221707"/>
                </a:lnTo>
                <a:lnTo>
                  <a:pt x="1787366" y="1235208"/>
                </a:lnTo>
                <a:lnTo>
                  <a:pt x="1733002" y="1247445"/>
                </a:lnTo>
                <a:lnTo>
                  <a:pt x="1677336" y="1258382"/>
                </a:lnTo>
                <a:lnTo>
                  <a:pt x="1620442" y="1267980"/>
                </a:lnTo>
                <a:lnTo>
                  <a:pt x="1562391" y="1276204"/>
                </a:lnTo>
                <a:lnTo>
                  <a:pt x="1503254" y="1283015"/>
                </a:lnTo>
                <a:lnTo>
                  <a:pt x="1443105" y="1288378"/>
                </a:lnTo>
                <a:lnTo>
                  <a:pt x="1382015" y="1292254"/>
                </a:lnTo>
                <a:lnTo>
                  <a:pt x="1320056" y="1294607"/>
                </a:lnTo>
                <a:lnTo>
                  <a:pt x="1257300" y="1295400"/>
                </a:lnTo>
                <a:lnTo>
                  <a:pt x="1194543" y="1294607"/>
                </a:lnTo>
                <a:lnTo>
                  <a:pt x="1132584" y="1292254"/>
                </a:lnTo>
                <a:lnTo>
                  <a:pt x="1071494" y="1288378"/>
                </a:lnTo>
                <a:lnTo>
                  <a:pt x="1011345" y="1283015"/>
                </a:lnTo>
                <a:lnTo>
                  <a:pt x="952208" y="1276204"/>
                </a:lnTo>
                <a:lnTo>
                  <a:pt x="894157" y="1267980"/>
                </a:lnTo>
                <a:lnTo>
                  <a:pt x="837263" y="1258382"/>
                </a:lnTo>
                <a:lnTo>
                  <a:pt x="781597" y="1247445"/>
                </a:lnTo>
                <a:lnTo>
                  <a:pt x="727233" y="1235208"/>
                </a:lnTo>
                <a:lnTo>
                  <a:pt x="674241" y="1221707"/>
                </a:lnTo>
                <a:lnTo>
                  <a:pt x="622695" y="1206979"/>
                </a:lnTo>
                <a:lnTo>
                  <a:pt x="572665" y="1191062"/>
                </a:lnTo>
                <a:lnTo>
                  <a:pt x="524225" y="1173993"/>
                </a:lnTo>
                <a:lnTo>
                  <a:pt x="477445" y="1155808"/>
                </a:lnTo>
                <a:lnTo>
                  <a:pt x="432399" y="1136545"/>
                </a:lnTo>
                <a:lnTo>
                  <a:pt x="389157" y="1116240"/>
                </a:lnTo>
                <a:lnTo>
                  <a:pt x="347793" y="1094932"/>
                </a:lnTo>
                <a:lnTo>
                  <a:pt x="308378" y="1072656"/>
                </a:lnTo>
                <a:lnTo>
                  <a:pt x="270983" y="1049451"/>
                </a:lnTo>
                <a:lnTo>
                  <a:pt x="235682" y="1025352"/>
                </a:lnTo>
                <a:lnTo>
                  <a:pt x="202546" y="1000398"/>
                </a:lnTo>
                <a:lnTo>
                  <a:pt x="171647" y="974626"/>
                </a:lnTo>
                <a:lnTo>
                  <a:pt x="143057" y="948071"/>
                </a:lnTo>
                <a:lnTo>
                  <a:pt x="93093" y="892766"/>
                </a:lnTo>
                <a:lnTo>
                  <a:pt x="53228" y="834780"/>
                </a:lnTo>
                <a:lnTo>
                  <a:pt x="24041" y="774409"/>
                </a:lnTo>
                <a:lnTo>
                  <a:pt x="6106" y="711950"/>
                </a:lnTo>
                <a:lnTo>
                  <a:pt x="0" y="647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0739" y="2162683"/>
            <a:ext cx="1245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项目管理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60775" y="2162683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软件项目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91200" y="1676400"/>
            <a:ext cx="2514600" cy="1295400"/>
          </a:xfrm>
          <a:custGeom>
            <a:avLst/>
            <a:gdLst/>
            <a:ahLst/>
            <a:cxnLst/>
            <a:rect l="l" t="t" r="r" b="b"/>
            <a:pathLst>
              <a:path w="2514600" h="1295400">
                <a:moveTo>
                  <a:pt x="0" y="647700"/>
                </a:moveTo>
                <a:lnTo>
                  <a:pt x="6106" y="583449"/>
                </a:lnTo>
                <a:lnTo>
                  <a:pt x="24041" y="520990"/>
                </a:lnTo>
                <a:lnTo>
                  <a:pt x="53228" y="460619"/>
                </a:lnTo>
                <a:lnTo>
                  <a:pt x="93093" y="402633"/>
                </a:lnTo>
                <a:lnTo>
                  <a:pt x="143057" y="347328"/>
                </a:lnTo>
                <a:lnTo>
                  <a:pt x="171647" y="320773"/>
                </a:lnTo>
                <a:lnTo>
                  <a:pt x="202546" y="295001"/>
                </a:lnTo>
                <a:lnTo>
                  <a:pt x="235682" y="270047"/>
                </a:lnTo>
                <a:lnTo>
                  <a:pt x="270983" y="245948"/>
                </a:lnTo>
                <a:lnTo>
                  <a:pt x="308378" y="222743"/>
                </a:lnTo>
                <a:lnTo>
                  <a:pt x="347793" y="200467"/>
                </a:lnTo>
                <a:lnTo>
                  <a:pt x="389157" y="179159"/>
                </a:lnTo>
                <a:lnTo>
                  <a:pt x="432399" y="158854"/>
                </a:lnTo>
                <a:lnTo>
                  <a:pt x="477445" y="139591"/>
                </a:lnTo>
                <a:lnTo>
                  <a:pt x="524225" y="121406"/>
                </a:lnTo>
                <a:lnTo>
                  <a:pt x="572665" y="104337"/>
                </a:lnTo>
                <a:lnTo>
                  <a:pt x="622695" y="88420"/>
                </a:lnTo>
                <a:lnTo>
                  <a:pt x="674241" y="73692"/>
                </a:lnTo>
                <a:lnTo>
                  <a:pt x="727233" y="60191"/>
                </a:lnTo>
                <a:lnTo>
                  <a:pt x="781597" y="47954"/>
                </a:lnTo>
                <a:lnTo>
                  <a:pt x="837263" y="37017"/>
                </a:lnTo>
                <a:lnTo>
                  <a:pt x="894157" y="27419"/>
                </a:lnTo>
                <a:lnTo>
                  <a:pt x="952208" y="19195"/>
                </a:lnTo>
                <a:lnTo>
                  <a:pt x="1011345" y="12384"/>
                </a:lnTo>
                <a:lnTo>
                  <a:pt x="1071494" y="7021"/>
                </a:lnTo>
                <a:lnTo>
                  <a:pt x="1132584" y="3145"/>
                </a:lnTo>
                <a:lnTo>
                  <a:pt x="1194543" y="792"/>
                </a:lnTo>
                <a:lnTo>
                  <a:pt x="1257300" y="0"/>
                </a:lnTo>
                <a:lnTo>
                  <a:pt x="1320056" y="792"/>
                </a:lnTo>
                <a:lnTo>
                  <a:pt x="1382015" y="3145"/>
                </a:lnTo>
                <a:lnTo>
                  <a:pt x="1443105" y="7021"/>
                </a:lnTo>
                <a:lnTo>
                  <a:pt x="1503254" y="12384"/>
                </a:lnTo>
                <a:lnTo>
                  <a:pt x="1562391" y="19195"/>
                </a:lnTo>
                <a:lnTo>
                  <a:pt x="1620442" y="27419"/>
                </a:lnTo>
                <a:lnTo>
                  <a:pt x="1677336" y="37017"/>
                </a:lnTo>
                <a:lnTo>
                  <a:pt x="1733002" y="47954"/>
                </a:lnTo>
                <a:lnTo>
                  <a:pt x="1787366" y="60191"/>
                </a:lnTo>
                <a:lnTo>
                  <a:pt x="1840358" y="73692"/>
                </a:lnTo>
                <a:lnTo>
                  <a:pt x="1891904" y="88420"/>
                </a:lnTo>
                <a:lnTo>
                  <a:pt x="1941934" y="104337"/>
                </a:lnTo>
                <a:lnTo>
                  <a:pt x="1990374" y="121406"/>
                </a:lnTo>
                <a:lnTo>
                  <a:pt x="2037154" y="139591"/>
                </a:lnTo>
                <a:lnTo>
                  <a:pt x="2082200" y="158854"/>
                </a:lnTo>
                <a:lnTo>
                  <a:pt x="2125442" y="179159"/>
                </a:lnTo>
                <a:lnTo>
                  <a:pt x="2166806" y="200467"/>
                </a:lnTo>
                <a:lnTo>
                  <a:pt x="2206221" y="222743"/>
                </a:lnTo>
                <a:lnTo>
                  <a:pt x="2243616" y="245948"/>
                </a:lnTo>
                <a:lnTo>
                  <a:pt x="2278917" y="270047"/>
                </a:lnTo>
                <a:lnTo>
                  <a:pt x="2312053" y="295001"/>
                </a:lnTo>
                <a:lnTo>
                  <a:pt x="2342952" y="320773"/>
                </a:lnTo>
                <a:lnTo>
                  <a:pt x="2371542" y="347328"/>
                </a:lnTo>
                <a:lnTo>
                  <a:pt x="2421506" y="402633"/>
                </a:lnTo>
                <a:lnTo>
                  <a:pt x="2461371" y="460619"/>
                </a:lnTo>
                <a:lnTo>
                  <a:pt x="2490558" y="520990"/>
                </a:lnTo>
                <a:lnTo>
                  <a:pt x="2508493" y="583449"/>
                </a:lnTo>
                <a:lnTo>
                  <a:pt x="2514600" y="647700"/>
                </a:lnTo>
                <a:lnTo>
                  <a:pt x="2513061" y="680030"/>
                </a:lnTo>
                <a:lnTo>
                  <a:pt x="2500968" y="743422"/>
                </a:lnTo>
                <a:lnTo>
                  <a:pt x="2477335" y="804874"/>
                </a:lnTo>
                <a:lnTo>
                  <a:pt x="2442737" y="864090"/>
                </a:lnTo>
                <a:lnTo>
                  <a:pt x="2397751" y="920773"/>
                </a:lnTo>
                <a:lnTo>
                  <a:pt x="2342952" y="974626"/>
                </a:lnTo>
                <a:lnTo>
                  <a:pt x="2312053" y="1000398"/>
                </a:lnTo>
                <a:lnTo>
                  <a:pt x="2278917" y="1025352"/>
                </a:lnTo>
                <a:lnTo>
                  <a:pt x="2243616" y="1049451"/>
                </a:lnTo>
                <a:lnTo>
                  <a:pt x="2206221" y="1072656"/>
                </a:lnTo>
                <a:lnTo>
                  <a:pt x="2166806" y="1094932"/>
                </a:lnTo>
                <a:lnTo>
                  <a:pt x="2125442" y="1116240"/>
                </a:lnTo>
                <a:lnTo>
                  <a:pt x="2082200" y="1136545"/>
                </a:lnTo>
                <a:lnTo>
                  <a:pt x="2037154" y="1155808"/>
                </a:lnTo>
                <a:lnTo>
                  <a:pt x="1990374" y="1173993"/>
                </a:lnTo>
                <a:lnTo>
                  <a:pt x="1941934" y="1191062"/>
                </a:lnTo>
                <a:lnTo>
                  <a:pt x="1891904" y="1206979"/>
                </a:lnTo>
                <a:lnTo>
                  <a:pt x="1840358" y="1221707"/>
                </a:lnTo>
                <a:lnTo>
                  <a:pt x="1787366" y="1235208"/>
                </a:lnTo>
                <a:lnTo>
                  <a:pt x="1733002" y="1247445"/>
                </a:lnTo>
                <a:lnTo>
                  <a:pt x="1677336" y="1258382"/>
                </a:lnTo>
                <a:lnTo>
                  <a:pt x="1620442" y="1267980"/>
                </a:lnTo>
                <a:lnTo>
                  <a:pt x="1562391" y="1276204"/>
                </a:lnTo>
                <a:lnTo>
                  <a:pt x="1503254" y="1283015"/>
                </a:lnTo>
                <a:lnTo>
                  <a:pt x="1443105" y="1288378"/>
                </a:lnTo>
                <a:lnTo>
                  <a:pt x="1382015" y="1292254"/>
                </a:lnTo>
                <a:lnTo>
                  <a:pt x="1320056" y="1294607"/>
                </a:lnTo>
                <a:lnTo>
                  <a:pt x="1257300" y="1295400"/>
                </a:lnTo>
                <a:lnTo>
                  <a:pt x="1194543" y="1294607"/>
                </a:lnTo>
                <a:lnTo>
                  <a:pt x="1132584" y="1292254"/>
                </a:lnTo>
                <a:lnTo>
                  <a:pt x="1071494" y="1288378"/>
                </a:lnTo>
                <a:lnTo>
                  <a:pt x="1011345" y="1283015"/>
                </a:lnTo>
                <a:lnTo>
                  <a:pt x="952208" y="1276204"/>
                </a:lnTo>
                <a:lnTo>
                  <a:pt x="894157" y="1267980"/>
                </a:lnTo>
                <a:lnTo>
                  <a:pt x="837263" y="1258382"/>
                </a:lnTo>
                <a:lnTo>
                  <a:pt x="781597" y="1247445"/>
                </a:lnTo>
                <a:lnTo>
                  <a:pt x="727233" y="1235208"/>
                </a:lnTo>
                <a:lnTo>
                  <a:pt x="674241" y="1221707"/>
                </a:lnTo>
                <a:lnTo>
                  <a:pt x="622695" y="1206979"/>
                </a:lnTo>
                <a:lnTo>
                  <a:pt x="572665" y="1191062"/>
                </a:lnTo>
                <a:lnTo>
                  <a:pt x="524225" y="1173993"/>
                </a:lnTo>
                <a:lnTo>
                  <a:pt x="477445" y="1155808"/>
                </a:lnTo>
                <a:lnTo>
                  <a:pt x="432399" y="1136545"/>
                </a:lnTo>
                <a:lnTo>
                  <a:pt x="389157" y="1116240"/>
                </a:lnTo>
                <a:lnTo>
                  <a:pt x="347793" y="1094932"/>
                </a:lnTo>
                <a:lnTo>
                  <a:pt x="308378" y="1072656"/>
                </a:lnTo>
                <a:lnTo>
                  <a:pt x="270983" y="1049451"/>
                </a:lnTo>
                <a:lnTo>
                  <a:pt x="235682" y="1025352"/>
                </a:lnTo>
                <a:lnTo>
                  <a:pt x="202546" y="1000398"/>
                </a:lnTo>
                <a:lnTo>
                  <a:pt x="171647" y="974626"/>
                </a:lnTo>
                <a:lnTo>
                  <a:pt x="143057" y="948071"/>
                </a:lnTo>
                <a:lnTo>
                  <a:pt x="93093" y="892766"/>
                </a:lnTo>
                <a:lnTo>
                  <a:pt x="53228" y="834780"/>
                </a:lnTo>
                <a:lnTo>
                  <a:pt x="24041" y="774409"/>
                </a:lnTo>
                <a:lnTo>
                  <a:pt x="6106" y="711950"/>
                </a:lnTo>
                <a:lnTo>
                  <a:pt x="0" y="647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386064" y="2164207"/>
            <a:ext cx="5607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。。。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5628" y="2086483"/>
            <a:ext cx="1551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经验、技巧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00961" y="3582161"/>
            <a:ext cx="5791200" cy="0"/>
          </a:xfrm>
          <a:custGeom>
            <a:avLst/>
            <a:gdLst/>
            <a:ahLst/>
            <a:cxnLst/>
            <a:rect l="l" t="t" r="r" b="b"/>
            <a:pathLst>
              <a:path w="5791200">
                <a:moveTo>
                  <a:pt x="0" y="0"/>
                </a:moveTo>
                <a:lnTo>
                  <a:pt x="579119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81500" y="2896361"/>
            <a:ext cx="78105" cy="1295400"/>
          </a:xfrm>
          <a:custGeom>
            <a:avLst/>
            <a:gdLst/>
            <a:ahLst/>
            <a:cxnLst/>
            <a:rect l="l" t="t" r="r" b="b"/>
            <a:pathLst>
              <a:path w="78104" h="1295400">
                <a:moveTo>
                  <a:pt x="38862" y="77724"/>
                </a:moveTo>
                <a:lnTo>
                  <a:pt x="25908" y="94995"/>
                </a:lnTo>
                <a:lnTo>
                  <a:pt x="25908" y="1295400"/>
                </a:lnTo>
                <a:lnTo>
                  <a:pt x="51815" y="1295400"/>
                </a:lnTo>
                <a:lnTo>
                  <a:pt x="51815" y="94995"/>
                </a:lnTo>
                <a:lnTo>
                  <a:pt x="38862" y="77724"/>
                </a:lnTo>
                <a:close/>
              </a:path>
              <a:path w="78104" h="1295400">
                <a:moveTo>
                  <a:pt x="38862" y="0"/>
                </a:moveTo>
                <a:lnTo>
                  <a:pt x="0" y="129539"/>
                </a:lnTo>
                <a:lnTo>
                  <a:pt x="25908" y="94995"/>
                </a:lnTo>
                <a:lnTo>
                  <a:pt x="25908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4" h="1295400">
                <a:moveTo>
                  <a:pt x="62179" y="77724"/>
                </a:moveTo>
                <a:lnTo>
                  <a:pt x="51815" y="77724"/>
                </a:lnTo>
                <a:lnTo>
                  <a:pt x="51815" y="94995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4" h="1295400">
                <a:moveTo>
                  <a:pt x="38862" y="77724"/>
                </a:moveTo>
                <a:lnTo>
                  <a:pt x="25908" y="77724"/>
                </a:lnTo>
                <a:lnTo>
                  <a:pt x="25908" y="94995"/>
                </a:lnTo>
                <a:lnTo>
                  <a:pt x="38862" y="77724"/>
                </a:lnTo>
                <a:close/>
              </a:path>
              <a:path w="78104" h="1295400">
                <a:moveTo>
                  <a:pt x="51815" y="77724"/>
                </a:moveTo>
                <a:lnTo>
                  <a:pt x="38862" y="77724"/>
                </a:lnTo>
                <a:lnTo>
                  <a:pt x="51815" y="94995"/>
                </a:lnTo>
                <a:lnTo>
                  <a:pt x="51815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85900" y="2972561"/>
            <a:ext cx="78105" cy="609600"/>
          </a:xfrm>
          <a:custGeom>
            <a:avLst/>
            <a:gdLst/>
            <a:ahLst/>
            <a:cxnLst/>
            <a:rect l="l" t="t" r="r" b="b"/>
            <a:pathLst>
              <a:path w="78105" h="609600">
                <a:moveTo>
                  <a:pt x="38862" y="77724"/>
                </a:moveTo>
                <a:lnTo>
                  <a:pt x="25908" y="94996"/>
                </a:lnTo>
                <a:lnTo>
                  <a:pt x="25908" y="609600"/>
                </a:lnTo>
                <a:lnTo>
                  <a:pt x="51815" y="609600"/>
                </a:lnTo>
                <a:lnTo>
                  <a:pt x="51815" y="94996"/>
                </a:lnTo>
                <a:lnTo>
                  <a:pt x="38862" y="77724"/>
                </a:lnTo>
                <a:close/>
              </a:path>
              <a:path w="78105" h="609600">
                <a:moveTo>
                  <a:pt x="38862" y="0"/>
                </a:moveTo>
                <a:lnTo>
                  <a:pt x="0" y="129539"/>
                </a:lnTo>
                <a:lnTo>
                  <a:pt x="25908" y="94996"/>
                </a:lnTo>
                <a:lnTo>
                  <a:pt x="25908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5" h="609600">
                <a:moveTo>
                  <a:pt x="62179" y="77724"/>
                </a:moveTo>
                <a:lnTo>
                  <a:pt x="51815" y="77724"/>
                </a:lnTo>
                <a:lnTo>
                  <a:pt x="51815" y="94996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5" h="609600">
                <a:moveTo>
                  <a:pt x="38862" y="77724"/>
                </a:moveTo>
                <a:lnTo>
                  <a:pt x="25908" y="77724"/>
                </a:lnTo>
                <a:lnTo>
                  <a:pt x="25908" y="94996"/>
                </a:lnTo>
                <a:lnTo>
                  <a:pt x="38862" y="77724"/>
                </a:lnTo>
                <a:close/>
              </a:path>
              <a:path w="78105" h="609600">
                <a:moveTo>
                  <a:pt x="51815" y="77724"/>
                </a:moveTo>
                <a:lnTo>
                  <a:pt x="38862" y="77724"/>
                </a:lnTo>
                <a:lnTo>
                  <a:pt x="51815" y="94996"/>
                </a:lnTo>
                <a:lnTo>
                  <a:pt x="51815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85900" y="2972561"/>
            <a:ext cx="78105" cy="609600"/>
          </a:xfrm>
          <a:custGeom>
            <a:avLst/>
            <a:gdLst/>
            <a:ahLst/>
            <a:cxnLst/>
            <a:rect l="l" t="t" r="r" b="b"/>
            <a:pathLst>
              <a:path w="78105" h="609600">
                <a:moveTo>
                  <a:pt x="38862" y="77724"/>
                </a:moveTo>
                <a:lnTo>
                  <a:pt x="25908" y="94996"/>
                </a:lnTo>
                <a:lnTo>
                  <a:pt x="25908" y="609600"/>
                </a:lnTo>
                <a:lnTo>
                  <a:pt x="51815" y="609600"/>
                </a:lnTo>
                <a:lnTo>
                  <a:pt x="51815" y="94996"/>
                </a:lnTo>
                <a:lnTo>
                  <a:pt x="38862" y="77724"/>
                </a:lnTo>
                <a:close/>
              </a:path>
              <a:path w="78105" h="609600">
                <a:moveTo>
                  <a:pt x="38862" y="0"/>
                </a:moveTo>
                <a:lnTo>
                  <a:pt x="0" y="129539"/>
                </a:lnTo>
                <a:lnTo>
                  <a:pt x="25908" y="94996"/>
                </a:lnTo>
                <a:lnTo>
                  <a:pt x="25908" y="77724"/>
                </a:lnTo>
                <a:lnTo>
                  <a:pt x="62179" y="77724"/>
                </a:lnTo>
                <a:lnTo>
                  <a:pt x="38862" y="0"/>
                </a:lnTo>
                <a:close/>
              </a:path>
              <a:path w="78105" h="609600">
                <a:moveTo>
                  <a:pt x="62179" y="77724"/>
                </a:moveTo>
                <a:lnTo>
                  <a:pt x="51815" y="77724"/>
                </a:lnTo>
                <a:lnTo>
                  <a:pt x="51815" y="94996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5" h="609600">
                <a:moveTo>
                  <a:pt x="38862" y="77724"/>
                </a:moveTo>
                <a:lnTo>
                  <a:pt x="25908" y="77724"/>
                </a:lnTo>
                <a:lnTo>
                  <a:pt x="25908" y="94996"/>
                </a:lnTo>
                <a:lnTo>
                  <a:pt x="38862" y="77724"/>
                </a:lnTo>
                <a:close/>
              </a:path>
              <a:path w="78105" h="609600">
                <a:moveTo>
                  <a:pt x="51815" y="77724"/>
                </a:moveTo>
                <a:lnTo>
                  <a:pt x="38862" y="77724"/>
                </a:lnTo>
                <a:lnTo>
                  <a:pt x="51815" y="94996"/>
                </a:lnTo>
                <a:lnTo>
                  <a:pt x="51815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53300" y="2972561"/>
            <a:ext cx="78105" cy="609600"/>
          </a:xfrm>
          <a:custGeom>
            <a:avLst/>
            <a:gdLst/>
            <a:ahLst/>
            <a:cxnLst/>
            <a:rect l="l" t="t" r="r" b="b"/>
            <a:pathLst>
              <a:path w="78104" h="609600">
                <a:moveTo>
                  <a:pt x="38861" y="77724"/>
                </a:moveTo>
                <a:lnTo>
                  <a:pt x="25907" y="94996"/>
                </a:lnTo>
                <a:lnTo>
                  <a:pt x="25907" y="609600"/>
                </a:lnTo>
                <a:lnTo>
                  <a:pt x="51816" y="609600"/>
                </a:lnTo>
                <a:lnTo>
                  <a:pt x="51816" y="94996"/>
                </a:lnTo>
                <a:lnTo>
                  <a:pt x="38861" y="77724"/>
                </a:lnTo>
                <a:close/>
              </a:path>
              <a:path w="78104" h="609600">
                <a:moveTo>
                  <a:pt x="38861" y="0"/>
                </a:moveTo>
                <a:lnTo>
                  <a:pt x="0" y="129539"/>
                </a:lnTo>
                <a:lnTo>
                  <a:pt x="25907" y="94996"/>
                </a:lnTo>
                <a:lnTo>
                  <a:pt x="25907" y="77724"/>
                </a:lnTo>
                <a:lnTo>
                  <a:pt x="62179" y="77724"/>
                </a:lnTo>
                <a:lnTo>
                  <a:pt x="38861" y="0"/>
                </a:lnTo>
                <a:close/>
              </a:path>
              <a:path w="78104" h="609600">
                <a:moveTo>
                  <a:pt x="62179" y="77724"/>
                </a:moveTo>
                <a:lnTo>
                  <a:pt x="51816" y="77724"/>
                </a:lnTo>
                <a:lnTo>
                  <a:pt x="51816" y="94996"/>
                </a:lnTo>
                <a:lnTo>
                  <a:pt x="77724" y="129539"/>
                </a:lnTo>
                <a:lnTo>
                  <a:pt x="62179" y="77724"/>
                </a:lnTo>
                <a:close/>
              </a:path>
              <a:path w="78104" h="609600">
                <a:moveTo>
                  <a:pt x="38861" y="77724"/>
                </a:moveTo>
                <a:lnTo>
                  <a:pt x="25907" y="77724"/>
                </a:lnTo>
                <a:lnTo>
                  <a:pt x="25907" y="94996"/>
                </a:lnTo>
                <a:lnTo>
                  <a:pt x="38861" y="77724"/>
                </a:lnTo>
                <a:close/>
              </a:path>
              <a:path w="78104" h="609600">
                <a:moveTo>
                  <a:pt x="51816" y="77724"/>
                </a:moveTo>
                <a:lnTo>
                  <a:pt x="38861" y="77724"/>
                </a:lnTo>
                <a:lnTo>
                  <a:pt x="51816" y="94996"/>
                </a:lnTo>
                <a:lnTo>
                  <a:pt x="51816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557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26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22860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项目与软件项目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2552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项目管理与软件项目管理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0760" y="3525011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20014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PMBOK与软件项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目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管理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体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系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3840" rIns="0" bIns="0" rtlCol="0">
            <a:spAutoFit/>
          </a:bodyPr>
          <a:lstStyle/>
          <a:p>
            <a:pPr marR="406400" algn="ctr">
              <a:lnSpc>
                <a:spcPct val="100000"/>
              </a:lnSpc>
              <a:spcBef>
                <a:spcPts val="19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76298" y="57285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6127" y="5446776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0760" y="5446776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软件项目管理过程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4470" marR="5080">
              <a:lnSpc>
                <a:spcPct val="100000"/>
              </a:lnSpc>
              <a:spcBef>
                <a:spcPts val="105"/>
              </a:spcBef>
            </a:pPr>
            <a:r>
              <a:rPr dirty="0"/>
              <a:t>PMBOK(A guide to </a:t>
            </a:r>
            <a:r>
              <a:rPr spc="-5" dirty="0"/>
              <a:t>the </a:t>
            </a:r>
            <a:r>
              <a:rPr dirty="0"/>
              <a:t>Project</a:t>
            </a:r>
            <a:r>
              <a:rPr spc="-105" dirty="0"/>
              <a:t> </a:t>
            </a:r>
            <a:r>
              <a:rPr dirty="0"/>
              <a:t>management  Body</a:t>
            </a:r>
            <a:r>
              <a:rPr spc="-5" dirty="0"/>
              <a:t> </a:t>
            </a:r>
            <a:r>
              <a:rPr spc="-10" dirty="0"/>
              <a:t>Of</a:t>
            </a:r>
            <a:r>
              <a:rPr spc="-5" dirty="0"/>
              <a:t> Knowledge:</a:t>
            </a:r>
            <a:r>
              <a:rPr dirty="0"/>
              <a:t>项目管</a:t>
            </a:r>
            <a:r>
              <a:rPr spc="-15" dirty="0"/>
              <a:t>理</a:t>
            </a:r>
            <a:r>
              <a:rPr dirty="0"/>
              <a:t>知识</a:t>
            </a:r>
            <a:r>
              <a:rPr spc="-15" dirty="0"/>
              <a:t>体</a:t>
            </a:r>
            <a:r>
              <a:rPr dirty="0"/>
              <a:t>系指</a:t>
            </a:r>
            <a:r>
              <a:rPr spc="5" dirty="0"/>
              <a:t>南</a:t>
            </a:r>
            <a:r>
              <a:rPr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1042416" y="1700783"/>
            <a:ext cx="3451860" cy="4030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97221" y="630824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9471" y="1700783"/>
            <a:ext cx="3834765" cy="3785870"/>
          </a:xfrm>
          <a:prstGeom prst="rect">
            <a:avLst/>
          </a:prstGeom>
          <a:ln w="9144">
            <a:solidFill>
              <a:srgbClr val="001F5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 marR="365125" algn="just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latin typeface="宋体"/>
                <a:cs typeface="宋体"/>
              </a:rPr>
              <a:t>（</a:t>
            </a:r>
            <a:r>
              <a:rPr sz="2400" spc="-5" dirty="0">
                <a:latin typeface="Arial Black"/>
                <a:cs typeface="Arial Black"/>
              </a:rPr>
              <a:t>PM</a:t>
            </a:r>
            <a:r>
              <a:rPr sz="2400" dirty="0">
                <a:latin typeface="Arial Black"/>
                <a:cs typeface="Arial Black"/>
              </a:rPr>
              <a:t>I</a:t>
            </a:r>
            <a:r>
              <a:rPr sz="2400" dirty="0">
                <a:latin typeface="宋体"/>
                <a:cs typeface="宋体"/>
              </a:rPr>
              <a:t>）对项目管理所需 的知识、技能和工具进行 的概括性描述。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2400" spc="-5" dirty="0">
                <a:latin typeface="Arial Black"/>
                <a:cs typeface="Arial Black"/>
              </a:rPr>
              <a:t>2017</a:t>
            </a:r>
            <a:r>
              <a:rPr sz="2400" dirty="0">
                <a:latin typeface="宋体"/>
                <a:cs typeface="宋体"/>
              </a:rPr>
              <a:t>年</a:t>
            </a:r>
            <a:r>
              <a:rPr sz="2400" spc="-5" dirty="0">
                <a:latin typeface="Arial Black"/>
                <a:cs typeface="Arial Black"/>
              </a:rPr>
              <a:t>3</a:t>
            </a:r>
            <a:r>
              <a:rPr sz="2400" dirty="0">
                <a:latin typeface="宋体"/>
                <a:cs typeface="宋体"/>
              </a:rPr>
              <a:t>季度</a:t>
            </a:r>
            <a:endParaRPr sz="240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</a:pPr>
            <a:r>
              <a:rPr sz="2400" spc="-5" dirty="0">
                <a:latin typeface="Arial Black"/>
                <a:cs typeface="Arial Black"/>
              </a:rPr>
              <a:t>PMBOK</a:t>
            </a:r>
            <a:r>
              <a:rPr sz="2400" spc="-5" dirty="0">
                <a:latin typeface="宋体"/>
                <a:cs typeface="宋体"/>
              </a:rPr>
              <a:t>第六版正式出版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36499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latin typeface="华文隶书"/>
                <a:cs typeface="华文隶书"/>
              </a:rPr>
              <a:t>PMBOK</a:t>
            </a:r>
            <a:r>
              <a:rPr sz="4400" i="1" spc="-90" dirty="0">
                <a:latin typeface="华文隶书"/>
                <a:cs typeface="华文隶书"/>
              </a:rPr>
              <a:t> </a:t>
            </a:r>
            <a:r>
              <a:rPr sz="4400" dirty="0">
                <a:latin typeface="华文隶书"/>
                <a:cs typeface="华文隶书"/>
              </a:rPr>
              <a:t>体系图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90351" y="1675587"/>
            <a:ext cx="4305384" cy="44984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21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项目管理五大过程组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31919" y="6430162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8969" y="185204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初始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32779" y="1780794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计划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79448" y="1356360"/>
            <a:ext cx="6147815" cy="5039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71747" y="3913123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控制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53632" y="394182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执行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0300" y="557093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7868" y="1708404"/>
            <a:ext cx="8011286" cy="4961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68783" y="234772"/>
            <a:ext cx="50888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spc="-5" dirty="0">
                <a:latin typeface="华文隶书"/>
                <a:cs typeface="华文隶书"/>
              </a:rPr>
              <a:t>PMBOK: 10 </a:t>
            </a:r>
            <a:r>
              <a:rPr sz="3600" i="1" dirty="0">
                <a:latin typeface="华文隶书"/>
                <a:cs typeface="华文隶书"/>
              </a:rPr>
              <a:t>Knowledge</a:t>
            </a:r>
            <a:r>
              <a:rPr sz="3600" i="1" spc="-60" dirty="0">
                <a:latin typeface="华文隶书"/>
                <a:cs typeface="华文隶书"/>
              </a:rPr>
              <a:t> </a:t>
            </a:r>
            <a:r>
              <a:rPr sz="3600" i="1" spc="-5" dirty="0">
                <a:latin typeface="华文隶书"/>
                <a:cs typeface="华文隶书"/>
              </a:rPr>
              <a:t>Areas</a:t>
            </a:r>
            <a:endParaRPr sz="360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7514" y="4088711"/>
            <a:ext cx="892810" cy="212725"/>
          </a:xfrm>
          <a:custGeom>
            <a:avLst/>
            <a:gdLst/>
            <a:ahLst/>
            <a:cxnLst/>
            <a:rect l="l" t="t" r="r" b="b"/>
            <a:pathLst>
              <a:path w="892810" h="212725">
                <a:moveTo>
                  <a:pt x="798449" y="106098"/>
                </a:moveTo>
                <a:lnTo>
                  <a:pt x="691769" y="168328"/>
                </a:lnTo>
                <a:lnTo>
                  <a:pt x="684742" y="174585"/>
                </a:lnTo>
                <a:lnTo>
                  <a:pt x="680799" y="182758"/>
                </a:lnTo>
                <a:lnTo>
                  <a:pt x="680213" y="191813"/>
                </a:lnTo>
                <a:lnTo>
                  <a:pt x="683260" y="200713"/>
                </a:lnTo>
                <a:lnTo>
                  <a:pt x="689514" y="207668"/>
                </a:lnTo>
                <a:lnTo>
                  <a:pt x="697674" y="211587"/>
                </a:lnTo>
                <a:lnTo>
                  <a:pt x="706691" y="212197"/>
                </a:lnTo>
                <a:lnTo>
                  <a:pt x="715518" y="209222"/>
                </a:lnTo>
                <a:lnTo>
                  <a:pt x="851807" y="129720"/>
                </a:lnTo>
                <a:lnTo>
                  <a:pt x="845438" y="129720"/>
                </a:lnTo>
                <a:lnTo>
                  <a:pt x="845438" y="126545"/>
                </a:lnTo>
                <a:lnTo>
                  <a:pt x="833501" y="126545"/>
                </a:lnTo>
                <a:lnTo>
                  <a:pt x="798449" y="106098"/>
                </a:lnTo>
                <a:close/>
              </a:path>
              <a:path w="892810" h="212725">
                <a:moveTo>
                  <a:pt x="784950" y="113972"/>
                </a:moveTo>
                <a:lnTo>
                  <a:pt x="0" y="113972"/>
                </a:lnTo>
                <a:lnTo>
                  <a:pt x="0" y="129720"/>
                </a:lnTo>
                <a:lnTo>
                  <a:pt x="757954" y="129720"/>
                </a:lnTo>
                <a:lnTo>
                  <a:pt x="784950" y="113972"/>
                </a:lnTo>
                <a:close/>
              </a:path>
              <a:path w="892810" h="212725">
                <a:moveTo>
                  <a:pt x="878803" y="113972"/>
                </a:moveTo>
                <a:lnTo>
                  <a:pt x="845438" y="113972"/>
                </a:lnTo>
                <a:lnTo>
                  <a:pt x="845438" y="129720"/>
                </a:lnTo>
                <a:lnTo>
                  <a:pt x="851807" y="129720"/>
                </a:lnTo>
                <a:lnTo>
                  <a:pt x="878803" y="113972"/>
                </a:lnTo>
                <a:close/>
              </a:path>
              <a:path w="892810" h="212725">
                <a:moveTo>
                  <a:pt x="833501" y="85651"/>
                </a:moveTo>
                <a:lnTo>
                  <a:pt x="798449" y="106098"/>
                </a:lnTo>
                <a:lnTo>
                  <a:pt x="833501" y="126545"/>
                </a:lnTo>
                <a:lnTo>
                  <a:pt x="833501" y="85651"/>
                </a:lnTo>
                <a:close/>
              </a:path>
              <a:path w="892810" h="212725">
                <a:moveTo>
                  <a:pt x="845438" y="85651"/>
                </a:moveTo>
                <a:lnTo>
                  <a:pt x="833501" y="85651"/>
                </a:lnTo>
                <a:lnTo>
                  <a:pt x="833501" y="126545"/>
                </a:lnTo>
                <a:lnTo>
                  <a:pt x="845438" y="126545"/>
                </a:lnTo>
                <a:lnTo>
                  <a:pt x="845438" y="113972"/>
                </a:lnTo>
                <a:lnTo>
                  <a:pt x="878803" y="113972"/>
                </a:lnTo>
                <a:lnTo>
                  <a:pt x="892302" y="106098"/>
                </a:lnTo>
                <a:lnTo>
                  <a:pt x="878803" y="98224"/>
                </a:lnTo>
                <a:lnTo>
                  <a:pt x="845438" y="98224"/>
                </a:lnTo>
                <a:lnTo>
                  <a:pt x="845438" y="85651"/>
                </a:lnTo>
                <a:close/>
              </a:path>
              <a:path w="892810" h="212725">
                <a:moveTo>
                  <a:pt x="706691" y="0"/>
                </a:moveTo>
                <a:lnTo>
                  <a:pt x="697674" y="609"/>
                </a:lnTo>
                <a:lnTo>
                  <a:pt x="689514" y="4528"/>
                </a:lnTo>
                <a:lnTo>
                  <a:pt x="683260" y="11483"/>
                </a:lnTo>
                <a:lnTo>
                  <a:pt x="680213" y="20383"/>
                </a:lnTo>
                <a:lnTo>
                  <a:pt x="680799" y="29438"/>
                </a:lnTo>
                <a:lnTo>
                  <a:pt x="684742" y="37611"/>
                </a:lnTo>
                <a:lnTo>
                  <a:pt x="691769" y="43868"/>
                </a:lnTo>
                <a:lnTo>
                  <a:pt x="798449" y="106098"/>
                </a:lnTo>
                <a:lnTo>
                  <a:pt x="833501" y="85651"/>
                </a:lnTo>
                <a:lnTo>
                  <a:pt x="845438" y="85651"/>
                </a:lnTo>
                <a:lnTo>
                  <a:pt x="845438" y="82476"/>
                </a:lnTo>
                <a:lnTo>
                  <a:pt x="851807" y="82476"/>
                </a:lnTo>
                <a:lnTo>
                  <a:pt x="715518" y="2974"/>
                </a:lnTo>
                <a:lnTo>
                  <a:pt x="706691" y="0"/>
                </a:lnTo>
                <a:close/>
              </a:path>
              <a:path w="892810" h="212725">
                <a:moveTo>
                  <a:pt x="757954" y="82476"/>
                </a:moveTo>
                <a:lnTo>
                  <a:pt x="0" y="82476"/>
                </a:lnTo>
                <a:lnTo>
                  <a:pt x="0" y="98224"/>
                </a:lnTo>
                <a:lnTo>
                  <a:pt x="784950" y="98224"/>
                </a:lnTo>
                <a:lnTo>
                  <a:pt x="757954" y="82476"/>
                </a:lnTo>
                <a:close/>
              </a:path>
              <a:path w="892810" h="212725">
                <a:moveTo>
                  <a:pt x="851807" y="82476"/>
                </a:moveTo>
                <a:lnTo>
                  <a:pt x="845438" y="82476"/>
                </a:lnTo>
                <a:lnTo>
                  <a:pt x="845438" y="98224"/>
                </a:lnTo>
                <a:lnTo>
                  <a:pt x="878803" y="98224"/>
                </a:lnTo>
                <a:lnTo>
                  <a:pt x="851807" y="824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07514" y="4088711"/>
            <a:ext cx="892810" cy="212725"/>
          </a:xfrm>
          <a:custGeom>
            <a:avLst/>
            <a:gdLst/>
            <a:ahLst/>
            <a:cxnLst/>
            <a:rect l="l" t="t" r="r" b="b"/>
            <a:pathLst>
              <a:path w="892810" h="212725">
                <a:moveTo>
                  <a:pt x="798449" y="106098"/>
                </a:moveTo>
                <a:lnTo>
                  <a:pt x="691769" y="168328"/>
                </a:lnTo>
                <a:lnTo>
                  <a:pt x="684742" y="174585"/>
                </a:lnTo>
                <a:lnTo>
                  <a:pt x="680799" y="182758"/>
                </a:lnTo>
                <a:lnTo>
                  <a:pt x="680213" y="191813"/>
                </a:lnTo>
                <a:lnTo>
                  <a:pt x="683260" y="200713"/>
                </a:lnTo>
                <a:lnTo>
                  <a:pt x="689514" y="207668"/>
                </a:lnTo>
                <a:lnTo>
                  <a:pt x="697674" y="211587"/>
                </a:lnTo>
                <a:lnTo>
                  <a:pt x="706691" y="212197"/>
                </a:lnTo>
                <a:lnTo>
                  <a:pt x="715518" y="209222"/>
                </a:lnTo>
                <a:lnTo>
                  <a:pt x="851807" y="129720"/>
                </a:lnTo>
                <a:lnTo>
                  <a:pt x="845438" y="129720"/>
                </a:lnTo>
                <a:lnTo>
                  <a:pt x="845438" y="126545"/>
                </a:lnTo>
                <a:lnTo>
                  <a:pt x="833501" y="126545"/>
                </a:lnTo>
                <a:lnTo>
                  <a:pt x="798449" y="106098"/>
                </a:lnTo>
                <a:close/>
              </a:path>
              <a:path w="892810" h="212725">
                <a:moveTo>
                  <a:pt x="784950" y="113972"/>
                </a:moveTo>
                <a:lnTo>
                  <a:pt x="0" y="113972"/>
                </a:lnTo>
                <a:lnTo>
                  <a:pt x="0" y="129720"/>
                </a:lnTo>
                <a:lnTo>
                  <a:pt x="757954" y="129720"/>
                </a:lnTo>
                <a:lnTo>
                  <a:pt x="784950" y="113972"/>
                </a:lnTo>
                <a:close/>
              </a:path>
              <a:path w="892810" h="212725">
                <a:moveTo>
                  <a:pt x="878803" y="113972"/>
                </a:moveTo>
                <a:lnTo>
                  <a:pt x="845438" y="113972"/>
                </a:lnTo>
                <a:lnTo>
                  <a:pt x="845438" y="129720"/>
                </a:lnTo>
                <a:lnTo>
                  <a:pt x="851807" y="129720"/>
                </a:lnTo>
                <a:lnTo>
                  <a:pt x="878803" y="113972"/>
                </a:lnTo>
                <a:close/>
              </a:path>
              <a:path w="892810" h="212725">
                <a:moveTo>
                  <a:pt x="833501" y="85651"/>
                </a:moveTo>
                <a:lnTo>
                  <a:pt x="798449" y="106098"/>
                </a:lnTo>
                <a:lnTo>
                  <a:pt x="833501" y="126545"/>
                </a:lnTo>
                <a:lnTo>
                  <a:pt x="833501" y="85651"/>
                </a:lnTo>
                <a:close/>
              </a:path>
              <a:path w="892810" h="212725">
                <a:moveTo>
                  <a:pt x="845438" y="85651"/>
                </a:moveTo>
                <a:lnTo>
                  <a:pt x="833501" y="85651"/>
                </a:lnTo>
                <a:lnTo>
                  <a:pt x="833501" y="126545"/>
                </a:lnTo>
                <a:lnTo>
                  <a:pt x="845438" y="126545"/>
                </a:lnTo>
                <a:lnTo>
                  <a:pt x="845438" y="113972"/>
                </a:lnTo>
                <a:lnTo>
                  <a:pt x="878803" y="113972"/>
                </a:lnTo>
                <a:lnTo>
                  <a:pt x="892302" y="106098"/>
                </a:lnTo>
                <a:lnTo>
                  <a:pt x="878803" y="98224"/>
                </a:lnTo>
                <a:lnTo>
                  <a:pt x="845438" y="98224"/>
                </a:lnTo>
                <a:lnTo>
                  <a:pt x="845438" y="85651"/>
                </a:lnTo>
                <a:close/>
              </a:path>
              <a:path w="892810" h="212725">
                <a:moveTo>
                  <a:pt x="706691" y="0"/>
                </a:moveTo>
                <a:lnTo>
                  <a:pt x="697674" y="609"/>
                </a:lnTo>
                <a:lnTo>
                  <a:pt x="689514" y="4528"/>
                </a:lnTo>
                <a:lnTo>
                  <a:pt x="683260" y="11483"/>
                </a:lnTo>
                <a:lnTo>
                  <a:pt x="680213" y="20383"/>
                </a:lnTo>
                <a:lnTo>
                  <a:pt x="680799" y="29438"/>
                </a:lnTo>
                <a:lnTo>
                  <a:pt x="684742" y="37611"/>
                </a:lnTo>
                <a:lnTo>
                  <a:pt x="691769" y="43868"/>
                </a:lnTo>
                <a:lnTo>
                  <a:pt x="798449" y="106098"/>
                </a:lnTo>
                <a:lnTo>
                  <a:pt x="833501" y="85651"/>
                </a:lnTo>
                <a:lnTo>
                  <a:pt x="845438" y="85651"/>
                </a:lnTo>
                <a:lnTo>
                  <a:pt x="845438" y="82476"/>
                </a:lnTo>
                <a:lnTo>
                  <a:pt x="851807" y="82476"/>
                </a:lnTo>
                <a:lnTo>
                  <a:pt x="715518" y="2974"/>
                </a:lnTo>
                <a:lnTo>
                  <a:pt x="706691" y="0"/>
                </a:lnTo>
                <a:close/>
              </a:path>
              <a:path w="892810" h="212725">
                <a:moveTo>
                  <a:pt x="757954" y="82476"/>
                </a:moveTo>
                <a:lnTo>
                  <a:pt x="0" y="82476"/>
                </a:lnTo>
                <a:lnTo>
                  <a:pt x="0" y="98224"/>
                </a:lnTo>
                <a:lnTo>
                  <a:pt x="784950" y="98224"/>
                </a:lnTo>
                <a:lnTo>
                  <a:pt x="757954" y="82476"/>
                </a:lnTo>
                <a:close/>
              </a:path>
              <a:path w="892810" h="212725">
                <a:moveTo>
                  <a:pt x="851807" y="82476"/>
                </a:moveTo>
                <a:lnTo>
                  <a:pt x="845438" y="82476"/>
                </a:lnTo>
                <a:lnTo>
                  <a:pt x="845438" y="98224"/>
                </a:lnTo>
                <a:lnTo>
                  <a:pt x="878803" y="98224"/>
                </a:lnTo>
                <a:lnTo>
                  <a:pt x="851807" y="824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9204" y="3732276"/>
            <a:ext cx="1415795" cy="9784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0168" y="3668014"/>
            <a:ext cx="18503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Narrow"/>
                <a:cs typeface="Arial Narrow"/>
              </a:rPr>
              <a:t>Stakeholder</a:t>
            </a:r>
            <a:r>
              <a:rPr sz="2400" spc="-15" dirty="0">
                <a:latin typeface="Arial Narrow"/>
                <a:cs typeface="Arial Narrow"/>
              </a:rPr>
              <a:t> </a:t>
            </a:r>
            <a:r>
              <a:rPr sz="2400" spc="-5" dirty="0">
                <a:latin typeface="Arial Narrow"/>
                <a:cs typeface="Arial Narrow"/>
              </a:rPr>
              <a:t>Mgt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8630" y="1844801"/>
            <a:ext cx="1595755" cy="1513840"/>
          </a:xfrm>
          <a:custGeom>
            <a:avLst/>
            <a:gdLst/>
            <a:ahLst/>
            <a:cxnLst/>
            <a:rect l="l" t="t" r="r" b="b"/>
            <a:pathLst>
              <a:path w="1595755" h="1513839">
                <a:moveTo>
                  <a:pt x="0" y="1513332"/>
                </a:moveTo>
                <a:lnTo>
                  <a:pt x="1595627" y="1513332"/>
                </a:lnTo>
                <a:lnTo>
                  <a:pt x="1595627" y="0"/>
                </a:lnTo>
                <a:lnTo>
                  <a:pt x="0" y="0"/>
                </a:lnTo>
                <a:lnTo>
                  <a:pt x="0" y="151333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07514" y="1844801"/>
            <a:ext cx="1717675" cy="1513840"/>
          </a:xfrm>
          <a:custGeom>
            <a:avLst/>
            <a:gdLst/>
            <a:ahLst/>
            <a:cxnLst/>
            <a:rect l="l" t="t" r="r" b="b"/>
            <a:pathLst>
              <a:path w="1717675" h="1513839">
                <a:moveTo>
                  <a:pt x="0" y="1513332"/>
                </a:moveTo>
                <a:lnTo>
                  <a:pt x="1717548" y="1513332"/>
                </a:lnTo>
                <a:lnTo>
                  <a:pt x="1717548" y="0"/>
                </a:lnTo>
                <a:lnTo>
                  <a:pt x="0" y="0"/>
                </a:lnTo>
                <a:lnTo>
                  <a:pt x="0" y="151333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13097" y="1844801"/>
            <a:ext cx="1594485" cy="1513840"/>
          </a:xfrm>
          <a:custGeom>
            <a:avLst/>
            <a:gdLst/>
            <a:ahLst/>
            <a:cxnLst/>
            <a:rect l="l" t="t" r="r" b="b"/>
            <a:pathLst>
              <a:path w="1594485" h="1513839">
                <a:moveTo>
                  <a:pt x="0" y="1513332"/>
                </a:moveTo>
                <a:lnTo>
                  <a:pt x="1594103" y="1513332"/>
                </a:lnTo>
                <a:lnTo>
                  <a:pt x="1594103" y="0"/>
                </a:lnTo>
                <a:lnTo>
                  <a:pt x="0" y="0"/>
                </a:lnTo>
                <a:lnTo>
                  <a:pt x="0" y="151333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44234" y="1844801"/>
            <a:ext cx="1595755" cy="1513840"/>
          </a:xfrm>
          <a:custGeom>
            <a:avLst/>
            <a:gdLst/>
            <a:ahLst/>
            <a:cxnLst/>
            <a:rect l="l" t="t" r="r" b="b"/>
            <a:pathLst>
              <a:path w="1595754" h="1513839">
                <a:moveTo>
                  <a:pt x="0" y="1513332"/>
                </a:moveTo>
                <a:lnTo>
                  <a:pt x="1595628" y="1513332"/>
                </a:lnTo>
                <a:lnTo>
                  <a:pt x="1595628" y="0"/>
                </a:lnTo>
                <a:lnTo>
                  <a:pt x="0" y="0"/>
                </a:lnTo>
                <a:lnTo>
                  <a:pt x="0" y="1513332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0258" y="4941570"/>
            <a:ext cx="1595755" cy="1511935"/>
          </a:xfrm>
          <a:custGeom>
            <a:avLst/>
            <a:gdLst/>
            <a:ahLst/>
            <a:cxnLst/>
            <a:rect l="l" t="t" r="r" b="b"/>
            <a:pathLst>
              <a:path w="1595755" h="1511935">
                <a:moveTo>
                  <a:pt x="0" y="1511807"/>
                </a:moveTo>
                <a:lnTo>
                  <a:pt x="1595628" y="1511807"/>
                </a:lnTo>
                <a:lnTo>
                  <a:pt x="1595628" y="0"/>
                </a:lnTo>
                <a:lnTo>
                  <a:pt x="0" y="0"/>
                </a:lnTo>
                <a:lnTo>
                  <a:pt x="0" y="151180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26029" y="4943094"/>
            <a:ext cx="1595755" cy="1510665"/>
          </a:xfrm>
          <a:custGeom>
            <a:avLst/>
            <a:gdLst/>
            <a:ahLst/>
            <a:cxnLst/>
            <a:rect l="l" t="t" r="r" b="b"/>
            <a:pathLst>
              <a:path w="1595754" h="1510664">
                <a:moveTo>
                  <a:pt x="0" y="1510283"/>
                </a:moveTo>
                <a:lnTo>
                  <a:pt x="1595628" y="1510283"/>
                </a:lnTo>
                <a:lnTo>
                  <a:pt x="1595628" y="0"/>
                </a:lnTo>
                <a:lnTo>
                  <a:pt x="0" y="0"/>
                </a:lnTo>
                <a:lnTo>
                  <a:pt x="0" y="1510283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373117" y="4943094"/>
            <a:ext cx="1595755" cy="1510665"/>
          </a:xfrm>
          <a:custGeom>
            <a:avLst/>
            <a:gdLst/>
            <a:ahLst/>
            <a:cxnLst/>
            <a:rect l="l" t="t" r="r" b="b"/>
            <a:pathLst>
              <a:path w="1595754" h="1510664">
                <a:moveTo>
                  <a:pt x="0" y="1510283"/>
                </a:moveTo>
                <a:lnTo>
                  <a:pt x="1595627" y="1510283"/>
                </a:lnTo>
                <a:lnTo>
                  <a:pt x="1595627" y="0"/>
                </a:lnTo>
                <a:lnTo>
                  <a:pt x="0" y="0"/>
                </a:lnTo>
                <a:lnTo>
                  <a:pt x="0" y="1510283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70141" y="4941570"/>
            <a:ext cx="1847214" cy="1511935"/>
          </a:xfrm>
          <a:custGeom>
            <a:avLst/>
            <a:gdLst/>
            <a:ahLst/>
            <a:cxnLst/>
            <a:rect l="l" t="t" r="r" b="b"/>
            <a:pathLst>
              <a:path w="1847215" h="1511935">
                <a:moveTo>
                  <a:pt x="0" y="1511807"/>
                </a:moveTo>
                <a:lnTo>
                  <a:pt x="1847088" y="1511807"/>
                </a:lnTo>
                <a:lnTo>
                  <a:pt x="1847088" y="0"/>
                </a:lnTo>
                <a:lnTo>
                  <a:pt x="0" y="0"/>
                </a:lnTo>
                <a:lnTo>
                  <a:pt x="0" y="151180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1886" y="3612641"/>
            <a:ext cx="1595755" cy="1099185"/>
          </a:xfrm>
          <a:custGeom>
            <a:avLst/>
            <a:gdLst/>
            <a:ahLst/>
            <a:cxnLst/>
            <a:rect l="l" t="t" r="r" b="b"/>
            <a:pathLst>
              <a:path w="1595755" h="1099185">
                <a:moveTo>
                  <a:pt x="0" y="1098804"/>
                </a:moveTo>
                <a:lnTo>
                  <a:pt x="1595627" y="1098804"/>
                </a:lnTo>
                <a:lnTo>
                  <a:pt x="1595627" y="0"/>
                </a:lnTo>
                <a:lnTo>
                  <a:pt x="0" y="0"/>
                </a:lnTo>
                <a:lnTo>
                  <a:pt x="0" y="1098804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2582" y="3699509"/>
            <a:ext cx="1894839" cy="1099185"/>
          </a:xfrm>
          <a:custGeom>
            <a:avLst/>
            <a:gdLst/>
            <a:ahLst/>
            <a:cxnLst/>
            <a:rect l="l" t="t" r="r" b="b"/>
            <a:pathLst>
              <a:path w="1894839" h="1099185">
                <a:moveTo>
                  <a:pt x="0" y="1098803"/>
                </a:moveTo>
                <a:lnTo>
                  <a:pt x="1894332" y="1098803"/>
                </a:lnTo>
                <a:lnTo>
                  <a:pt x="1894332" y="0"/>
                </a:lnTo>
                <a:lnTo>
                  <a:pt x="0" y="0"/>
                </a:lnTo>
                <a:lnTo>
                  <a:pt x="0" y="1098803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3994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Tw Cen MT"/>
                <a:cs typeface="Tw Cen MT"/>
              </a:rPr>
              <a:t>PMBOK</a:t>
            </a:r>
            <a:r>
              <a:rPr sz="4400" dirty="0">
                <a:latin typeface="华文仿宋"/>
                <a:cs typeface="华文仿宋"/>
              </a:rPr>
              <a:t>知识架构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2648" y="1516380"/>
            <a:ext cx="7626195" cy="50165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92938"/>
            <a:ext cx="5053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过程组</a:t>
            </a:r>
            <a:r>
              <a:rPr sz="4400" spc="-25" dirty="0"/>
              <a:t>与</a:t>
            </a:r>
            <a:r>
              <a:rPr sz="4400" dirty="0"/>
              <a:t>知识域</a:t>
            </a:r>
            <a:r>
              <a:rPr sz="4400" spc="-25" dirty="0"/>
              <a:t>关</a:t>
            </a:r>
            <a:r>
              <a:rPr sz="4400" dirty="0"/>
              <a:t>系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081335" y="1607405"/>
            <a:ext cx="5003919" cy="5122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403606"/>
            <a:ext cx="56337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latin typeface="方正姚体"/>
                <a:cs typeface="方正姚体"/>
              </a:rPr>
              <a:t>德国换井盖项目的启发</a:t>
            </a:r>
            <a:endParaRPr sz="4400">
              <a:latin typeface="方正姚体"/>
              <a:cs typeface="方正姚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49521" y="622533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1639" y="1629155"/>
            <a:ext cx="5617464" cy="4174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68523" y="3227959"/>
            <a:ext cx="2780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宋体"/>
                <a:cs typeface="宋体"/>
              </a:rPr>
              <a:t>德国换井盖视频</a:t>
            </a:r>
            <a:r>
              <a:rPr sz="2400" u="heavy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宋体"/>
                <a:cs typeface="宋体"/>
              </a:rPr>
              <a:t>视频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468" y="305257"/>
            <a:ext cx="39408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不关注过程图示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4746" y="630824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9400" y="3960876"/>
            <a:ext cx="2057400" cy="915669"/>
          </a:xfrm>
          <a:custGeom>
            <a:avLst/>
            <a:gdLst/>
            <a:ahLst/>
            <a:cxnLst/>
            <a:rect l="l" t="t" r="r" b="b"/>
            <a:pathLst>
              <a:path w="2057400" h="915670">
                <a:moveTo>
                  <a:pt x="491489" y="165735"/>
                </a:moveTo>
                <a:lnTo>
                  <a:pt x="438785" y="165735"/>
                </a:lnTo>
                <a:lnTo>
                  <a:pt x="416051" y="177926"/>
                </a:lnTo>
                <a:lnTo>
                  <a:pt x="370586" y="190119"/>
                </a:lnTo>
                <a:lnTo>
                  <a:pt x="317373" y="213741"/>
                </a:lnTo>
                <a:lnTo>
                  <a:pt x="272414" y="225932"/>
                </a:lnTo>
                <a:lnTo>
                  <a:pt x="211836" y="296672"/>
                </a:lnTo>
                <a:lnTo>
                  <a:pt x="181356" y="344550"/>
                </a:lnTo>
                <a:lnTo>
                  <a:pt x="181356" y="380365"/>
                </a:lnTo>
                <a:lnTo>
                  <a:pt x="189102" y="380365"/>
                </a:lnTo>
                <a:lnTo>
                  <a:pt x="189102" y="416051"/>
                </a:lnTo>
                <a:lnTo>
                  <a:pt x="181356" y="451866"/>
                </a:lnTo>
                <a:lnTo>
                  <a:pt x="166369" y="487680"/>
                </a:lnTo>
                <a:lnTo>
                  <a:pt x="143637" y="511175"/>
                </a:lnTo>
                <a:lnTo>
                  <a:pt x="98170" y="511175"/>
                </a:lnTo>
                <a:lnTo>
                  <a:pt x="75437" y="523367"/>
                </a:lnTo>
                <a:lnTo>
                  <a:pt x="45466" y="523367"/>
                </a:lnTo>
                <a:lnTo>
                  <a:pt x="22732" y="534797"/>
                </a:lnTo>
                <a:lnTo>
                  <a:pt x="0" y="558292"/>
                </a:lnTo>
                <a:lnTo>
                  <a:pt x="0" y="594106"/>
                </a:lnTo>
                <a:lnTo>
                  <a:pt x="7238" y="629793"/>
                </a:lnTo>
                <a:lnTo>
                  <a:pt x="22732" y="665607"/>
                </a:lnTo>
                <a:lnTo>
                  <a:pt x="22732" y="796417"/>
                </a:lnTo>
                <a:lnTo>
                  <a:pt x="37718" y="832231"/>
                </a:lnTo>
                <a:lnTo>
                  <a:pt x="68199" y="844423"/>
                </a:lnTo>
                <a:lnTo>
                  <a:pt x="113156" y="867918"/>
                </a:lnTo>
                <a:lnTo>
                  <a:pt x="173608" y="891540"/>
                </a:lnTo>
                <a:lnTo>
                  <a:pt x="219075" y="915162"/>
                </a:lnTo>
                <a:lnTo>
                  <a:pt x="491489" y="915162"/>
                </a:lnTo>
                <a:lnTo>
                  <a:pt x="551941" y="903732"/>
                </a:lnTo>
                <a:lnTo>
                  <a:pt x="612394" y="867918"/>
                </a:lnTo>
                <a:lnTo>
                  <a:pt x="642874" y="844423"/>
                </a:lnTo>
                <a:lnTo>
                  <a:pt x="688339" y="844423"/>
                </a:lnTo>
                <a:lnTo>
                  <a:pt x="718312" y="820038"/>
                </a:lnTo>
                <a:lnTo>
                  <a:pt x="1217549" y="820038"/>
                </a:lnTo>
                <a:lnTo>
                  <a:pt x="1247521" y="808609"/>
                </a:lnTo>
                <a:lnTo>
                  <a:pt x="1799971" y="808609"/>
                </a:lnTo>
                <a:lnTo>
                  <a:pt x="1860550" y="784225"/>
                </a:lnTo>
                <a:lnTo>
                  <a:pt x="1890522" y="772922"/>
                </a:lnTo>
                <a:lnTo>
                  <a:pt x="1913254" y="760730"/>
                </a:lnTo>
                <a:lnTo>
                  <a:pt x="1943735" y="749300"/>
                </a:lnTo>
                <a:lnTo>
                  <a:pt x="1966467" y="724916"/>
                </a:lnTo>
                <a:lnTo>
                  <a:pt x="1996439" y="713613"/>
                </a:lnTo>
                <a:lnTo>
                  <a:pt x="2019173" y="701421"/>
                </a:lnTo>
                <a:lnTo>
                  <a:pt x="2041905" y="653415"/>
                </a:lnTo>
                <a:lnTo>
                  <a:pt x="2056891" y="606298"/>
                </a:lnTo>
                <a:lnTo>
                  <a:pt x="2056891" y="487680"/>
                </a:lnTo>
                <a:lnTo>
                  <a:pt x="2049652" y="451866"/>
                </a:lnTo>
                <a:lnTo>
                  <a:pt x="2034159" y="416051"/>
                </a:lnTo>
                <a:lnTo>
                  <a:pt x="2019173" y="380365"/>
                </a:lnTo>
                <a:lnTo>
                  <a:pt x="1958721" y="356743"/>
                </a:lnTo>
                <a:lnTo>
                  <a:pt x="1898269" y="332359"/>
                </a:lnTo>
                <a:lnTo>
                  <a:pt x="688339" y="332359"/>
                </a:lnTo>
                <a:lnTo>
                  <a:pt x="657860" y="321056"/>
                </a:lnTo>
                <a:lnTo>
                  <a:pt x="597408" y="296672"/>
                </a:lnTo>
                <a:lnTo>
                  <a:pt x="574675" y="285242"/>
                </a:lnTo>
                <a:lnTo>
                  <a:pt x="544702" y="249555"/>
                </a:lnTo>
                <a:lnTo>
                  <a:pt x="491489" y="165735"/>
                </a:lnTo>
                <a:close/>
              </a:path>
              <a:path w="2057400" h="915670">
                <a:moveTo>
                  <a:pt x="1421764" y="0"/>
                </a:moveTo>
                <a:lnTo>
                  <a:pt x="1263014" y="0"/>
                </a:lnTo>
                <a:lnTo>
                  <a:pt x="1240282" y="35813"/>
                </a:lnTo>
                <a:lnTo>
                  <a:pt x="1187069" y="59309"/>
                </a:lnTo>
                <a:lnTo>
                  <a:pt x="1157097" y="95123"/>
                </a:lnTo>
                <a:lnTo>
                  <a:pt x="1111630" y="118618"/>
                </a:lnTo>
                <a:lnTo>
                  <a:pt x="990726" y="190119"/>
                </a:lnTo>
                <a:lnTo>
                  <a:pt x="960247" y="237362"/>
                </a:lnTo>
                <a:lnTo>
                  <a:pt x="907541" y="273050"/>
                </a:lnTo>
                <a:lnTo>
                  <a:pt x="854837" y="296672"/>
                </a:lnTo>
                <a:lnTo>
                  <a:pt x="801624" y="321056"/>
                </a:lnTo>
                <a:lnTo>
                  <a:pt x="741045" y="332359"/>
                </a:lnTo>
                <a:lnTo>
                  <a:pt x="1875536" y="332359"/>
                </a:lnTo>
                <a:lnTo>
                  <a:pt x="1814957" y="308863"/>
                </a:lnTo>
                <a:lnTo>
                  <a:pt x="1784985" y="308863"/>
                </a:lnTo>
                <a:lnTo>
                  <a:pt x="1739519" y="296672"/>
                </a:lnTo>
                <a:lnTo>
                  <a:pt x="1679066" y="296672"/>
                </a:lnTo>
                <a:lnTo>
                  <a:pt x="1656334" y="285242"/>
                </a:lnTo>
                <a:lnTo>
                  <a:pt x="1633601" y="285242"/>
                </a:lnTo>
                <a:lnTo>
                  <a:pt x="1610867" y="273050"/>
                </a:lnTo>
                <a:lnTo>
                  <a:pt x="1588135" y="273050"/>
                </a:lnTo>
                <a:lnTo>
                  <a:pt x="1565402" y="261747"/>
                </a:lnTo>
                <a:lnTo>
                  <a:pt x="1535429" y="237362"/>
                </a:lnTo>
                <a:lnTo>
                  <a:pt x="1527683" y="201549"/>
                </a:lnTo>
                <a:lnTo>
                  <a:pt x="1512697" y="165735"/>
                </a:lnTo>
                <a:lnTo>
                  <a:pt x="1489964" y="130810"/>
                </a:lnTo>
                <a:lnTo>
                  <a:pt x="1474977" y="95123"/>
                </a:lnTo>
                <a:lnTo>
                  <a:pt x="1459484" y="59309"/>
                </a:lnTo>
                <a:lnTo>
                  <a:pt x="1444498" y="23622"/>
                </a:lnTo>
                <a:lnTo>
                  <a:pt x="14217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19400" y="3960876"/>
            <a:ext cx="2057400" cy="915669"/>
          </a:xfrm>
          <a:custGeom>
            <a:avLst/>
            <a:gdLst/>
            <a:ahLst/>
            <a:cxnLst/>
            <a:rect l="l" t="t" r="r" b="b"/>
            <a:pathLst>
              <a:path w="2057400" h="915670">
                <a:moveTo>
                  <a:pt x="181356" y="380365"/>
                </a:moveTo>
                <a:lnTo>
                  <a:pt x="181356" y="344550"/>
                </a:lnTo>
                <a:lnTo>
                  <a:pt x="211836" y="296672"/>
                </a:lnTo>
                <a:lnTo>
                  <a:pt x="241807" y="261747"/>
                </a:lnTo>
                <a:lnTo>
                  <a:pt x="272414" y="225932"/>
                </a:lnTo>
                <a:lnTo>
                  <a:pt x="317373" y="213741"/>
                </a:lnTo>
                <a:lnTo>
                  <a:pt x="370586" y="190119"/>
                </a:lnTo>
                <a:lnTo>
                  <a:pt x="416051" y="177926"/>
                </a:lnTo>
                <a:lnTo>
                  <a:pt x="438785" y="165735"/>
                </a:lnTo>
                <a:lnTo>
                  <a:pt x="461517" y="165735"/>
                </a:lnTo>
                <a:lnTo>
                  <a:pt x="491489" y="165735"/>
                </a:lnTo>
                <a:lnTo>
                  <a:pt x="514223" y="201549"/>
                </a:lnTo>
                <a:lnTo>
                  <a:pt x="544702" y="249555"/>
                </a:lnTo>
                <a:lnTo>
                  <a:pt x="574675" y="285242"/>
                </a:lnTo>
                <a:lnTo>
                  <a:pt x="627379" y="308863"/>
                </a:lnTo>
                <a:lnTo>
                  <a:pt x="688339" y="332359"/>
                </a:lnTo>
                <a:lnTo>
                  <a:pt x="718312" y="332359"/>
                </a:lnTo>
                <a:lnTo>
                  <a:pt x="741045" y="332359"/>
                </a:lnTo>
                <a:lnTo>
                  <a:pt x="801624" y="321056"/>
                </a:lnTo>
                <a:lnTo>
                  <a:pt x="854837" y="296672"/>
                </a:lnTo>
                <a:lnTo>
                  <a:pt x="907541" y="273050"/>
                </a:lnTo>
                <a:lnTo>
                  <a:pt x="960247" y="237362"/>
                </a:lnTo>
                <a:lnTo>
                  <a:pt x="990726" y="190119"/>
                </a:lnTo>
                <a:lnTo>
                  <a:pt x="1051178" y="154431"/>
                </a:lnTo>
                <a:lnTo>
                  <a:pt x="1111630" y="118618"/>
                </a:lnTo>
                <a:lnTo>
                  <a:pt x="1157097" y="95123"/>
                </a:lnTo>
                <a:lnTo>
                  <a:pt x="1187069" y="59309"/>
                </a:lnTo>
                <a:lnTo>
                  <a:pt x="1240282" y="35813"/>
                </a:lnTo>
                <a:lnTo>
                  <a:pt x="1263014" y="0"/>
                </a:lnTo>
                <a:lnTo>
                  <a:pt x="1323594" y="0"/>
                </a:lnTo>
                <a:lnTo>
                  <a:pt x="1353565" y="0"/>
                </a:lnTo>
                <a:lnTo>
                  <a:pt x="1376299" y="0"/>
                </a:lnTo>
                <a:lnTo>
                  <a:pt x="1399032" y="0"/>
                </a:lnTo>
                <a:lnTo>
                  <a:pt x="1421764" y="0"/>
                </a:lnTo>
                <a:lnTo>
                  <a:pt x="1444498" y="23622"/>
                </a:lnTo>
                <a:lnTo>
                  <a:pt x="1459484" y="59309"/>
                </a:lnTo>
                <a:lnTo>
                  <a:pt x="1474977" y="95123"/>
                </a:lnTo>
                <a:lnTo>
                  <a:pt x="1489964" y="130810"/>
                </a:lnTo>
                <a:lnTo>
                  <a:pt x="1512697" y="165735"/>
                </a:lnTo>
                <a:lnTo>
                  <a:pt x="1527683" y="201549"/>
                </a:lnTo>
                <a:lnTo>
                  <a:pt x="1535429" y="237362"/>
                </a:lnTo>
                <a:lnTo>
                  <a:pt x="1565402" y="261747"/>
                </a:lnTo>
                <a:lnTo>
                  <a:pt x="1588135" y="273050"/>
                </a:lnTo>
                <a:lnTo>
                  <a:pt x="1610867" y="273050"/>
                </a:lnTo>
                <a:lnTo>
                  <a:pt x="1633601" y="285242"/>
                </a:lnTo>
                <a:lnTo>
                  <a:pt x="1656334" y="285242"/>
                </a:lnTo>
                <a:lnTo>
                  <a:pt x="1679066" y="296672"/>
                </a:lnTo>
                <a:lnTo>
                  <a:pt x="1739519" y="296672"/>
                </a:lnTo>
                <a:lnTo>
                  <a:pt x="1784985" y="308863"/>
                </a:lnTo>
                <a:lnTo>
                  <a:pt x="1814957" y="308863"/>
                </a:lnTo>
                <a:lnTo>
                  <a:pt x="1875536" y="332359"/>
                </a:lnTo>
                <a:lnTo>
                  <a:pt x="1898269" y="332359"/>
                </a:lnTo>
                <a:lnTo>
                  <a:pt x="1958721" y="356743"/>
                </a:lnTo>
                <a:lnTo>
                  <a:pt x="2019173" y="380365"/>
                </a:lnTo>
                <a:lnTo>
                  <a:pt x="2034159" y="416051"/>
                </a:lnTo>
                <a:lnTo>
                  <a:pt x="2049652" y="451866"/>
                </a:lnTo>
                <a:lnTo>
                  <a:pt x="2056891" y="487680"/>
                </a:lnTo>
                <a:lnTo>
                  <a:pt x="2056891" y="570484"/>
                </a:lnTo>
                <a:lnTo>
                  <a:pt x="2056891" y="606298"/>
                </a:lnTo>
                <a:lnTo>
                  <a:pt x="2041905" y="653415"/>
                </a:lnTo>
                <a:lnTo>
                  <a:pt x="2019173" y="701421"/>
                </a:lnTo>
                <a:lnTo>
                  <a:pt x="1996439" y="713613"/>
                </a:lnTo>
                <a:lnTo>
                  <a:pt x="1966467" y="724916"/>
                </a:lnTo>
                <a:lnTo>
                  <a:pt x="1943735" y="749300"/>
                </a:lnTo>
                <a:lnTo>
                  <a:pt x="1913254" y="760730"/>
                </a:lnTo>
                <a:lnTo>
                  <a:pt x="1890522" y="772922"/>
                </a:lnTo>
                <a:lnTo>
                  <a:pt x="1860550" y="784225"/>
                </a:lnTo>
                <a:lnTo>
                  <a:pt x="1829942" y="796417"/>
                </a:lnTo>
                <a:lnTo>
                  <a:pt x="1799971" y="808609"/>
                </a:lnTo>
                <a:lnTo>
                  <a:pt x="1769490" y="808609"/>
                </a:lnTo>
                <a:lnTo>
                  <a:pt x="1247521" y="808609"/>
                </a:lnTo>
                <a:lnTo>
                  <a:pt x="1217549" y="820038"/>
                </a:lnTo>
                <a:lnTo>
                  <a:pt x="718312" y="820038"/>
                </a:lnTo>
                <a:lnTo>
                  <a:pt x="688339" y="844423"/>
                </a:lnTo>
                <a:lnTo>
                  <a:pt x="642874" y="844423"/>
                </a:lnTo>
                <a:lnTo>
                  <a:pt x="612394" y="867918"/>
                </a:lnTo>
                <a:lnTo>
                  <a:pt x="551941" y="903732"/>
                </a:lnTo>
                <a:lnTo>
                  <a:pt x="491489" y="915162"/>
                </a:lnTo>
                <a:lnTo>
                  <a:pt x="461517" y="915162"/>
                </a:lnTo>
                <a:lnTo>
                  <a:pt x="416051" y="915162"/>
                </a:lnTo>
                <a:lnTo>
                  <a:pt x="355600" y="915162"/>
                </a:lnTo>
                <a:lnTo>
                  <a:pt x="310133" y="915162"/>
                </a:lnTo>
                <a:lnTo>
                  <a:pt x="279654" y="915162"/>
                </a:lnTo>
                <a:lnTo>
                  <a:pt x="219075" y="915162"/>
                </a:lnTo>
                <a:lnTo>
                  <a:pt x="173608" y="891540"/>
                </a:lnTo>
                <a:lnTo>
                  <a:pt x="113156" y="867918"/>
                </a:lnTo>
                <a:lnTo>
                  <a:pt x="68199" y="844423"/>
                </a:lnTo>
                <a:lnTo>
                  <a:pt x="37718" y="832231"/>
                </a:lnTo>
                <a:lnTo>
                  <a:pt x="22732" y="796417"/>
                </a:lnTo>
                <a:lnTo>
                  <a:pt x="22732" y="749300"/>
                </a:lnTo>
                <a:lnTo>
                  <a:pt x="22732" y="701421"/>
                </a:lnTo>
                <a:lnTo>
                  <a:pt x="22732" y="665607"/>
                </a:lnTo>
                <a:lnTo>
                  <a:pt x="7238" y="629793"/>
                </a:lnTo>
                <a:lnTo>
                  <a:pt x="0" y="594106"/>
                </a:lnTo>
                <a:lnTo>
                  <a:pt x="0" y="558292"/>
                </a:lnTo>
                <a:lnTo>
                  <a:pt x="22732" y="534797"/>
                </a:lnTo>
                <a:lnTo>
                  <a:pt x="45466" y="523367"/>
                </a:lnTo>
                <a:lnTo>
                  <a:pt x="75437" y="523367"/>
                </a:lnTo>
                <a:lnTo>
                  <a:pt x="98170" y="511175"/>
                </a:lnTo>
                <a:lnTo>
                  <a:pt x="120904" y="511175"/>
                </a:lnTo>
                <a:lnTo>
                  <a:pt x="143637" y="511175"/>
                </a:lnTo>
                <a:lnTo>
                  <a:pt x="166369" y="487680"/>
                </a:lnTo>
                <a:lnTo>
                  <a:pt x="181356" y="451866"/>
                </a:lnTo>
                <a:lnTo>
                  <a:pt x="189102" y="416051"/>
                </a:lnTo>
                <a:lnTo>
                  <a:pt x="189102" y="380365"/>
                </a:lnTo>
                <a:lnTo>
                  <a:pt x="181356" y="380365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58873" y="4300728"/>
            <a:ext cx="1161415" cy="86995"/>
          </a:xfrm>
          <a:custGeom>
            <a:avLst/>
            <a:gdLst/>
            <a:ahLst/>
            <a:cxnLst/>
            <a:rect l="l" t="t" r="r" b="b"/>
            <a:pathLst>
              <a:path w="1161414" h="86995">
                <a:moveTo>
                  <a:pt x="1074420" y="0"/>
                </a:moveTo>
                <a:lnTo>
                  <a:pt x="1074420" y="86868"/>
                </a:lnTo>
                <a:lnTo>
                  <a:pt x="1132332" y="57912"/>
                </a:lnTo>
                <a:lnTo>
                  <a:pt x="1088898" y="57912"/>
                </a:lnTo>
                <a:lnTo>
                  <a:pt x="1088898" y="28956"/>
                </a:lnTo>
                <a:lnTo>
                  <a:pt x="1132331" y="28956"/>
                </a:lnTo>
                <a:lnTo>
                  <a:pt x="1074420" y="0"/>
                </a:lnTo>
                <a:close/>
              </a:path>
              <a:path w="1161414" h="86995">
                <a:moveTo>
                  <a:pt x="1074420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074420" y="57912"/>
                </a:lnTo>
                <a:lnTo>
                  <a:pt x="1074420" y="28956"/>
                </a:lnTo>
                <a:close/>
              </a:path>
              <a:path w="1161414" h="86995">
                <a:moveTo>
                  <a:pt x="1132331" y="28956"/>
                </a:moveTo>
                <a:lnTo>
                  <a:pt x="1088898" y="28956"/>
                </a:lnTo>
                <a:lnTo>
                  <a:pt x="1088898" y="57912"/>
                </a:lnTo>
                <a:lnTo>
                  <a:pt x="1132332" y="57912"/>
                </a:lnTo>
                <a:lnTo>
                  <a:pt x="1161288" y="43434"/>
                </a:lnTo>
                <a:lnTo>
                  <a:pt x="1132331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62600" y="2362200"/>
            <a:ext cx="2286000" cy="388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08375" y="4295013"/>
            <a:ext cx="83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过程</a:t>
            </a: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49161" y="2820161"/>
            <a:ext cx="914400" cy="677545"/>
          </a:xfrm>
          <a:custGeom>
            <a:avLst/>
            <a:gdLst/>
            <a:ahLst/>
            <a:cxnLst/>
            <a:rect l="l" t="t" r="r" b="b"/>
            <a:pathLst>
              <a:path w="914400" h="677545">
                <a:moveTo>
                  <a:pt x="0" y="0"/>
                </a:moveTo>
                <a:lnTo>
                  <a:pt x="914399" y="0"/>
                </a:lnTo>
                <a:lnTo>
                  <a:pt x="914399" y="549910"/>
                </a:lnTo>
                <a:lnTo>
                  <a:pt x="854802" y="551158"/>
                </a:lnTo>
                <a:lnTo>
                  <a:pt x="800357" y="554701"/>
                </a:lnTo>
                <a:lnTo>
                  <a:pt x="750549" y="560235"/>
                </a:lnTo>
                <a:lnTo>
                  <a:pt x="704864" y="567457"/>
                </a:lnTo>
                <a:lnTo>
                  <a:pt x="662785" y="576064"/>
                </a:lnTo>
                <a:lnTo>
                  <a:pt x="623798" y="585753"/>
                </a:lnTo>
                <a:lnTo>
                  <a:pt x="553036" y="607163"/>
                </a:lnTo>
                <a:lnTo>
                  <a:pt x="488458" y="629261"/>
                </a:lnTo>
                <a:lnTo>
                  <a:pt x="457199" y="639810"/>
                </a:lnTo>
                <a:lnTo>
                  <a:pt x="394167" y="658392"/>
                </a:lnTo>
                <a:lnTo>
                  <a:pt x="327013" y="671597"/>
                </a:lnTo>
                <a:lnTo>
                  <a:pt x="251614" y="677002"/>
                </a:lnTo>
                <a:lnTo>
                  <a:pt x="209535" y="676020"/>
                </a:lnTo>
                <a:lnTo>
                  <a:pt x="163850" y="672178"/>
                </a:lnTo>
                <a:lnTo>
                  <a:pt x="114042" y="665173"/>
                </a:lnTo>
                <a:lnTo>
                  <a:pt x="59597" y="654702"/>
                </a:lnTo>
                <a:lnTo>
                  <a:pt x="0" y="640461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88353" y="2893009"/>
            <a:ext cx="635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宋体"/>
                <a:cs typeface="宋体"/>
              </a:rPr>
              <a:t>产品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971800" y="5181600"/>
            <a:ext cx="1828800" cy="762000"/>
          </a:xfrm>
          <a:custGeom>
            <a:avLst/>
            <a:gdLst/>
            <a:ahLst/>
            <a:cxnLst/>
            <a:rect l="l" t="t" r="r" b="b"/>
            <a:pathLst>
              <a:path w="1828800" h="762000">
                <a:moveTo>
                  <a:pt x="1066800" y="0"/>
                </a:moveTo>
                <a:lnTo>
                  <a:pt x="457200" y="0"/>
                </a:lnTo>
                <a:lnTo>
                  <a:pt x="0" y="326516"/>
                </a:lnTo>
                <a:lnTo>
                  <a:pt x="228600" y="598716"/>
                </a:lnTo>
                <a:lnTo>
                  <a:pt x="685800" y="762000"/>
                </a:lnTo>
                <a:lnTo>
                  <a:pt x="1447800" y="653148"/>
                </a:lnTo>
                <a:lnTo>
                  <a:pt x="1828800" y="381000"/>
                </a:lnTo>
                <a:lnTo>
                  <a:pt x="1447800" y="108838"/>
                </a:lnTo>
                <a:lnTo>
                  <a:pt x="106680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71800" y="5181600"/>
            <a:ext cx="1828800" cy="762000"/>
          </a:xfrm>
          <a:custGeom>
            <a:avLst/>
            <a:gdLst/>
            <a:ahLst/>
            <a:cxnLst/>
            <a:rect l="l" t="t" r="r" b="b"/>
            <a:pathLst>
              <a:path w="1828800" h="762000">
                <a:moveTo>
                  <a:pt x="0" y="326516"/>
                </a:moveTo>
                <a:lnTo>
                  <a:pt x="457200" y="0"/>
                </a:lnTo>
                <a:lnTo>
                  <a:pt x="1066800" y="0"/>
                </a:lnTo>
                <a:lnTo>
                  <a:pt x="1447800" y="108838"/>
                </a:lnTo>
                <a:lnTo>
                  <a:pt x="1828800" y="381000"/>
                </a:lnTo>
                <a:lnTo>
                  <a:pt x="1447800" y="653148"/>
                </a:lnTo>
                <a:lnTo>
                  <a:pt x="685800" y="762000"/>
                </a:lnTo>
                <a:lnTo>
                  <a:pt x="228600" y="598716"/>
                </a:lnTo>
                <a:lnTo>
                  <a:pt x="0" y="32651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01897" y="5362143"/>
            <a:ext cx="838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过程</a:t>
            </a: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10713" y="2743200"/>
            <a:ext cx="2084070" cy="897890"/>
          </a:xfrm>
          <a:custGeom>
            <a:avLst/>
            <a:gdLst/>
            <a:ahLst/>
            <a:cxnLst/>
            <a:rect l="l" t="t" r="r" b="b"/>
            <a:pathLst>
              <a:path w="2084070" h="897889">
                <a:moveTo>
                  <a:pt x="1887715" y="678764"/>
                </a:moveTo>
                <a:lnTo>
                  <a:pt x="756780" y="678764"/>
                </a:lnTo>
                <a:lnTo>
                  <a:pt x="800557" y="678890"/>
                </a:lnTo>
                <a:lnTo>
                  <a:pt x="837990" y="681109"/>
                </a:lnTo>
                <a:lnTo>
                  <a:pt x="868045" y="685800"/>
                </a:lnTo>
                <a:lnTo>
                  <a:pt x="895058" y="695632"/>
                </a:lnTo>
                <a:lnTo>
                  <a:pt x="909658" y="708868"/>
                </a:lnTo>
                <a:lnTo>
                  <a:pt x="914259" y="724850"/>
                </a:lnTo>
                <a:lnTo>
                  <a:pt x="911276" y="742923"/>
                </a:lnTo>
                <a:lnTo>
                  <a:pt x="903125" y="762433"/>
                </a:lnTo>
                <a:lnTo>
                  <a:pt x="892221" y="782723"/>
                </a:lnTo>
                <a:lnTo>
                  <a:pt x="880979" y="803138"/>
                </a:lnTo>
                <a:lnTo>
                  <a:pt x="871816" y="823022"/>
                </a:lnTo>
                <a:lnTo>
                  <a:pt x="867145" y="841720"/>
                </a:lnTo>
                <a:lnTo>
                  <a:pt x="869384" y="858576"/>
                </a:lnTo>
                <a:lnTo>
                  <a:pt x="880946" y="872935"/>
                </a:lnTo>
                <a:lnTo>
                  <a:pt x="941704" y="891539"/>
                </a:lnTo>
                <a:lnTo>
                  <a:pt x="1008444" y="896125"/>
                </a:lnTo>
                <a:lnTo>
                  <a:pt x="1050660" y="897239"/>
                </a:lnTo>
                <a:lnTo>
                  <a:pt x="1097886" y="897619"/>
                </a:lnTo>
                <a:lnTo>
                  <a:pt x="1149458" y="897304"/>
                </a:lnTo>
                <a:lnTo>
                  <a:pt x="1262983" y="894741"/>
                </a:lnTo>
                <a:lnTo>
                  <a:pt x="1385920" y="889858"/>
                </a:lnTo>
                <a:lnTo>
                  <a:pt x="1512950" y="882967"/>
                </a:lnTo>
                <a:lnTo>
                  <a:pt x="1638760" y="874375"/>
                </a:lnTo>
                <a:lnTo>
                  <a:pt x="1758031" y="864392"/>
                </a:lnTo>
                <a:lnTo>
                  <a:pt x="1813553" y="858976"/>
                </a:lnTo>
                <a:lnTo>
                  <a:pt x="1865447" y="853327"/>
                </a:lnTo>
                <a:lnTo>
                  <a:pt x="1913049" y="847485"/>
                </a:lnTo>
                <a:lnTo>
                  <a:pt x="1955694" y="841489"/>
                </a:lnTo>
                <a:lnTo>
                  <a:pt x="2023454" y="829188"/>
                </a:lnTo>
                <a:lnTo>
                  <a:pt x="2074334" y="811053"/>
                </a:lnTo>
                <a:lnTo>
                  <a:pt x="2083769" y="798195"/>
                </a:lnTo>
                <a:lnTo>
                  <a:pt x="2078360" y="784383"/>
                </a:lnTo>
                <a:lnTo>
                  <a:pt x="2060923" y="769620"/>
                </a:lnTo>
                <a:lnTo>
                  <a:pt x="2034270" y="753903"/>
                </a:lnTo>
                <a:lnTo>
                  <a:pt x="2001218" y="737235"/>
                </a:lnTo>
                <a:lnTo>
                  <a:pt x="1964581" y="719613"/>
                </a:lnTo>
                <a:lnTo>
                  <a:pt x="1927173" y="701040"/>
                </a:lnTo>
                <a:lnTo>
                  <a:pt x="1891809" y="681513"/>
                </a:lnTo>
                <a:lnTo>
                  <a:pt x="1887715" y="678764"/>
                </a:lnTo>
                <a:close/>
              </a:path>
              <a:path w="2084070" h="897889">
                <a:moveTo>
                  <a:pt x="1310259" y="0"/>
                </a:moveTo>
                <a:lnTo>
                  <a:pt x="1271581" y="890"/>
                </a:lnTo>
                <a:lnTo>
                  <a:pt x="1229506" y="3494"/>
                </a:lnTo>
                <a:lnTo>
                  <a:pt x="1184397" y="7710"/>
                </a:lnTo>
                <a:lnTo>
                  <a:pt x="1136616" y="13437"/>
                </a:lnTo>
                <a:lnTo>
                  <a:pt x="1086529" y="20573"/>
                </a:lnTo>
                <a:lnTo>
                  <a:pt x="1034498" y="29017"/>
                </a:lnTo>
                <a:lnTo>
                  <a:pt x="980886" y="38666"/>
                </a:lnTo>
                <a:lnTo>
                  <a:pt x="926058" y="49421"/>
                </a:lnTo>
                <a:lnTo>
                  <a:pt x="870376" y="61179"/>
                </a:lnTo>
                <a:lnTo>
                  <a:pt x="814203" y="73838"/>
                </a:lnTo>
                <a:lnTo>
                  <a:pt x="757904" y="87299"/>
                </a:lnTo>
                <a:lnTo>
                  <a:pt x="701842" y="101458"/>
                </a:lnTo>
                <a:lnTo>
                  <a:pt x="646380" y="116214"/>
                </a:lnTo>
                <a:lnTo>
                  <a:pt x="591881" y="131467"/>
                </a:lnTo>
                <a:lnTo>
                  <a:pt x="538710" y="147114"/>
                </a:lnTo>
                <a:lnTo>
                  <a:pt x="487229" y="163054"/>
                </a:lnTo>
                <a:lnTo>
                  <a:pt x="437802" y="179186"/>
                </a:lnTo>
                <a:lnTo>
                  <a:pt x="390792" y="195408"/>
                </a:lnTo>
                <a:lnTo>
                  <a:pt x="346563" y="211618"/>
                </a:lnTo>
                <a:lnTo>
                  <a:pt x="305478" y="227716"/>
                </a:lnTo>
                <a:lnTo>
                  <a:pt x="267901" y="243600"/>
                </a:lnTo>
                <a:lnTo>
                  <a:pt x="204724" y="274320"/>
                </a:lnTo>
                <a:lnTo>
                  <a:pt x="155852" y="305117"/>
                </a:lnTo>
                <a:lnTo>
                  <a:pt x="113633" y="339724"/>
                </a:lnTo>
                <a:lnTo>
                  <a:pt x="78065" y="377189"/>
                </a:lnTo>
                <a:lnTo>
                  <a:pt x="49149" y="416559"/>
                </a:lnTo>
                <a:lnTo>
                  <a:pt x="26884" y="456882"/>
                </a:lnTo>
                <a:lnTo>
                  <a:pt x="11271" y="497204"/>
                </a:lnTo>
                <a:lnTo>
                  <a:pt x="2309" y="536574"/>
                </a:lnTo>
                <a:lnTo>
                  <a:pt x="0" y="574039"/>
                </a:lnTo>
                <a:lnTo>
                  <a:pt x="4341" y="608647"/>
                </a:lnTo>
                <a:lnTo>
                  <a:pt x="32980" y="665479"/>
                </a:lnTo>
                <a:lnTo>
                  <a:pt x="81214" y="696185"/>
                </a:lnTo>
                <a:lnTo>
                  <a:pt x="152484" y="707785"/>
                </a:lnTo>
                <a:lnTo>
                  <a:pt x="197747" y="709753"/>
                </a:lnTo>
                <a:lnTo>
                  <a:pt x="248049" y="709669"/>
                </a:lnTo>
                <a:lnTo>
                  <a:pt x="302356" y="707910"/>
                </a:lnTo>
                <a:lnTo>
                  <a:pt x="359632" y="704853"/>
                </a:lnTo>
                <a:lnTo>
                  <a:pt x="654332" y="683287"/>
                </a:lnTo>
                <a:lnTo>
                  <a:pt x="707693" y="680356"/>
                </a:lnTo>
                <a:lnTo>
                  <a:pt x="756780" y="678764"/>
                </a:lnTo>
                <a:lnTo>
                  <a:pt x="1887715" y="678764"/>
                </a:lnTo>
                <a:lnTo>
                  <a:pt x="1861305" y="661035"/>
                </a:lnTo>
                <a:lnTo>
                  <a:pt x="1838475" y="639603"/>
                </a:lnTo>
                <a:lnTo>
                  <a:pt x="1826133" y="617220"/>
                </a:lnTo>
                <a:lnTo>
                  <a:pt x="1825038" y="584764"/>
                </a:lnTo>
                <a:lnTo>
                  <a:pt x="1835466" y="548922"/>
                </a:lnTo>
                <a:lnTo>
                  <a:pt x="1853475" y="510540"/>
                </a:lnTo>
                <a:lnTo>
                  <a:pt x="1875121" y="470464"/>
                </a:lnTo>
                <a:lnTo>
                  <a:pt x="1896462" y="429542"/>
                </a:lnTo>
                <a:lnTo>
                  <a:pt x="1913556" y="388620"/>
                </a:lnTo>
                <a:lnTo>
                  <a:pt x="1922458" y="348544"/>
                </a:lnTo>
                <a:lnTo>
                  <a:pt x="1919227" y="310162"/>
                </a:lnTo>
                <a:lnTo>
                  <a:pt x="1899920" y="274320"/>
                </a:lnTo>
                <a:lnTo>
                  <a:pt x="1855013" y="226733"/>
                </a:lnTo>
                <a:lnTo>
                  <a:pt x="1826758" y="201103"/>
                </a:lnTo>
                <a:lnTo>
                  <a:pt x="1794849" y="174948"/>
                </a:lnTo>
                <a:lnTo>
                  <a:pt x="1759448" y="148794"/>
                </a:lnTo>
                <a:lnTo>
                  <a:pt x="1720715" y="123164"/>
                </a:lnTo>
                <a:lnTo>
                  <a:pt x="1678812" y="98583"/>
                </a:lnTo>
                <a:lnTo>
                  <a:pt x="1633901" y="75577"/>
                </a:lnTo>
                <a:lnTo>
                  <a:pt x="1586141" y="54671"/>
                </a:lnTo>
                <a:lnTo>
                  <a:pt x="1535694" y="36389"/>
                </a:lnTo>
                <a:lnTo>
                  <a:pt x="1482722" y="21256"/>
                </a:lnTo>
                <a:lnTo>
                  <a:pt x="1427384" y="9797"/>
                </a:lnTo>
                <a:lnTo>
                  <a:pt x="1369843" y="2536"/>
                </a:lnTo>
                <a:lnTo>
                  <a:pt x="131025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910713" y="2743200"/>
            <a:ext cx="2084070" cy="897890"/>
          </a:xfrm>
          <a:custGeom>
            <a:avLst/>
            <a:gdLst/>
            <a:ahLst/>
            <a:cxnLst/>
            <a:rect l="l" t="t" r="r" b="b"/>
            <a:pathLst>
              <a:path w="2084070" h="897889">
                <a:moveTo>
                  <a:pt x="204724" y="274320"/>
                </a:moveTo>
                <a:lnTo>
                  <a:pt x="267901" y="243600"/>
                </a:lnTo>
                <a:lnTo>
                  <a:pt x="305478" y="227716"/>
                </a:lnTo>
                <a:lnTo>
                  <a:pt x="346563" y="211618"/>
                </a:lnTo>
                <a:lnTo>
                  <a:pt x="390792" y="195408"/>
                </a:lnTo>
                <a:lnTo>
                  <a:pt x="437802" y="179186"/>
                </a:lnTo>
                <a:lnTo>
                  <a:pt x="487229" y="163054"/>
                </a:lnTo>
                <a:lnTo>
                  <a:pt x="538710" y="147114"/>
                </a:lnTo>
                <a:lnTo>
                  <a:pt x="591881" y="131467"/>
                </a:lnTo>
                <a:lnTo>
                  <a:pt x="646380" y="116214"/>
                </a:lnTo>
                <a:lnTo>
                  <a:pt x="701842" y="101458"/>
                </a:lnTo>
                <a:lnTo>
                  <a:pt x="757904" y="87299"/>
                </a:lnTo>
                <a:lnTo>
                  <a:pt x="814203" y="73838"/>
                </a:lnTo>
                <a:lnTo>
                  <a:pt x="870376" y="61179"/>
                </a:lnTo>
                <a:lnTo>
                  <a:pt x="926058" y="49421"/>
                </a:lnTo>
                <a:lnTo>
                  <a:pt x="980886" y="38666"/>
                </a:lnTo>
                <a:lnTo>
                  <a:pt x="1034498" y="29017"/>
                </a:lnTo>
                <a:lnTo>
                  <a:pt x="1086529" y="20573"/>
                </a:lnTo>
                <a:lnTo>
                  <a:pt x="1136616" y="13437"/>
                </a:lnTo>
                <a:lnTo>
                  <a:pt x="1184397" y="7710"/>
                </a:lnTo>
                <a:lnTo>
                  <a:pt x="1229506" y="3494"/>
                </a:lnTo>
                <a:lnTo>
                  <a:pt x="1271581" y="890"/>
                </a:lnTo>
                <a:lnTo>
                  <a:pt x="1310259" y="0"/>
                </a:lnTo>
                <a:lnTo>
                  <a:pt x="1369843" y="2536"/>
                </a:lnTo>
                <a:lnTo>
                  <a:pt x="1427384" y="9797"/>
                </a:lnTo>
                <a:lnTo>
                  <a:pt x="1482722" y="21256"/>
                </a:lnTo>
                <a:lnTo>
                  <a:pt x="1535694" y="36389"/>
                </a:lnTo>
                <a:lnTo>
                  <a:pt x="1586141" y="54671"/>
                </a:lnTo>
                <a:lnTo>
                  <a:pt x="1633901" y="75577"/>
                </a:lnTo>
                <a:lnTo>
                  <a:pt x="1678812" y="98583"/>
                </a:lnTo>
                <a:lnTo>
                  <a:pt x="1720715" y="123164"/>
                </a:lnTo>
                <a:lnTo>
                  <a:pt x="1759448" y="148794"/>
                </a:lnTo>
                <a:lnTo>
                  <a:pt x="1794849" y="174948"/>
                </a:lnTo>
                <a:lnTo>
                  <a:pt x="1826758" y="201103"/>
                </a:lnTo>
                <a:lnTo>
                  <a:pt x="1855013" y="226733"/>
                </a:lnTo>
                <a:lnTo>
                  <a:pt x="1899920" y="274320"/>
                </a:lnTo>
                <a:lnTo>
                  <a:pt x="1919227" y="310162"/>
                </a:lnTo>
                <a:lnTo>
                  <a:pt x="1922458" y="348544"/>
                </a:lnTo>
                <a:lnTo>
                  <a:pt x="1913556" y="388620"/>
                </a:lnTo>
                <a:lnTo>
                  <a:pt x="1896462" y="429542"/>
                </a:lnTo>
                <a:lnTo>
                  <a:pt x="1875121" y="470464"/>
                </a:lnTo>
                <a:lnTo>
                  <a:pt x="1853475" y="510540"/>
                </a:lnTo>
                <a:lnTo>
                  <a:pt x="1835466" y="548922"/>
                </a:lnTo>
                <a:lnTo>
                  <a:pt x="1825038" y="584764"/>
                </a:lnTo>
                <a:lnTo>
                  <a:pt x="1826133" y="617220"/>
                </a:lnTo>
                <a:lnTo>
                  <a:pt x="1838475" y="639603"/>
                </a:lnTo>
                <a:lnTo>
                  <a:pt x="1891809" y="681513"/>
                </a:lnTo>
                <a:lnTo>
                  <a:pt x="1927173" y="701040"/>
                </a:lnTo>
                <a:lnTo>
                  <a:pt x="1964581" y="719613"/>
                </a:lnTo>
                <a:lnTo>
                  <a:pt x="2001218" y="737235"/>
                </a:lnTo>
                <a:lnTo>
                  <a:pt x="2034270" y="753903"/>
                </a:lnTo>
                <a:lnTo>
                  <a:pt x="2060923" y="769620"/>
                </a:lnTo>
                <a:lnTo>
                  <a:pt x="2078360" y="784383"/>
                </a:lnTo>
                <a:lnTo>
                  <a:pt x="2083769" y="798195"/>
                </a:lnTo>
                <a:lnTo>
                  <a:pt x="2074334" y="811053"/>
                </a:lnTo>
                <a:lnTo>
                  <a:pt x="2023454" y="829188"/>
                </a:lnTo>
                <a:lnTo>
                  <a:pt x="1955694" y="841489"/>
                </a:lnTo>
                <a:lnTo>
                  <a:pt x="1913049" y="847485"/>
                </a:lnTo>
                <a:lnTo>
                  <a:pt x="1865447" y="853327"/>
                </a:lnTo>
                <a:lnTo>
                  <a:pt x="1813553" y="858976"/>
                </a:lnTo>
                <a:lnTo>
                  <a:pt x="1758031" y="864392"/>
                </a:lnTo>
                <a:lnTo>
                  <a:pt x="1699545" y="869538"/>
                </a:lnTo>
                <a:lnTo>
                  <a:pt x="1638760" y="874375"/>
                </a:lnTo>
                <a:lnTo>
                  <a:pt x="1576340" y="878864"/>
                </a:lnTo>
                <a:lnTo>
                  <a:pt x="1512950" y="882967"/>
                </a:lnTo>
                <a:lnTo>
                  <a:pt x="1449256" y="886645"/>
                </a:lnTo>
                <a:lnTo>
                  <a:pt x="1385920" y="889858"/>
                </a:lnTo>
                <a:lnTo>
                  <a:pt x="1323608" y="892570"/>
                </a:lnTo>
                <a:lnTo>
                  <a:pt x="1262983" y="894741"/>
                </a:lnTo>
                <a:lnTo>
                  <a:pt x="1204712" y="896331"/>
                </a:lnTo>
                <a:lnTo>
                  <a:pt x="1149458" y="897304"/>
                </a:lnTo>
                <a:lnTo>
                  <a:pt x="1097886" y="897619"/>
                </a:lnTo>
                <a:lnTo>
                  <a:pt x="1050660" y="897239"/>
                </a:lnTo>
                <a:lnTo>
                  <a:pt x="1008444" y="896125"/>
                </a:lnTo>
                <a:lnTo>
                  <a:pt x="941704" y="891539"/>
                </a:lnTo>
                <a:lnTo>
                  <a:pt x="904248" y="884141"/>
                </a:lnTo>
                <a:lnTo>
                  <a:pt x="869384" y="858576"/>
                </a:lnTo>
                <a:lnTo>
                  <a:pt x="867145" y="841720"/>
                </a:lnTo>
                <a:lnTo>
                  <a:pt x="871816" y="823022"/>
                </a:lnTo>
                <a:lnTo>
                  <a:pt x="880979" y="803138"/>
                </a:lnTo>
                <a:lnTo>
                  <a:pt x="892221" y="782723"/>
                </a:lnTo>
                <a:lnTo>
                  <a:pt x="903125" y="762433"/>
                </a:lnTo>
                <a:lnTo>
                  <a:pt x="911276" y="742923"/>
                </a:lnTo>
                <a:lnTo>
                  <a:pt x="914259" y="724850"/>
                </a:lnTo>
                <a:lnTo>
                  <a:pt x="909658" y="708868"/>
                </a:lnTo>
                <a:lnTo>
                  <a:pt x="868045" y="685800"/>
                </a:lnTo>
                <a:lnTo>
                  <a:pt x="800557" y="678890"/>
                </a:lnTo>
                <a:lnTo>
                  <a:pt x="756780" y="678764"/>
                </a:lnTo>
                <a:lnTo>
                  <a:pt x="707693" y="680356"/>
                </a:lnTo>
                <a:lnTo>
                  <a:pt x="654332" y="683287"/>
                </a:lnTo>
                <a:lnTo>
                  <a:pt x="597732" y="687181"/>
                </a:lnTo>
                <a:lnTo>
                  <a:pt x="538927" y="691662"/>
                </a:lnTo>
                <a:lnTo>
                  <a:pt x="478952" y="696352"/>
                </a:lnTo>
                <a:lnTo>
                  <a:pt x="418842" y="700875"/>
                </a:lnTo>
                <a:lnTo>
                  <a:pt x="359632" y="704853"/>
                </a:lnTo>
                <a:lnTo>
                  <a:pt x="302356" y="707910"/>
                </a:lnTo>
                <a:lnTo>
                  <a:pt x="248049" y="709669"/>
                </a:lnTo>
                <a:lnTo>
                  <a:pt x="197747" y="709753"/>
                </a:lnTo>
                <a:lnTo>
                  <a:pt x="152484" y="707785"/>
                </a:lnTo>
                <a:lnTo>
                  <a:pt x="113295" y="703388"/>
                </a:lnTo>
                <a:lnTo>
                  <a:pt x="57276" y="685800"/>
                </a:lnTo>
                <a:lnTo>
                  <a:pt x="15335" y="639444"/>
                </a:lnTo>
                <a:lnTo>
                  <a:pt x="0" y="574039"/>
                </a:lnTo>
                <a:lnTo>
                  <a:pt x="2309" y="536574"/>
                </a:lnTo>
                <a:lnTo>
                  <a:pt x="11271" y="497204"/>
                </a:lnTo>
                <a:lnTo>
                  <a:pt x="26884" y="456882"/>
                </a:lnTo>
                <a:lnTo>
                  <a:pt x="49149" y="416559"/>
                </a:lnTo>
                <a:lnTo>
                  <a:pt x="78065" y="377189"/>
                </a:lnTo>
                <a:lnTo>
                  <a:pt x="113633" y="339724"/>
                </a:lnTo>
                <a:lnTo>
                  <a:pt x="155852" y="305117"/>
                </a:lnTo>
                <a:lnTo>
                  <a:pt x="204724" y="27432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08375" y="2999359"/>
            <a:ext cx="8553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过程</a:t>
            </a: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08404" y="3353561"/>
            <a:ext cx="1149985" cy="621030"/>
          </a:xfrm>
          <a:custGeom>
            <a:avLst/>
            <a:gdLst/>
            <a:ahLst/>
            <a:cxnLst/>
            <a:rect l="l" t="t" r="r" b="b"/>
            <a:pathLst>
              <a:path w="1149985" h="621029">
                <a:moveTo>
                  <a:pt x="1066411" y="27968"/>
                </a:moveTo>
                <a:lnTo>
                  <a:pt x="0" y="595249"/>
                </a:lnTo>
                <a:lnTo>
                  <a:pt x="13715" y="620902"/>
                </a:lnTo>
                <a:lnTo>
                  <a:pt x="1079984" y="53506"/>
                </a:lnTo>
                <a:lnTo>
                  <a:pt x="1066411" y="27968"/>
                </a:lnTo>
                <a:close/>
              </a:path>
              <a:path w="1149985" h="621029">
                <a:moveTo>
                  <a:pt x="1134776" y="21209"/>
                </a:moveTo>
                <a:lnTo>
                  <a:pt x="1079119" y="21209"/>
                </a:lnTo>
                <a:lnTo>
                  <a:pt x="1092708" y="46736"/>
                </a:lnTo>
                <a:lnTo>
                  <a:pt x="1079984" y="53506"/>
                </a:lnTo>
                <a:lnTo>
                  <a:pt x="1093596" y="79121"/>
                </a:lnTo>
                <a:lnTo>
                  <a:pt x="1134776" y="21209"/>
                </a:lnTo>
                <a:close/>
              </a:path>
              <a:path w="1149985" h="621029">
                <a:moveTo>
                  <a:pt x="1079119" y="21209"/>
                </a:moveTo>
                <a:lnTo>
                  <a:pt x="1066411" y="27968"/>
                </a:lnTo>
                <a:lnTo>
                  <a:pt x="1079984" y="53506"/>
                </a:lnTo>
                <a:lnTo>
                  <a:pt x="1092708" y="46736"/>
                </a:lnTo>
                <a:lnTo>
                  <a:pt x="1079119" y="21209"/>
                </a:lnTo>
                <a:close/>
              </a:path>
              <a:path w="1149985" h="621029">
                <a:moveTo>
                  <a:pt x="1149858" y="0"/>
                </a:moveTo>
                <a:lnTo>
                  <a:pt x="1052829" y="2412"/>
                </a:lnTo>
                <a:lnTo>
                  <a:pt x="1066411" y="27968"/>
                </a:lnTo>
                <a:lnTo>
                  <a:pt x="1079119" y="21209"/>
                </a:lnTo>
                <a:lnTo>
                  <a:pt x="1134776" y="21209"/>
                </a:lnTo>
                <a:lnTo>
                  <a:pt x="11498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51507" y="4865115"/>
            <a:ext cx="1169035" cy="698500"/>
          </a:xfrm>
          <a:custGeom>
            <a:avLst/>
            <a:gdLst/>
            <a:ahLst/>
            <a:cxnLst/>
            <a:rect l="l" t="t" r="r" b="b"/>
            <a:pathLst>
              <a:path w="1169035" h="698500">
                <a:moveTo>
                  <a:pt x="1086515" y="666529"/>
                </a:moveTo>
                <a:lnTo>
                  <a:pt x="1071753" y="691514"/>
                </a:lnTo>
                <a:lnTo>
                  <a:pt x="1168654" y="698245"/>
                </a:lnTo>
                <a:lnTo>
                  <a:pt x="1152891" y="673861"/>
                </a:lnTo>
                <a:lnTo>
                  <a:pt x="1098931" y="673861"/>
                </a:lnTo>
                <a:lnTo>
                  <a:pt x="1086515" y="666529"/>
                </a:lnTo>
                <a:close/>
              </a:path>
              <a:path w="1169035" h="698500">
                <a:moveTo>
                  <a:pt x="1101228" y="641626"/>
                </a:moveTo>
                <a:lnTo>
                  <a:pt x="1086515" y="666529"/>
                </a:lnTo>
                <a:lnTo>
                  <a:pt x="1098931" y="673861"/>
                </a:lnTo>
                <a:lnTo>
                  <a:pt x="1113663" y="648969"/>
                </a:lnTo>
                <a:lnTo>
                  <a:pt x="1101228" y="641626"/>
                </a:lnTo>
                <a:close/>
              </a:path>
              <a:path w="1169035" h="698500">
                <a:moveTo>
                  <a:pt x="1115949" y="616711"/>
                </a:moveTo>
                <a:lnTo>
                  <a:pt x="1101228" y="641626"/>
                </a:lnTo>
                <a:lnTo>
                  <a:pt x="1113663" y="648969"/>
                </a:lnTo>
                <a:lnTo>
                  <a:pt x="1098931" y="673861"/>
                </a:lnTo>
                <a:lnTo>
                  <a:pt x="1152891" y="673861"/>
                </a:lnTo>
                <a:lnTo>
                  <a:pt x="1115949" y="616711"/>
                </a:lnTo>
                <a:close/>
              </a:path>
              <a:path w="1169035" h="698500">
                <a:moveTo>
                  <a:pt x="14731" y="0"/>
                </a:moveTo>
                <a:lnTo>
                  <a:pt x="0" y="24891"/>
                </a:lnTo>
                <a:lnTo>
                  <a:pt x="1086515" y="666529"/>
                </a:lnTo>
                <a:lnTo>
                  <a:pt x="1101228" y="641626"/>
                </a:lnTo>
                <a:lnTo>
                  <a:pt x="14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301241" y="2175510"/>
            <a:ext cx="165353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用户需求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7638" y="4030217"/>
            <a:ext cx="1031875" cy="628015"/>
          </a:xfrm>
          <a:custGeom>
            <a:avLst/>
            <a:gdLst/>
            <a:ahLst/>
            <a:cxnLst/>
            <a:rect l="l" t="t" r="r" b="b"/>
            <a:pathLst>
              <a:path w="1031875" h="628014">
                <a:moveTo>
                  <a:pt x="0" y="183895"/>
                </a:moveTo>
                <a:lnTo>
                  <a:pt x="183896" y="0"/>
                </a:lnTo>
                <a:lnTo>
                  <a:pt x="847852" y="0"/>
                </a:lnTo>
                <a:lnTo>
                  <a:pt x="1031747" y="183895"/>
                </a:lnTo>
                <a:lnTo>
                  <a:pt x="1031747" y="443991"/>
                </a:lnTo>
                <a:lnTo>
                  <a:pt x="847852" y="627887"/>
                </a:lnTo>
                <a:lnTo>
                  <a:pt x="183896" y="627887"/>
                </a:lnTo>
                <a:lnTo>
                  <a:pt x="0" y="443991"/>
                </a:lnTo>
                <a:lnTo>
                  <a:pt x="0" y="183895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172961" y="5258561"/>
            <a:ext cx="1143000" cy="574675"/>
          </a:xfrm>
          <a:custGeom>
            <a:avLst/>
            <a:gdLst/>
            <a:ahLst/>
            <a:cxnLst/>
            <a:rect l="l" t="t" r="r" b="b"/>
            <a:pathLst>
              <a:path w="1143000" h="574675">
                <a:moveTo>
                  <a:pt x="0" y="287274"/>
                </a:moveTo>
                <a:lnTo>
                  <a:pt x="285750" y="0"/>
                </a:lnTo>
                <a:lnTo>
                  <a:pt x="857249" y="0"/>
                </a:lnTo>
                <a:lnTo>
                  <a:pt x="1142999" y="287274"/>
                </a:lnTo>
                <a:lnTo>
                  <a:pt x="857249" y="574547"/>
                </a:lnTo>
                <a:lnTo>
                  <a:pt x="285750" y="574547"/>
                </a:lnTo>
                <a:lnTo>
                  <a:pt x="0" y="287274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77561" y="4300728"/>
            <a:ext cx="1295400" cy="86995"/>
          </a:xfrm>
          <a:custGeom>
            <a:avLst/>
            <a:gdLst/>
            <a:ahLst/>
            <a:cxnLst/>
            <a:rect l="l" t="t" r="r" b="b"/>
            <a:pathLst>
              <a:path w="1295400" h="86995">
                <a:moveTo>
                  <a:pt x="1208532" y="0"/>
                </a:moveTo>
                <a:lnTo>
                  <a:pt x="1208532" y="86868"/>
                </a:lnTo>
                <a:lnTo>
                  <a:pt x="1266444" y="57912"/>
                </a:lnTo>
                <a:lnTo>
                  <a:pt x="1223010" y="57912"/>
                </a:lnTo>
                <a:lnTo>
                  <a:pt x="1223010" y="28956"/>
                </a:lnTo>
                <a:lnTo>
                  <a:pt x="1266443" y="28956"/>
                </a:lnTo>
                <a:lnTo>
                  <a:pt x="1208532" y="0"/>
                </a:lnTo>
                <a:close/>
              </a:path>
              <a:path w="1295400" h="86995">
                <a:moveTo>
                  <a:pt x="1208532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208532" y="57912"/>
                </a:lnTo>
                <a:lnTo>
                  <a:pt x="1208532" y="28956"/>
                </a:lnTo>
                <a:close/>
              </a:path>
              <a:path w="1295400" h="86995">
                <a:moveTo>
                  <a:pt x="1266443" y="28956"/>
                </a:moveTo>
                <a:lnTo>
                  <a:pt x="1223010" y="28956"/>
                </a:lnTo>
                <a:lnTo>
                  <a:pt x="1223010" y="57912"/>
                </a:lnTo>
                <a:lnTo>
                  <a:pt x="1266444" y="57912"/>
                </a:lnTo>
                <a:lnTo>
                  <a:pt x="1295400" y="43434"/>
                </a:lnTo>
                <a:lnTo>
                  <a:pt x="1266443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877561" y="3081527"/>
            <a:ext cx="1295400" cy="86995"/>
          </a:xfrm>
          <a:custGeom>
            <a:avLst/>
            <a:gdLst/>
            <a:ahLst/>
            <a:cxnLst/>
            <a:rect l="l" t="t" r="r" b="b"/>
            <a:pathLst>
              <a:path w="1295400" h="86994">
                <a:moveTo>
                  <a:pt x="1208532" y="0"/>
                </a:moveTo>
                <a:lnTo>
                  <a:pt x="1208532" y="86868"/>
                </a:lnTo>
                <a:lnTo>
                  <a:pt x="1266444" y="57912"/>
                </a:lnTo>
                <a:lnTo>
                  <a:pt x="1223010" y="57912"/>
                </a:lnTo>
                <a:lnTo>
                  <a:pt x="1223010" y="28956"/>
                </a:lnTo>
                <a:lnTo>
                  <a:pt x="1266444" y="28956"/>
                </a:lnTo>
                <a:lnTo>
                  <a:pt x="1208532" y="0"/>
                </a:lnTo>
                <a:close/>
              </a:path>
              <a:path w="1295400" h="86994">
                <a:moveTo>
                  <a:pt x="1208532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208532" y="57912"/>
                </a:lnTo>
                <a:lnTo>
                  <a:pt x="1208532" y="28956"/>
                </a:lnTo>
                <a:close/>
              </a:path>
              <a:path w="1295400" h="86994">
                <a:moveTo>
                  <a:pt x="1266444" y="28956"/>
                </a:moveTo>
                <a:lnTo>
                  <a:pt x="1223010" y="28956"/>
                </a:lnTo>
                <a:lnTo>
                  <a:pt x="1223010" y="57912"/>
                </a:lnTo>
                <a:lnTo>
                  <a:pt x="1266444" y="57912"/>
                </a:lnTo>
                <a:lnTo>
                  <a:pt x="1295400" y="43434"/>
                </a:lnTo>
                <a:lnTo>
                  <a:pt x="1266444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01361" y="5519928"/>
            <a:ext cx="1295400" cy="86995"/>
          </a:xfrm>
          <a:custGeom>
            <a:avLst/>
            <a:gdLst/>
            <a:ahLst/>
            <a:cxnLst/>
            <a:rect l="l" t="t" r="r" b="b"/>
            <a:pathLst>
              <a:path w="1295400" h="86995">
                <a:moveTo>
                  <a:pt x="1208532" y="0"/>
                </a:moveTo>
                <a:lnTo>
                  <a:pt x="1208532" y="86868"/>
                </a:lnTo>
                <a:lnTo>
                  <a:pt x="1266444" y="57912"/>
                </a:lnTo>
                <a:lnTo>
                  <a:pt x="1223010" y="57912"/>
                </a:lnTo>
                <a:lnTo>
                  <a:pt x="1223010" y="28956"/>
                </a:lnTo>
                <a:lnTo>
                  <a:pt x="1266444" y="28956"/>
                </a:lnTo>
                <a:lnTo>
                  <a:pt x="1208532" y="0"/>
                </a:lnTo>
                <a:close/>
              </a:path>
              <a:path w="1295400" h="86995">
                <a:moveTo>
                  <a:pt x="1208532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208532" y="57912"/>
                </a:lnTo>
                <a:lnTo>
                  <a:pt x="1208532" y="28956"/>
                </a:lnTo>
                <a:close/>
              </a:path>
              <a:path w="1295400" h="86995">
                <a:moveTo>
                  <a:pt x="1266444" y="28956"/>
                </a:moveTo>
                <a:lnTo>
                  <a:pt x="1223010" y="28956"/>
                </a:lnTo>
                <a:lnTo>
                  <a:pt x="1223010" y="57912"/>
                </a:lnTo>
                <a:lnTo>
                  <a:pt x="1266444" y="57912"/>
                </a:lnTo>
                <a:lnTo>
                  <a:pt x="1295400" y="43434"/>
                </a:lnTo>
                <a:lnTo>
                  <a:pt x="1266444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849361" y="2770759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3300"/>
                </a:solidFill>
                <a:latin typeface="宋体"/>
                <a:cs typeface="宋体"/>
              </a:rPr>
              <a:t>关注点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70114" y="3250057"/>
            <a:ext cx="694055" cy="469265"/>
          </a:xfrm>
          <a:custGeom>
            <a:avLst/>
            <a:gdLst/>
            <a:ahLst/>
            <a:cxnLst/>
            <a:rect l="l" t="t" r="r" b="b"/>
            <a:pathLst>
              <a:path w="694054" h="469264">
                <a:moveTo>
                  <a:pt x="48132" y="384936"/>
                </a:moveTo>
                <a:lnTo>
                  <a:pt x="0" y="469264"/>
                </a:lnTo>
                <a:lnTo>
                  <a:pt x="96392" y="457199"/>
                </a:lnTo>
                <a:lnTo>
                  <a:pt x="85706" y="441197"/>
                </a:lnTo>
                <a:lnTo>
                  <a:pt x="68325" y="441197"/>
                </a:lnTo>
                <a:lnTo>
                  <a:pt x="52196" y="417067"/>
                </a:lnTo>
                <a:lnTo>
                  <a:pt x="64232" y="409044"/>
                </a:lnTo>
                <a:lnTo>
                  <a:pt x="48132" y="384936"/>
                </a:lnTo>
                <a:close/>
              </a:path>
              <a:path w="694054" h="469264">
                <a:moveTo>
                  <a:pt x="64232" y="409044"/>
                </a:moveTo>
                <a:lnTo>
                  <a:pt x="52196" y="417067"/>
                </a:lnTo>
                <a:lnTo>
                  <a:pt x="68325" y="441197"/>
                </a:lnTo>
                <a:lnTo>
                  <a:pt x="80351" y="433179"/>
                </a:lnTo>
                <a:lnTo>
                  <a:pt x="64232" y="409044"/>
                </a:lnTo>
                <a:close/>
              </a:path>
              <a:path w="694054" h="469264">
                <a:moveTo>
                  <a:pt x="80351" y="433179"/>
                </a:moveTo>
                <a:lnTo>
                  <a:pt x="68325" y="441197"/>
                </a:lnTo>
                <a:lnTo>
                  <a:pt x="85706" y="441197"/>
                </a:lnTo>
                <a:lnTo>
                  <a:pt x="80351" y="433179"/>
                </a:lnTo>
                <a:close/>
              </a:path>
              <a:path w="694054" h="469264">
                <a:moveTo>
                  <a:pt x="677799" y="0"/>
                </a:moveTo>
                <a:lnTo>
                  <a:pt x="64232" y="409044"/>
                </a:lnTo>
                <a:lnTo>
                  <a:pt x="80351" y="433179"/>
                </a:lnTo>
                <a:lnTo>
                  <a:pt x="693801" y="24129"/>
                </a:lnTo>
                <a:lnTo>
                  <a:pt x="677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8116" y="3555491"/>
            <a:ext cx="419100" cy="466725"/>
          </a:xfrm>
          <a:custGeom>
            <a:avLst/>
            <a:gdLst/>
            <a:ahLst/>
            <a:cxnLst/>
            <a:rect l="l" t="t" r="r" b="b"/>
            <a:pathLst>
              <a:path w="419100" h="466725">
                <a:moveTo>
                  <a:pt x="84455" y="0"/>
                </a:moveTo>
                <a:lnTo>
                  <a:pt x="47802" y="6350"/>
                </a:lnTo>
                <a:lnTo>
                  <a:pt x="20713" y="32766"/>
                </a:lnTo>
                <a:lnTo>
                  <a:pt x="0" y="114173"/>
                </a:lnTo>
                <a:lnTo>
                  <a:pt x="7962" y="206883"/>
                </a:lnTo>
                <a:lnTo>
                  <a:pt x="30276" y="296291"/>
                </a:lnTo>
                <a:lnTo>
                  <a:pt x="54178" y="364871"/>
                </a:lnTo>
                <a:lnTo>
                  <a:pt x="99593" y="436753"/>
                </a:lnTo>
                <a:lnTo>
                  <a:pt x="139433" y="466344"/>
                </a:lnTo>
                <a:lnTo>
                  <a:pt x="193611" y="466344"/>
                </a:lnTo>
                <a:lnTo>
                  <a:pt x="248589" y="446405"/>
                </a:lnTo>
                <a:lnTo>
                  <a:pt x="276478" y="394462"/>
                </a:lnTo>
                <a:lnTo>
                  <a:pt x="290817" y="329057"/>
                </a:lnTo>
                <a:lnTo>
                  <a:pt x="285242" y="248285"/>
                </a:lnTo>
                <a:lnTo>
                  <a:pt x="414455" y="248285"/>
                </a:lnTo>
                <a:lnTo>
                  <a:pt x="419100" y="221996"/>
                </a:lnTo>
                <a:lnTo>
                  <a:pt x="273291" y="206883"/>
                </a:lnTo>
                <a:lnTo>
                  <a:pt x="236639" y="122936"/>
                </a:lnTo>
                <a:lnTo>
                  <a:pt x="218312" y="107823"/>
                </a:lnTo>
                <a:lnTo>
                  <a:pt x="181660" y="59944"/>
                </a:lnTo>
                <a:lnTo>
                  <a:pt x="130670" y="24003"/>
                </a:lnTo>
                <a:lnTo>
                  <a:pt x="84455" y="0"/>
                </a:lnTo>
                <a:close/>
              </a:path>
              <a:path w="419100" h="466725">
                <a:moveTo>
                  <a:pt x="414455" y="248285"/>
                </a:moveTo>
                <a:lnTo>
                  <a:pt x="285242" y="248285"/>
                </a:lnTo>
                <a:lnTo>
                  <a:pt x="412750" y="257937"/>
                </a:lnTo>
                <a:lnTo>
                  <a:pt x="414455" y="248285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88263" y="3436620"/>
            <a:ext cx="481965" cy="745490"/>
          </a:xfrm>
          <a:custGeom>
            <a:avLst/>
            <a:gdLst/>
            <a:ahLst/>
            <a:cxnLst/>
            <a:rect l="l" t="t" r="r" b="b"/>
            <a:pathLst>
              <a:path w="481965" h="745489">
                <a:moveTo>
                  <a:pt x="341718" y="0"/>
                </a:moveTo>
                <a:lnTo>
                  <a:pt x="281317" y="17525"/>
                </a:lnTo>
                <a:lnTo>
                  <a:pt x="305955" y="17525"/>
                </a:lnTo>
                <a:lnTo>
                  <a:pt x="245554" y="43687"/>
                </a:lnTo>
                <a:lnTo>
                  <a:pt x="197078" y="97789"/>
                </a:lnTo>
                <a:lnTo>
                  <a:pt x="132715" y="190880"/>
                </a:lnTo>
                <a:lnTo>
                  <a:pt x="81851" y="279145"/>
                </a:lnTo>
                <a:lnTo>
                  <a:pt x="27025" y="386587"/>
                </a:lnTo>
                <a:lnTo>
                  <a:pt x="0" y="458088"/>
                </a:lnTo>
                <a:lnTo>
                  <a:pt x="5562" y="512190"/>
                </a:lnTo>
                <a:lnTo>
                  <a:pt x="54038" y="557529"/>
                </a:lnTo>
                <a:lnTo>
                  <a:pt x="127152" y="607694"/>
                </a:lnTo>
                <a:lnTo>
                  <a:pt x="232841" y="653033"/>
                </a:lnTo>
                <a:lnTo>
                  <a:pt x="359994" y="718184"/>
                </a:lnTo>
                <a:lnTo>
                  <a:pt x="414832" y="745235"/>
                </a:lnTo>
                <a:lnTo>
                  <a:pt x="451383" y="736472"/>
                </a:lnTo>
                <a:lnTo>
                  <a:pt x="481583" y="706246"/>
                </a:lnTo>
                <a:lnTo>
                  <a:pt x="478408" y="664844"/>
                </a:lnTo>
                <a:lnTo>
                  <a:pt x="418007" y="643381"/>
                </a:lnTo>
                <a:lnTo>
                  <a:pt x="336156" y="610869"/>
                </a:lnTo>
                <a:lnTo>
                  <a:pt x="281317" y="601217"/>
                </a:lnTo>
                <a:lnTo>
                  <a:pt x="227279" y="583818"/>
                </a:lnTo>
                <a:lnTo>
                  <a:pt x="127152" y="545591"/>
                </a:lnTo>
                <a:lnTo>
                  <a:pt x="78676" y="500252"/>
                </a:lnTo>
                <a:lnTo>
                  <a:pt x="69938" y="464438"/>
                </a:lnTo>
                <a:lnTo>
                  <a:pt x="81851" y="396112"/>
                </a:lnTo>
                <a:lnTo>
                  <a:pt x="108877" y="324484"/>
                </a:lnTo>
                <a:lnTo>
                  <a:pt x="150990" y="244220"/>
                </a:lnTo>
                <a:lnTo>
                  <a:pt x="181190" y="181355"/>
                </a:lnTo>
                <a:lnTo>
                  <a:pt x="232841" y="124840"/>
                </a:lnTo>
                <a:lnTo>
                  <a:pt x="339813" y="124840"/>
                </a:lnTo>
                <a:lnTo>
                  <a:pt x="341718" y="115315"/>
                </a:lnTo>
                <a:lnTo>
                  <a:pt x="336156" y="83565"/>
                </a:lnTo>
                <a:lnTo>
                  <a:pt x="317880" y="47751"/>
                </a:lnTo>
                <a:lnTo>
                  <a:pt x="363969" y="35813"/>
                </a:lnTo>
                <a:lnTo>
                  <a:pt x="430455" y="35813"/>
                </a:lnTo>
                <a:lnTo>
                  <a:pt x="426745" y="29463"/>
                </a:lnTo>
                <a:lnTo>
                  <a:pt x="390194" y="2412"/>
                </a:lnTo>
                <a:lnTo>
                  <a:pt x="341718" y="0"/>
                </a:lnTo>
                <a:close/>
              </a:path>
              <a:path w="481965" h="745489">
                <a:moveTo>
                  <a:pt x="339813" y="124840"/>
                </a:moveTo>
                <a:lnTo>
                  <a:pt x="232841" y="124840"/>
                </a:lnTo>
                <a:lnTo>
                  <a:pt x="241592" y="145541"/>
                </a:lnTo>
                <a:lnTo>
                  <a:pt x="290855" y="155066"/>
                </a:lnTo>
                <a:lnTo>
                  <a:pt x="336156" y="143128"/>
                </a:lnTo>
                <a:lnTo>
                  <a:pt x="339813" y="124840"/>
                </a:lnTo>
                <a:close/>
              </a:path>
              <a:path w="481965" h="745489">
                <a:moveTo>
                  <a:pt x="430455" y="35813"/>
                </a:moveTo>
                <a:lnTo>
                  <a:pt x="363969" y="35813"/>
                </a:lnTo>
                <a:lnTo>
                  <a:pt x="390194" y="47751"/>
                </a:lnTo>
                <a:lnTo>
                  <a:pt x="418007" y="79501"/>
                </a:lnTo>
                <a:lnTo>
                  <a:pt x="408470" y="115315"/>
                </a:lnTo>
                <a:lnTo>
                  <a:pt x="442645" y="115315"/>
                </a:lnTo>
                <a:lnTo>
                  <a:pt x="451383" y="71627"/>
                </a:lnTo>
                <a:lnTo>
                  <a:pt x="430455" y="35813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42416" y="4053840"/>
            <a:ext cx="251460" cy="699770"/>
          </a:xfrm>
          <a:custGeom>
            <a:avLst/>
            <a:gdLst/>
            <a:ahLst/>
            <a:cxnLst/>
            <a:rect l="l" t="t" r="r" b="b"/>
            <a:pathLst>
              <a:path w="251459" h="699770">
                <a:moveTo>
                  <a:pt x="99161" y="0"/>
                </a:moveTo>
                <a:lnTo>
                  <a:pt x="63461" y="0"/>
                </a:lnTo>
                <a:lnTo>
                  <a:pt x="24587" y="18287"/>
                </a:lnTo>
                <a:lnTo>
                  <a:pt x="15074" y="54102"/>
                </a:lnTo>
                <a:lnTo>
                  <a:pt x="15074" y="80264"/>
                </a:lnTo>
                <a:lnTo>
                  <a:pt x="0" y="145415"/>
                </a:lnTo>
                <a:lnTo>
                  <a:pt x="0" y="294894"/>
                </a:lnTo>
                <a:lnTo>
                  <a:pt x="6350" y="422148"/>
                </a:lnTo>
                <a:lnTo>
                  <a:pt x="18249" y="535813"/>
                </a:lnTo>
                <a:lnTo>
                  <a:pt x="33312" y="598551"/>
                </a:lnTo>
                <a:lnTo>
                  <a:pt x="50761" y="660527"/>
                </a:lnTo>
                <a:lnTo>
                  <a:pt x="81699" y="696341"/>
                </a:lnTo>
                <a:lnTo>
                  <a:pt x="141986" y="699516"/>
                </a:lnTo>
                <a:lnTo>
                  <a:pt x="199897" y="689991"/>
                </a:lnTo>
                <a:lnTo>
                  <a:pt x="233172" y="660527"/>
                </a:lnTo>
                <a:lnTo>
                  <a:pt x="251459" y="580263"/>
                </a:lnTo>
                <a:lnTo>
                  <a:pt x="251459" y="449072"/>
                </a:lnTo>
                <a:lnTo>
                  <a:pt x="245872" y="348107"/>
                </a:lnTo>
                <a:lnTo>
                  <a:pt x="233172" y="244094"/>
                </a:lnTo>
                <a:lnTo>
                  <a:pt x="218147" y="155067"/>
                </a:lnTo>
                <a:lnTo>
                  <a:pt x="187998" y="89789"/>
                </a:lnTo>
                <a:lnTo>
                  <a:pt x="145161" y="26289"/>
                </a:lnTo>
                <a:lnTo>
                  <a:pt x="9916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58239" y="4073652"/>
            <a:ext cx="386080" cy="536575"/>
          </a:xfrm>
          <a:custGeom>
            <a:avLst/>
            <a:gdLst/>
            <a:ahLst/>
            <a:cxnLst/>
            <a:rect l="l" t="t" r="r" b="b"/>
            <a:pathLst>
              <a:path w="386080" h="536575">
                <a:moveTo>
                  <a:pt x="21513" y="0"/>
                </a:moveTo>
                <a:lnTo>
                  <a:pt x="0" y="35687"/>
                </a:lnTo>
                <a:lnTo>
                  <a:pt x="21513" y="69087"/>
                </a:lnTo>
                <a:lnTo>
                  <a:pt x="72491" y="69087"/>
                </a:lnTo>
                <a:lnTo>
                  <a:pt x="130682" y="71374"/>
                </a:lnTo>
                <a:lnTo>
                  <a:pt x="218312" y="89662"/>
                </a:lnTo>
                <a:lnTo>
                  <a:pt x="290829" y="140462"/>
                </a:lnTo>
                <a:lnTo>
                  <a:pt x="321056" y="176149"/>
                </a:lnTo>
                <a:lnTo>
                  <a:pt x="330581" y="206375"/>
                </a:lnTo>
                <a:lnTo>
                  <a:pt x="290829" y="268224"/>
                </a:lnTo>
                <a:lnTo>
                  <a:pt x="236600" y="327787"/>
                </a:lnTo>
                <a:lnTo>
                  <a:pt x="139446" y="365887"/>
                </a:lnTo>
                <a:lnTo>
                  <a:pt x="109143" y="381762"/>
                </a:lnTo>
                <a:lnTo>
                  <a:pt x="100380" y="419735"/>
                </a:lnTo>
                <a:lnTo>
                  <a:pt x="100380" y="455549"/>
                </a:lnTo>
                <a:lnTo>
                  <a:pt x="148971" y="472948"/>
                </a:lnTo>
                <a:lnTo>
                  <a:pt x="209550" y="496824"/>
                </a:lnTo>
                <a:lnTo>
                  <a:pt x="248538" y="536448"/>
                </a:lnTo>
                <a:lnTo>
                  <a:pt x="276478" y="526923"/>
                </a:lnTo>
                <a:lnTo>
                  <a:pt x="302768" y="500761"/>
                </a:lnTo>
                <a:lnTo>
                  <a:pt x="236600" y="465074"/>
                </a:lnTo>
                <a:lnTo>
                  <a:pt x="167259" y="446786"/>
                </a:lnTo>
                <a:lnTo>
                  <a:pt x="118744" y="425323"/>
                </a:lnTo>
                <a:lnTo>
                  <a:pt x="121031" y="401574"/>
                </a:lnTo>
                <a:lnTo>
                  <a:pt x="184784" y="389636"/>
                </a:lnTo>
                <a:lnTo>
                  <a:pt x="221487" y="365887"/>
                </a:lnTo>
                <a:lnTo>
                  <a:pt x="290829" y="327787"/>
                </a:lnTo>
                <a:lnTo>
                  <a:pt x="348869" y="274574"/>
                </a:lnTo>
                <a:lnTo>
                  <a:pt x="385572" y="187325"/>
                </a:lnTo>
                <a:lnTo>
                  <a:pt x="367284" y="158750"/>
                </a:lnTo>
                <a:lnTo>
                  <a:pt x="327406" y="107187"/>
                </a:lnTo>
                <a:lnTo>
                  <a:pt x="266826" y="71374"/>
                </a:lnTo>
                <a:lnTo>
                  <a:pt x="181609" y="23749"/>
                </a:lnTo>
                <a:lnTo>
                  <a:pt x="100380" y="9525"/>
                </a:lnTo>
                <a:lnTo>
                  <a:pt x="2151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88719" y="4681728"/>
            <a:ext cx="466725" cy="867410"/>
          </a:xfrm>
          <a:custGeom>
            <a:avLst/>
            <a:gdLst/>
            <a:ahLst/>
            <a:cxnLst/>
            <a:rect l="l" t="t" r="r" b="b"/>
            <a:pathLst>
              <a:path w="466725" h="867410">
                <a:moveTo>
                  <a:pt x="452671" y="837819"/>
                </a:moveTo>
                <a:lnTo>
                  <a:pt x="253365" y="837819"/>
                </a:lnTo>
                <a:lnTo>
                  <a:pt x="266827" y="840105"/>
                </a:lnTo>
                <a:lnTo>
                  <a:pt x="353949" y="845693"/>
                </a:lnTo>
                <a:lnTo>
                  <a:pt x="420370" y="867156"/>
                </a:lnTo>
                <a:lnTo>
                  <a:pt x="444119" y="855218"/>
                </a:lnTo>
                <a:lnTo>
                  <a:pt x="452671" y="837819"/>
                </a:lnTo>
                <a:close/>
              </a:path>
              <a:path w="466725" h="867410">
                <a:moveTo>
                  <a:pt x="53835" y="0"/>
                </a:moveTo>
                <a:lnTo>
                  <a:pt x="11874" y="0"/>
                </a:lnTo>
                <a:lnTo>
                  <a:pt x="0" y="61976"/>
                </a:lnTo>
                <a:lnTo>
                  <a:pt x="30086" y="98425"/>
                </a:lnTo>
                <a:lnTo>
                  <a:pt x="126618" y="185039"/>
                </a:lnTo>
                <a:lnTo>
                  <a:pt x="211455" y="294640"/>
                </a:lnTo>
                <a:lnTo>
                  <a:pt x="266827" y="408178"/>
                </a:lnTo>
                <a:lnTo>
                  <a:pt x="274701" y="481965"/>
                </a:lnTo>
                <a:lnTo>
                  <a:pt x="271526" y="536067"/>
                </a:lnTo>
                <a:lnTo>
                  <a:pt x="247777" y="658368"/>
                </a:lnTo>
                <a:lnTo>
                  <a:pt x="216916" y="756793"/>
                </a:lnTo>
                <a:lnTo>
                  <a:pt x="190754" y="813943"/>
                </a:lnTo>
                <a:lnTo>
                  <a:pt x="184531" y="849630"/>
                </a:lnTo>
                <a:lnTo>
                  <a:pt x="211455" y="849630"/>
                </a:lnTo>
                <a:lnTo>
                  <a:pt x="253365" y="837819"/>
                </a:lnTo>
                <a:lnTo>
                  <a:pt x="452671" y="837819"/>
                </a:lnTo>
                <a:lnTo>
                  <a:pt x="466344" y="810006"/>
                </a:lnTo>
                <a:lnTo>
                  <a:pt x="239141" y="810006"/>
                </a:lnTo>
                <a:lnTo>
                  <a:pt x="244602" y="768731"/>
                </a:lnTo>
                <a:lnTo>
                  <a:pt x="281051" y="705993"/>
                </a:lnTo>
                <a:lnTo>
                  <a:pt x="311150" y="607441"/>
                </a:lnTo>
                <a:lnTo>
                  <a:pt x="335661" y="524129"/>
                </a:lnTo>
                <a:lnTo>
                  <a:pt x="317500" y="428752"/>
                </a:lnTo>
                <a:lnTo>
                  <a:pt x="289814" y="327152"/>
                </a:lnTo>
                <a:lnTo>
                  <a:pt x="235204" y="211201"/>
                </a:lnTo>
                <a:lnTo>
                  <a:pt x="156718" y="104013"/>
                </a:lnTo>
                <a:lnTo>
                  <a:pt x="90297" y="26162"/>
                </a:lnTo>
                <a:lnTo>
                  <a:pt x="53835" y="0"/>
                </a:lnTo>
                <a:close/>
              </a:path>
              <a:path w="466725" h="867410">
                <a:moveTo>
                  <a:pt x="345186" y="783717"/>
                </a:moveTo>
                <a:lnTo>
                  <a:pt x="274701" y="792480"/>
                </a:lnTo>
                <a:lnTo>
                  <a:pt x="239141" y="810006"/>
                </a:lnTo>
                <a:lnTo>
                  <a:pt x="466344" y="810006"/>
                </a:lnTo>
                <a:lnTo>
                  <a:pt x="444119" y="786130"/>
                </a:lnTo>
                <a:lnTo>
                  <a:pt x="345186" y="783717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96111" y="4680203"/>
            <a:ext cx="314325" cy="882650"/>
          </a:xfrm>
          <a:custGeom>
            <a:avLst/>
            <a:gdLst/>
            <a:ahLst/>
            <a:cxnLst/>
            <a:rect l="l" t="t" r="r" b="b"/>
            <a:pathLst>
              <a:path w="314325" h="882650">
                <a:moveTo>
                  <a:pt x="241985" y="0"/>
                </a:moveTo>
                <a:lnTo>
                  <a:pt x="216674" y="0"/>
                </a:lnTo>
                <a:lnTo>
                  <a:pt x="177926" y="83185"/>
                </a:lnTo>
                <a:lnTo>
                  <a:pt x="150253" y="205359"/>
                </a:lnTo>
                <a:lnTo>
                  <a:pt x="117830" y="339344"/>
                </a:lnTo>
                <a:lnTo>
                  <a:pt x="87782" y="475742"/>
                </a:lnTo>
                <a:lnTo>
                  <a:pt x="87782" y="525653"/>
                </a:lnTo>
                <a:lnTo>
                  <a:pt x="117830" y="615188"/>
                </a:lnTo>
                <a:lnTo>
                  <a:pt x="159740" y="662813"/>
                </a:lnTo>
                <a:lnTo>
                  <a:pt x="198488" y="722249"/>
                </a:lnTo>
                <a:lnTo>
                  <a:pt x="226161" y="766699"/>
                </a:lnTo>
                <a:lnTo>
                  <a:pt x="214299" y="787273"/>
                </a:lnTo>
                <a:lnTo>
                  <a:pt x="144716" y="796798"/>
                </a:lnTo>
                <a:lnTo>
                  <a:pt x="33210" y="814197"/>
                </a:lnTo>
                <a:lnTo>
                  <a:pt x="0" y="841121"/>
                </a:lnTo>
                <a:lnTo>
                  <a:pt x="27673" y="864997"/>
                </a:lnTo>
                <a:lnTo>
                  <a:pt x="90144" y="882396"/>
                </a:lnTo>
                <a:lnTo>
                  <a:pt x="163690" y="846709"/>
                </a:lnTo>
                <a:lnTo>
                  <a:pt x="216674" y="822960"/>
                </a:lnTo>
                <a:lnTo>
                  <a:pt x="286270" y="814197"/>
                </a:lnTo>
                <a:lnTo>
                  <a:pt x="313944" y="805434"/>
                </a:lnTo>
                <a:lnTo>
                  <a:pt x="304457" y="775335"/>
                </a:lnTo>
                <a:lnTo>
                  <a:pt x="226161" y="698500"/>
                </a:lnTo>
                <a:lnTo>
                  <a:pt x="180301" y="618363"/>
                </a:lnTo>
                <a:lnTo>
                  <a:pt x="141554" y="564515"/>
                </a:lnTo>
                <a:lnTo>
                  <a:pt x="136016" y="511302"/>
                </a:lnTo>
                <a:lnTo>
                  <a:pt x="154203" y="422529"/>
                </a:lnTo>
                <a:lnTo>
                  <a:pt x="196113" y="330581"/>
                </a:lnTo>
                <a:lnTo>
                  <a:pt x="241985" y="172847"/>
                </a:lnTo>
                <a:lnTo>
                  <a:pt x="280733" y="80899"/>
                </a:lnTo>
                <a:lnTo>
                  <a:pt x="277571" y="26924"/>
                </a:lnTo>
                <a:lnTo>
                  <a:pt x="24198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69491" y="3261359"/>
            <a:ext cx="155448" cy="1798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31391" y="3471671"/>
            <a:ext cx="50800" cy="48895"/>
          </a:xfrm>
          <a:custGeom>
            <a:avLst/>
            <a:gdLst/>
            <a:ahLst/>
            <a:cxnLst/>
            <a:rect l="l" t="t" r="r" b="b"/>
            <a:pathLst>
              <a:path w="50800" h="48895">
                <a:moveTo>
                  <a:pt x="24739" y="0"/>
                </a:moveTo>
                <a:lnTo>
                  <a:pt x="7416" y="18033"/>
                </a:lnTo>
                <a:lnTo>
                  <a:pt x="0" y="45592"/>
                </a:lnTo>
                <a:lnTo>
                  <a:pt x="24739" y="48767"/>
                </a:lnTo>
                <a:lnTo>
                  <a:pt x="46228" y="36194"/>
                </a:lnTo>
                <a:lnTo>
                  <a:pt x="50292" y="2412"/>
                </a:lnTo>
                <a:lnTo>
                  <a:pt x="2473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481317" y="4142994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产品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449314" y="5362447"/>
            <a:ext cx="63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产品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039" y="305257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关注过程图示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34329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7000" y="2782823"/>
            <a:ext cx="2667000" cy="3200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7000" y="4154423"/>
            <a:ext cx="1676400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77000" y="4154423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1590675" y="685800"/>
                </a:moveTo>
                <a:lnTo>
                  <a:pt x="1607820" y="617219"/>
                </a:lnTo>
                <a:lnTo>
                  <a:pt x="1676400" y="600075"/>
                </a:lnTo>
                <a:lnTo>
                  <a:pt x="1590675" y="685800"/>
                </a:lnTo>
                <a:lnTo>
                  <a:pt x="0" y="685800"/>
                </a:lnTo>
                <a:lnTo>
                  <a:pt x="0" y="0"/>
                </a:lnTo>
                <a:lnTo>
                  <a:pt x="1676400" y="0"/>
                </a:lnTo>
                <a:lnTo>
                  <a:pt x="1676400" y="600075"/>
                </a:lnTo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997954" y="425386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产品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72561" y="3850385"/>
            <a:ext cx="2057400" cy="1066800"/>
          </a:xfrm>
          <a:custGeom>
            <a:avLst/>
            <a:gdLst/>
            <a:ahLst/>
            <a:cxnLst/>
            <a:rect l="l" t="t" r="r" b="b"/>
            <a:pathLst>
              <a:path w="2057400" h="1066800">
                <a:moveTo>
                  <a:pt x="1028700" y="0"/>
                </a:moveTo>
                <a:lnTo>
                  <a:pt x="966028" y="973"/>
                </a:lnTo>
                <a:lnTo>
                  <a:pt x="904349" y="3855"/>
                </a:lnTo>
                <a:lnTo>
                  <a:pt x="843773" y="8592"/>
                </a:lnTo>
                <a:lnTo>
                  <a:pt x="784405" y="15126"/>
                </a:lnTo>
                <a:lnTo>
                  <a:pt x="726354" y="23402"/>
                </a:lnTo>
                <a:lnTo>
                  <a:pt x="669727" y="33364"/>
                </a:lnTo>
                <a:lnTo>
                  <a:pt x="614632" y="44958"/>
                </a:lnTo>
                <a:lnTo>
                  <a:pt x="561176" y="58126"/>
                </a:lnTo>
                <a:lnTo>
                  <a:pt x="509467" y="72813"/>
                </a:lnTo>
                <a:lnTo>
                  <a:pt x="459612" y="88963"/>
                </a:lnTo>
                <a:lnTo>
                  <a:pt x="411719" y="106522"/>
                </a:lnTo>
                <a:lnTo>
                  <a:pt x="365895" y="125432"/>
                </a:lnTo>
                <a:lnTo>
                  <a:pt x="322249" y="145638"/>
                </a:lnTo>
                <a:lnTo>
                  <a:pt x="280886" y="167084"/>
                </a:lnTo>
                <a:lnTo>
                  <a:pt x="241916" y="189716"/>
                </a:lnTo>
                <a:lnTo>
                  <a:pt x="205446" y="213476"/>
                </a:lnTo>
                <a:lnTo>
                  <a:pt x="171582" y="238309"/>
                </a:lnTo>
                <a:lnTo>
                  <a:pt x="140433" y="264160"/>
                </a:lnTo>
                <a:lnTo>
                  <a:pt x="112107" y="290972"/>
                </a:lnTo>
                <a:lnTo>
                  <a:pt x="64350" y="347258"/>
                </a:lnTo>
                <a:lnTo>
                  <a:pt x="29173" y="406722"/>
                </a:lnTo>
                <a:lnTo>
                  <a:pt x="7436" y="468918"/>
                </a:lnTo>
                <a:lnTo>
                  <a:pt x="0" y="533400"/>
                </a:lnTo>
                <a:lnTo>
                  <a:pt x="1877" y="565898"/>
                </a:lnTo>
                <a:lnTo>
                  <a:pt x="16571" y="629292"/>
                </a:lnTo>
                <a:lnTo>
                  <a:pt x="45136" y="690178"/>
                </a:lnTo>
                <a:lnTo>
                  <a:pt x="86710" y="748109"/>
                </a:lnTo>
                <a:lnTo>
                  <a:pt x="140433" y="802640"/>
                </a:lnTo>
                <a:lnTo>
                  <a:pt x="171582" y="828490"/>
                </a:lnTo>
                <a:lnTo>
                  <a:pt x="205446" y="853323"/>
                </a:lnTo>
                <a:lnTo>
                  <a:pt x="241916" y="877083"/>
                </a:lnTo>
                <a:lnTo>
                  <a:pt x="280886" y="899715"/>
                </a:lnTo>
                <a:lnTo>
                  <a:pt x="322249" y="921161"/>
                </a:lnTo>
                <a:lnTo>
                  <a:pt x="365895" y="941367"/>
                </a:lnTo>
                <a:lnTo>
                  <a:pt x="411719" y="960277"/>
                </a:lnTo>
                <a:lnTo>
                  <a:pt x="459612" y="977836"/>
                </a:lnTo>
                <a:lnTo>
                  <a:pt x="509467" y="993986"/>
                </a:lnTo>
                <a:lnTo>
                  <a:pt x="561176" y="1008673"/>
                </a:lnTo>
                <a:lnTo>
                  <a:pt x="614632" y="1021841"/>
                </a:lnTo>
                <a:lnTo>
                  <a:pt x="669727" y="1033435"/>
                </a:lnTo>
                <a:lnTo>
                  <a:pt x="726354" y="1043397"/>
                </a:lnTo>
                <a:lnTo>
                  <a:pt x="784405" y="1051673"/>
                </a:lnTo>
                <a:lnTo>
                  <a:pt x="843773" y="1058207"/>
                </a:lnTo>
                <a:lnTo>
                  <a:pt x="904349" y="1062944"/>
                </a:lnTo>
                <a:lnTo>
                  <a:pt x="966028" y="1065826"/>
                </a:lnTo>
                <a:lnTo>
                  <a:pt x="1028700" y="1066800"/>
                </a:lnTo>
                <a:lnTo>
                  <a:pt x="1091371" y="1065826"/>
                </a:lnTo>
                <a:lnTo>
                  <a:pt x="1153050" y="1062944"/>
                </a:lnTo>
                <a:lnTo>
                  <a:pt x="1213626" y="1058207"/>
                </a:lnTo>
                <a:lnTo>
                  <a:pt x="1272994" y="1051673"/>
                </a:lnTo>
                <a:lnTo>
                  <a:pt x="1331045" y="1043397"/>
                </a:lnTo>
                <a:lnTo>
                  <a:pt x="1387672" y="1033435"/>
                </a:lnTo>
                <a:lnTo>
                  <a:pt x="1442767" y="1021841"/>
                </a:lnTo>
                <a:lnTo>
                  <a:pt x="1496223" y="1008673"/>
                </a:lnTo>
                <a:lnTo>
                  <a:pt x="1547932" y="993986"/>
                </a:lnTo>
                <a:lnTo>
                  <a:pt x="1597787" y="977836"/>
                </a:lnTo>
                <a:lnTo>
                  <a:pt x="1645680" y="960277"/>
                </a:lnTo>
                <a:lnTo>
                  <a:pt x="1691504" y="941367"/>
                </a:lnTo>
                <a:lnTo>
                  <a:pt x="1735150" y="921161"/>
                </a:lnTo>
                <a:lnTo>
                  <a:pt x="1776513" y="899715"/>
                </a:lnTo>
                <a:lnTo>
                  <a:pt x="1815483" y="877083"/>
                </a:lnTo>
                <a:lnTo>
                  <a:pt x="1851953" y="853323"/>
                </a:lnTo>
                <a:lnTo>
                  <a:pt x="1885817" y="828490"/>
                </a:lnTo>
                <a:lnTo>
                  <a:pt x="1916966" y="802640"/>
                </a:lnTo>
                <a:lnTo>
                  <a:pt x="1945292" y="775827"/>
                </a:lnTo>
                <a:lnTo>
                  <a:pt x="1993049" y="719541"/>
                </a:lnTo>
                <a:lnTo>
                  <a:pt x="2028226" y="660077"/>
                </a:lnTo>
                <a:lnTo>
                  <a:pt x="2049963" y="597881"/>
                </a:lnTo>
                <a:lnTo>
                  <a:pt x="2057400" y="533400"/>
                </a:lnTo>
                <a:lnTo>
                  <a:pt x="2055522" y="500901"/>
                </a:lnTo>
                <a:lnTo>
                  <a:pt x="2040828" y="437507"/>
                </a:lnTo>
                <a:lnTo>
                  <a:pt x="2012263" y="376621"/>
                </a:lnTo>
                <a:lnTo>
                  <a:pt x="1970689" y="318690"/>
                </a:lnTo>
                <a:lnTo>
                  <a:pt x="1916966" y="264160"/>
                </a:lnTo>
                <a:lnTo>
                  <a:pt x="1885817" y="238309"/>
                </a:lnTo>
                <a:lnTo>
                  <a:pt x="1851953" y="213476"/>
                </a:lnTo>
                <a:lnTo>
                  <a:pt x="1815483" y="189716"/>
                </a:lnTo>
                <a:lnTo>
                  <a:pt x="1776513" y="167084"/>
                </a:lnTo>
                <a:lnTo>
                  <a:pt x="1735150" y="145638"/>
                </a:lnTo>
                <a:lnTo>
                  <a:pt x="1691504" y="125432"/>
                </a:lnTo>
                <a:lnTo>
                  <a:pt x="1645680" y="106522"/>
                </a:lnTo>
                <a:lnTo>
                  <a:pt x="1597787" y="88963"/>
                </a:lnTo>
                <a:lnTo>
                  <a:pt x="1547932" y="72813"/>
                </a:lnTo>
                <a:lnTo>
                  <a:pt x="1496223" y="58126"/>
                </a:lnTo>
                <a:lnTo>
                  <a:pt x="1442767" y="44958"/>
                </a:lnTo>
                <a:lnTo>
                  <a:pt x="1387672" y="33364"/>
                </a:lnTo>
                <a:lnTo>
                  <a:pt x="1331045" y="23402"/>
                </a:lnTo>
                <a:lnTo>
                  <a:pt x="1272994" y="15126"/>
                </a:lnTo>
                <a:lnTo>
                  <a:pt x="1213626" y="8592"/>
                </a:lnTo>
                <a:lnTo>
                  <a:pt x="1153050" y="3855"/>
                </a:lnTo>
                <a:lnTo>
                  <a:pt x="1091371" y="973"/>
                </a:lnTo>
                <a:lnTo>
                  <a:pt x="102870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2561" y="3850385"/>
            <a:ext cx="2057400" cy="1066800"/>
          </a:xfrm>
          <a:custGeom>
            <a:avLst/>
            <a:gdLst/>
            <a:ahLst/>
            <a:cxnLst/>
            <a:rect l="l" t="t" r="r" b="b"/>
            <a:pathLst>
              <a:path w="2057400" h="1066800">
                <a:moveTo>
                  <a:pt x="0" y="533400"/>
                </a:moveTo>
                <a:lnTo>
                  <a:pt x="7436" y="468918"/>
                </a:lnTo>
                <a:lnTo>
                  <a:pt x="29173" y="406722"/>
                </a:lnTo>
                <a:lnTo>
                  <a:pt x="64350" y="347258"/>
                </a:lnTo>
                <a:lnTo>
                  <a:pt x="112107" y="290972"/>
                </a:lnTo>
                <a:lnTo>
                  <a:pt x="140433" y="264160"/>
                </a:lnTo>
                <a:lnTo>
                  <a:pt x="171582" y="238309"/>
                </a:lnTo>
                <a:lnTo>
                  <a:pt x="205446" y="213476"/>
                </a:lnTo>
                <a:lnTo>
                  <a:pt x="241916" y="189716"/>
                </a:lnTo>
                <a:lnTo>
                  <a:pt x="280886" y="167084"/>
                </a:lnTo>
                <a:lnTo>
                  <a:pt x="322249" y="145638"/>
                </a:lnTo>
                <a:lnTo>
                  <a:pt x="365895" y="125432"/>
                </a:lnTo>
                <a:lnTo>
                  <a:pt x="411719" y="106522"/>
                </a:lnTo>
                <a:lnTo>
                  <a:pt x="459612" y="88963"/>
                </a:lnTo>
                <a:lnTo>
                  <a:pt x="509467" y="72813"/>
                </a:lnTo>
                <a:lnTo>
                  <a:pt x="561176" y="58126"/>
                </a:lnTo>
                <a:lnTo>
                  <a:pt x="614632" y="44958"/>
                </a:lnTo>
                <a:lnTo>
                  <a:pt x="669727" y="33364"/>
                </a:lnTo>
                <a:lnTo>
                  <a:pt x="726354" y="23402"/>
                </a:lnTo>
                <a:lnTo>
                  <a:pt x="784405" y="15126"/>
                </a:lnTo>
                <a:lnTo>
                  <a:pt x="843773" y="8592"/>
                </a:lnTo>
                <a:lnTo>
                  <a:pt x="904349" y="3855"/>
                </a:lnTo>
                <a:lnTo>
                  <a:pt x="966028" y="973"/>
                </a:lnTo>
                <a:lnTo>
                  <a:pt x="1028700" y="0"/>
                </a:lnTo>
                <a:lnTo>
                  <a:pt x="1091371" y="973"/>
                </a:lnTo>
                <a:lnTo>
                  <a:pt x="1153050" y="3855"/>
                </a:lnTo>
                <a:lnTo>
                  <a:pt x="1213626" y="8592"/>
                </a:lnTo>
                <a:lnTo>
                  <a:pt x="1272994" y="15126"/>
                </a:lnTo>
                <a:lnTo>
                  <a:pt x="1331045" y="23402"/>
                </a:lnTo>
                <a:lnTo>
                  <a:pt x="1387672" y="33364"/>
                </a:lnTo>
                <a:lnTo>
                  <a:pt x="1442767" y="44958"/>
                </a:lnTo>
                <a:lnTo>
                  <a:pt x="1496223" y="58126"/>
                </a:lnTo>
                <a:lnTo>
                  <a:pt x="1547932" y="72813"/>
                </a:lnTo>
                <a:lnTo>
                  <a:pt x="1597787" y="88963"/>
                </a:lnTo>
                <a:lnTo>
                  <a:pt x="1645680" y="106522"/>
                </a:lnTo>
                <a:lnTo>
                  <a:pt x="1691504" y="125432"/>
                </a:lnTo>
                <a:lnTo>
                  <a:pt x="1735150" y="145638"/>
                </a:lnTo>
                <a:lnTo>
                  <a:pt x="1776513" y="167084"/>
                </a:lnTo>
                <a:lnTo>
                  <a:pt x="1815483" y="189716"/>
                </a:lnTo>
                <a:lnTo>
                  <a:pt x="1851953" y="213476"/>
                </a:lnTo>
                <a:lnTo>
                  <a:pt x="1885817" y="238309"/>
                </a:lnTo>
                <a:lnTo>
                  <a:pt x="1916966" y="264159"/>
                </a:lnTo>
                <a:lnTo>
                  <a:pt x="1945292" y="290972"/>
                </a:lnTo>
                <a:lnTo>
                  <a:pt x="1993049" y="347258"/>
                </a:lnTo>
                <a:lnTo>
                  <a:pt x="2028226" y="406722"/>
                </a:lnTo>
                <a:lnTo>
                  <a:pt x="2049963" y="468918"/>
                </a:lnTo>
                <a:lnTo>
                  <a:pt x="2057400" y="533400"/>
                </a:lnTo>
                <a:lnTo>
                  <a:pt x="2055522" y="565898"/>
                </a:lnTo>
                <a:lnTo>
                  <a:pt x="2040828" y="629292"/>
                </a:lnTo>
                <a:lnTo>
                  <a:pt x="2012263" y="690178"/>
                </a:lnTo>
                <a:lnTo>
                  <a:pt x="1970689" y="748109"/>
                </a:lnTo>
                <a:lnTo>
                  <a:pt x="1916966" y="802639"/>
                </a:lnTo>
                <a:lnTo>
                  <a:pt x="1885817" y="828490"/>
                </a:lnTo>
                <a:lnTo>
                  <a:pt x="1851953" y="853323"/>
                </a:lnTo>
                <a:lnTo>
                  <a:pt x="1815483" y="877083"/>
                </a:lnTo>
                <a:lnTo>
                  <a:pt x="1776513" y="899715"/>
                </a:lnTo>
                <a:lnTo>
                  <a:pt x="1735150" y="921161"/>
                </a:lnTo>
                <a:lnTo>
                  <a:pt x="1691504" y="941367"/>
                </a:lnTo>
                <a:lnTo>
                  <a:pt x="1645680" y="960277"/>
                </a:lnTo>
                <a:lnTo>
                  <a:pt x="1597787" y="977836"/>
                </a:lnTo>
                <a:lnTo>
                  <a:pt x="1547932" y="993986"/>
                </a:lnTo>
                <a:lnTo>
                  <a:pt x="1496223" y="1008673"/>
                </a:lnTo>
                <a:lnTo>
                  <a:pt x="1442767" y="1021841"/>
                </a:lnTo>
                <a:lnTo>
                  <a:pt x="1387672" y="1033435"/>
                </a:lnTo>
                <a:lnTo>
                  <a:pt x="1331045" y="1043397"/>
                </a:lnTo>
                <a:lnTo>
                  <a:pt x="1272994" y="1051673"/>
                </a:lnTo>
                <a:lnTo>
                  <a:pt x="1213626" y="1058207"/>
                </a:lnTo>
                <a:lnTo>
                  <a:pt x="1153050" y="1062944"/>
                </a:lnTo>
                <a:lnTo>
                  <a:pt x="1091371" y="1065826"/>
                </a:lnTo>
                <a:lnTo>
                  <a:pt x="1028700" y="1066800"/>
                </a:lnTo>
                <a:lnTo>
                  <a:pt x="966028" y="1065826"/>
                </a:lnTo>
                <a:lnTo>
                  <a:pt x="904349" y="1062944"/>
                </a:lnTo>
                <a:lnTo>
                  <a:pt x="843773" y="1058207"/>
                </a:lnTo>
                <a:lnTo>
                  <a:pt x="784405" y="1051673"/>
                </a:lnTo>
                <a:lnTo>
                  <a:pt x="726354" y="1043397"/>
                </a:lnTo>
                <a:lnTo>
                  <a:pt x="669727" y="1033435"/>
                </a:lnTo>
                <a:lnTo>
                  <a:pt x="614632" y="1021841"/>
                </a:lnTo>
                <a:lnTo>
                  <a:pt x="561176" y="1008673"/>
                </a:lnTo>
                <a:lnTo>
                  <a:pt x="509467" y="993986"/>
                </a:lnTo>
                <a:lnTo>
                  <a:pt x="459612" y="977836"/>
                </a:lnTo>
                <a:lnTo>
                  <a:pt x="411719" y="960277"/>
                </a:lnTo>
                <a:lnTo>
                  <a:pt x="365895" y="941367"/>
                </a:lnTo>
                <a:lnTo>
                  <a:pt x="322249" y="921161"/>
                </a:lnTo>
                <a:lnTo>
                  <a:pt x="280886" y="899715"/>
                </a:lnTo>
                <a:lnTo>
                  <a:pt x="241916" y="877083"/>
                </a:lnTo>
                <a:lnTo>
                  <a:pt x="205446" y="853323"/>
                </a:lnTo>
                <a:lnTo>
                  <a:pt x="171582" y="828490"/>
                </a:lnTo>
                <a:lnTo>
                  <a:pt x="140433" y="802640"/>
                </a:lnTo>
                <a:lnTo>
                  <a:pt x="112107" y="775827"/>
                </a:lnTo>
                <a:lnTo>
                  <a:pt x="64350" y="719541"/>
                </a:lnTo>
                <a:lnTo>
                  <a:pt x="29173" y="660077"/>
                </a:lnTo>
                <a:lnTo>
                  <a:pt x="7436" y="597881"/>
                </a:lnTo>
                <a:lnTo>
                  <a:pt x="0" y="533400"/>
                </a:lnTo>
                <a:close/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32961" y="4149928"/>
            <a:ext cx="735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宋体"/>
                <a:cs typeface="宋体"/>
              </a:rPr>
              <a:t>过程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029961" y="4340352"/>
            <a:ext cx="1295400" cy="86995"/>
          </a:xfrm>
          <a:custGeom>
            <a:avLst/>
            <a:gdLst/>
            <a:ahLst/>
            <a:cxnLst/>
            <a:rect l="l" t="t" r="r" b="b"/>
            <a:pathLst>
              <a:path w="1295400" h="86995">
                <a:moveTo>
                  <a:pt x="1208532" y="0"/>
                </a:moveTo>
                <a:lnTo>
                  <a:pt x="1208532" y="86868"/>
                </a:lnTo>
                <a:lnTo>
                  <a:pt x="1266444" y="57912"/>
                </a:lnTo>
                <a:lnTo>
                  <a:pt x="1223010" y="57912"/>
                </a:lnTo>
                <a:lnTo>
                  <a:pt x="1223010" y="28956"/>
                </a:lnTo>
                <a:lnTo>
                  <a:pt x="1266443" y="28956"/>
                </a:lnTo>
                <a:lnTo>
                  <a:pt x="1208532" y="0"/>
                </a:lnTo>
                <a:close/>
              </a:path>
              <a:path w="1295400" h="86995">
                <a:moveTo>
                  <a:pt x="1208532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208532" y="57912"/>
                </a:lnTo>
                <a:lnTo>
                  <a:pt x="1208532" y="28956"/>
                </a:lnTo>
                <a:close/>
              </a:path>
              <a:path w="1295400" h="86995">
                <a:moveTo>
                  <a:pt x="1266443" y="28956"/>
                </a:moveTo>
                <a:lnTo>
                  <a:pt x="1223010" y="28956"/>
                </a:lnTo>
                <a:lnTo>
                  <a:pt x="1223010" y="57912"/>
                </a:lnTo>
                <a:lnTo>
                  <a:pt x="1266444" y="57912"/>
                </a:lnTo>
                <a:lnTo>
                  <a:pt x="1295400" y="43434"/>
                </a:lnTo>
                <a:lnTo>
                  <a:pt x="1266443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0926" y="3229229"/>
            <a:ext cx="1228090" cy="926465"/>
          </a:xfrm>
          <a:custGeom>
            <a:avLst/>
            <a:gdLst/>
            <a:ahLst/>
            <a:cxnLst/>
            <a:rect l="l" t="t" r="r" b="b"/>
            <a:pathLst>
              <a:path w="1228089" h="926464">
                <a:moveTo>
                  <a:pt x="1149698" y="885388"/>
                </a:moveTo>
                <a:lnTo>
                  <a:pt x="1132332" y="908558"/>
                </a:lnTo>
                <a:lnTo>
                  <a:pt x="1227836" y="925957"/>
                </a:lnTo>
                <a:lnTo>
                  <a:pt x="1211897" y="894080"/>
                </a:lnTo>
                <a:lnTo>
                  <a:pt x="1161288" y="894080"/>
                </a:lnTo>
                <a:lnTo>
                  <a:pt x="1149698" y="885388"/>
                </a:lnTo>
                <a:close/>
              </a:path>
              <a:path w="1228089" h="926464">
                <a:moveTo>
                  <a:pt x="1167004" y="862299"/>
                </a:moveTo>
                <a:lnTo>
                  <a:pt x="1149698" y="885388"/>
                </a:lnTo>
                <a:lnTo>
                  <a:pt x="1161288" y="894080"/>
                </a:lnTo>
                <a:lnTo>
                  <a:pt x="1178560" y="870966"/>
                </a:lnTo>
                <a:lnTo>
                  <a:pt x="1167004" y="862299"/>
                </a:lnTo>
                <a:close/>
              </a:path>
              <a:path w="1228089" h="926464">
                <a:moveTo>
                  <a:pt x="1184402" y="839089"/>
                </a:moveTo>
                <a:lnTo>
                  <a:pt x="1167004" y="862299"/>
                </a:lnTo>
                <a:lnTo>
                  <a:pt x="1178560" y="870966"/>
                </a:lnTo>
                <a:lnTo>
                  <a:pt x="1161288" y="894080"/>
                </a:lnTo>
                <a:lnTo>
                  <a:pt x="1211897" y="894080"/>
                </a:lnTo>
                <a:lnTo>
                  <a:pt x="1184402" y="839089"/>
                </a:lnTo>
                <a:close/>
              </a:path>
              <a:path w="1228089" h="926464">
                <a:moveTo>
                  <a:pt x="17272" y="0"/>
                </a:moveTo>
                <a:lnTo>
                  <a:pt x="0" y="23113"/>
                </a:lnTo>
                <a:lnTo>
                  <a:pt x="1149698" y="885388"/>
                </a:lnTo>
                <a:lnTo>
                  <a:pt x="1167004" y="862299"/>
                </a:lnTo>
                <a:lnTo>
                  <a:pt x="17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53361" y="4340352"/>
            <a:ext cx="1219200" cy="86995"/>
          </a:xfrm>
          <a:custGeom>
            <a:avLst/>
            <a:gdLst/>
            <a:ahLst/>
            <a:cxnLst/>
            <a:rect l="l" t="t" r="r" b="b"/>
            <a:pathLst>
              <a:path w="1219200" h="86995">
                <a:moveTo>
                  <a:pt x="1132332" y="0"/>
                </a:moveTo>
                <a:lnTo>
                  <a:pt x="1132332" y="86868"/>
                </a:lnTo>
                <a:lnTo>
                  <a:pt x="1190244" y="57912"/>
                </a:lnTo>
                <a:lnTo>
                  <a:pt x="1146810" y="57912"/>
                </a:lnTo>
                <a:lnTo>
                  <a:pt x="1146810" y="28956"/>
                </a:lnTo>
                <a:lnTo>
                  <a:pt x="1190243" y="28956"/>
                </a:lnTo>
                <a:lnTo>
                  <a:pt x="1132332" y="0"/>
                </a:lnTo>
                <a:close/>
              </a:path>
              <a:path w="1219200" h="86995">
                <a:moveTo>
                  <a:pt x="1132332" y="28956"/>
                </a:moveTo>
                <a:lnTo>
                  <a:pt x="0" y="28956"/>
                </a:lnTo>
                <a:lnTo>
                  <a:pt x="0" y="57912"/>
                </a:lnTo>
                <a:lnTo>
                  <a:pt x="1132332" y="57912"/>
                </a:lnTo>
                <a:lnTo>
                  <a:pt x="1132332" y="28956"/>
                </a:lnTo>
                <a:close/>
              </a:path>
              <a:path w="1219200" h="86995">
                <a:moveTo>
                  <a:pt x="1190243" y="28956"/>
                </a:moveTo>
                <a:lnTo>
                  <a:pt x="1146810" y="28956"/>
                </a:lnTo>
                <a:lnTo>
                  <a:pt x="1146810" y="57912"/>
                </a:lnTo>
                <a:lnTo>
                  <a:pt x="1190244" y="57912"/>
                </a:lnTo>
                <a:lnTo>
                  <a:pt x="1219200" y="43434"/>
                </a:lnTo>
                <a:lnTo>
                  <a:pt x="1190243" y="289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744598" y="4612385"/>
            <a:ext cx="1304290" cy="1002665"/>
          </a:xfrm>
          <a:custGeom>
            <a:avLst/>
            <a:gdLst/>
            <a:ahLst/>
            <a:cxnLst/>
            <a:rect l="l" t="t" r="r" b="b"/>
            <a:pathLst>
              <a:path w="1304289" h="1002664">
                <a:moveTo>
                  <a:pt x="1226374" y="41301"/>
                </a:moveTo>
                <a:lnTo>
                  <a:pt x="0" y="979093"/>
                </a:lnTo>
                <a:lnTo>
                  <a:pt x="17525" y="1002106"/>
                </a:lnTo>
                <a:lnTo>
                  <a:pt x="1243927" y="64268"/>
                </a:lnTo>
                <a:lnTo>
                  <a:pt x="1226374" y="41301"/>
                </a:lnTo>
                <a:close/>
              </a:path>
              <a:path w="1304289" h="1002664">
                <a:moveTo>
                  <a:pt x="1288261" y="32512"/>
                </a:moveTo>
                <a:lnTo>
                  <a:pt x="1237869" y="32512"/>
                </a:lnTo>
                <a:lnTo>
                  <a:pt x="1255395" y="55499"/>
                </a:lnTo>
                <a:lnTo>
                  <a:pt x="1243927" y="64268"/>
                </a:lnTo>
                <a:lnTo>
                  <a:pt x="1261490" y="87249"/>
                </a:lnTo>
                <a:lnTo>
                  <a:pt x="1288261" y="32512"/>
                </a:lnTo>
                <a:close/>
              </a:path>
              <a:path w="1304289" h="1002664">
                <a:moveTo>
                  <a:pt x="1237869" y="32512"/>
                </a:moveTo>
                <a:lnTo>
                  <a:pt x="1226374" y="41301"/>
                </a:lnTo>
                <a:lnTo>
                  <a:pt x="1243927" y="64268"/>
                </a:lnTo>
                <a:lnTo>
                  <a:pt x="1255395" y="55499"/>
                </a:lnTo>
                <a:lnTo>
                  <a:pt x="1237869" y="32512"/>
                </a:lnTo>
                <a:close/>
              </a:path>
              <a:path w="1304289" h="1002664">
                <a:moveTo>
                  <a:pt x="1304163" y="0"/>
                </a:moveTo>
                <a:lnTo>
                  <a:pt x="1208786" y="18287"/>
                </a:lnTo>
                <a:lnTo>
                  <a:pt x="1226374" y="41301"/>
                </a:lnTo>
                <a:lnTo>
                  <a:pt x="1237869" y="32512"/>
                </a:lnTo>
                <a:lnTo>
                  <a:pt x="1288261" y="32512"/>
                </a:lnTo>
                <a:lnTo>
                  <a:pt x="13041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262753" y="2172080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3300"/>
                </a:solidFill>
                <a:latin typeface="宋体"/>
                <a:cs typeface="宋体"/>
              </a:rPr>
              <a:t>关注点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48961" y="2590926"/>
            <a:ext cx="1000125" cy="803910"/>
          </a:xfrm>
          <a:custGeom>
            <a:avLst/>
            <a:gdLst/>
            <a:ahLst/>
            <a:cxnLst/>
            <a:rect l="l" t="t" r="r" b="b"/>
            <a:pathLst>
              <a:path w="1000125" h="803910">
                <a:moveTo>
                  <a:pt x="40639" y="715645"/>
                </a:moveTo>
                <a:lnTo>
                  <a:pt x="0" y="803783"/>
                </a:lnTo>
                <a:lnTo>
                  <a:pt x="94996" y="783463"/>
                </a:lnTo>
                <a:lnTo>
                  <a:pt x="84104" y="769874"/>
                </a:lnTo>
                <a:lnTo>
                  <a:pt x="65532" y="769874"/>
                </a:lnTo>
                <a:lnTo>
                  <a:pt x="47498" y="747268"/>
                </a:lnTo>
                <a:lnTo>
                  <a:pt x="58762" y="738256"/>
                </a:lnTo>
                <a:lnTo>
                  <a:pt x="40639" y="715645"/>
                </a:lnTo>
                <a:close/>
              </a:path>
              <a:path w="1000125" h="803910">
                <a:moveTo>
                  <a:pt x="58762" y="738256"/>
                </a:moveTo>
                <a:lnTo>
                  <a:pt x="47498" y="747268"/>
                </a:lnTo>
                <a:lnTo>
                  <a:pt x="65532" y="769874"/>
                </a:lnTo>
                <a:lnTo>
                  <a:pt x="76848" y="760820"/>
                </a:lnTo>
                <a:lnTo>
                  <a:pt x="58762" y="738256"/>
                </a:lnTo>
                <a:close/>
              </a:path>
              <a:path w="1000125" h="803910">
                <a:moveTo>
                  <a:pt x="76848" y="760820"/>
                </a:moveTo>
                <a:lnTo>
                  <a:pt x="65532" y="769874"/>
                </a:lnTo>
                <a:lnTo>
                  <a:pt x="84104" y="769874"/>
                </a:lnTo>
                <a:lnTo>
                  <a:pt x="76848" y="760820"/>
                </a:lnTo>
                <a:close/>
              </a:path>
              <a:path w="1000125" h="803910">
                <a:moveTo>
                  <a:pt x="981583" y="0"/>
                </a:moveTo>
                <a:lnTo>
                  <a:pt x="58762" y="738256"/>
                </a:lnTo>
                <a:lnTo>
                  <a:pt x="76848" y="760820"/>
                </a:lnTo>
                <a:lnTo>
                  <a:pt x="999616" y="22606"/>
                </a:lnTo>
                <a:lnTo>
                  <a:pt x="9815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77000" y="5254752"/>
            <a:ext cx="1676400" cy="68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77000" y="5254752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1590675" y="685800"/>
                </a:moveTo>
                <a:lnTo>
                  <a:pt x="1607820" y="617220"/>
                </a:lnTo>
                <a:lnTo>
                  <a:pt x="1676400" y="600075"/>
                </a:lnTo>
                <a:lnTo>
                  <a:pt x="1590675" y="685800"/>
                </a:lnTo>
                <a:lnTo>
                  <a:pt x="0" y="685800"/>
                </a:lnTo>
                <a:lnTo>
                  <a:pt x="0" y="0"/>
                </a:lnTo>
                <a:lnTo>
                  <a:pt x="1676400" y="0"/>
                </a:lnTo>
                <a:lnTo>
                  <a:pt x="1676400" y="600075"/>
                </a:lnTo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997954" y="5354218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产品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477000" y="3099816"/>
            <a:ext cx="1676400" cy="685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477000" y="3099816"/>
            <a:ext cx="1676400" cy="685800"/>
          </a:xfrm>
          <a:custGeom>
            <a:avLst/>
            <a:gdLst/>
            <a:ahLst/>
            <a:cxnLst/>
            <a:rect l="l" t="t" r="r" b="b"/>
            <a:pathLst>
              <a:path w="1676400" h="685800">
                <a:moveTo>
                  <a:pt x="1590675" y="685800"/>
                </a:moveTo>
                <a:lnTo>
                  <a:pt x="1607820" y="617220"/>
                </a:lnTo>
                <a:lnTo>
                  <a:pt x="1676400" y="600075"/>
                </a:lnTo>
                <a:lnTo>
                  <a:pt x="1590675" y="685800"/>
                </a:lnTo>
                <a:lnTo>
                  <a:pt x="0" y="685800"/>
                </a:lnTo>
                <a:lnTo>
                  <a:pt x="0" y="0"/>
                </a:lnTo>
                <a:lnTo>
                  <a:pt x="1676400" y="0"/>
                </a:lnTo>
                <a:lnTo>
                  <a:pt x="1676400" y="600075"/>
                </a:lnTo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997954" y="3199638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宋体"/>
                <a:cs typeface="宋体"/>
              </a:rPr>
              <a:t>产品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642739" y="4751704"/>
            <a:ext cx="1682750" cy="821055"/>
          </a:xfrm>
          <a:custGeom>
            <a:avLst/>
            <a:gdLst/>
            <a:ahLst/>
            <a:cxnLst/>
            <a:rect l="l" t="t" r="r" b="b"/>
            <a:pathLst>
              <a:path w="1682750" h="821054">
                <a:moveTo>
                  <a:pt x="1598034" y="794694"/>
                </a:moveTo>
                <a:lnTo>
                  <a:pt x="1585468" y="820801"/>
                </a:lnTo>
                <a:lnTo>
                  <a:pt x="1682623" y="819277"/>
                </a:lnTo>
                <a:lnTo>
                  <a:pt x="1668476" y="800989"/>
                </a:lnTo>
                <a:lnTo>
                  <a:pt x="1611122" y="800989"/>
                </a:lnTo>
                <a:lnTo>
                  <a:pt x="1598034" y="794694"/>
                </a:lnTo>
                <a:close/>
              </a:path>
              <a:path w="1682750" h="821054">
                <a:moveTo>
                  <a:pt x="1610623" y="768541"/>
                </a:moveTo>
                <a:lnTo>
                  <a:pt x="1598034" y="794694"/>
                </a:lnTo>
                <a:lnTo>
                  <a:pt x="1611122" y="800989"/>
                </a:lnTo>
                <a:lnTo>
                  <a:pt x="1623695" y="774827"/>
                </a:lnTo>
                <a:lnTo>
                  <a:pt x="1610623" y="768541"/>
                </a:lnTo>
                <a:close/>
              </a:path>
              <a:path w="1682750" h="821054">
                <a:moveTo>
                  <a:pt x="1623187" y="742442"/>
                </a:moveTo>
                <a:lnTo>
                  <a:pt x="1610623" y="768541"/>
                </a:lnTo>
                <a:lnTo>
                  <a:pt x="1623695" y="774827"/>
                </a:lnTo>
                <a:lnTo>
                  <a:pt x="1611122" y="800989"/>
                </a:lnTo>
                <a:lnTo>
                  <a:pt x="1668476" y="800989"/>
                </a:lnTo>
                <a:lnTo>
                  <a:pt x="1623187" y="742442"/>
                </a:lnTo>
                <a:close/>
              </a:path>
              <a:path w="1682750" h="821054">
                <a:moveTo>
                  <a:pt x="12446" y="0"/>
                </a:moveTo>
                <a:lnTo>
                  <a:pt x="0" y="26162"/>
                </a:lnTo>
                <a:lnTo>
                  <a:pt x="1598034" y="794694"/>
                </a:lnTo>
                <a:lnTo>
                  <a:pt x="1610623" y="768541"/>
                </a:lnTo>
                <a:lnTo>
                  <a:pt x="12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44516" y="3348354"/>
            <a:ext cx="1731645" cy="590550"/>
          </a:xfrm>
          <a:custGeom>
            <a:avLst/>
            <a:gdLst/>
            <a:ahLst/>
            <a:cxnLst/>
            <a:rect l="l" t="t" r="r" b="b"/>
            <a:pathLst>
              <a:path w="1731645" h="590550">
                <a:moveTo>
                  <a:pt x="1644085" y="27473"/>
                </a:moveTo>
                <a:lnTo>
                  <a:pt x="0" y="562991"/>
                </a:lnTo>
                <a:lnTo>
                  <a:pt x="8890" y="590423"/>
                </a:lnTo>
                <a:lnTo>
                  <a:pt x="1653064" y="55002"/>
                </a:lnTo>
                <a:lnTo>
                  <a:pt x="1644085" y="27473"/>
                </a:lnTo>
                <a:close/>
              </a:path>
              <a:path w="1731645" h="590550">
                <a:moveTo>
                  <a:pt x="1722388" y="22987"/>
                </a:moveTo>
                <a:lnTo>
                  <a:pt x="1657858" y="22987"/>
                </a:lnTo>
                <a:lnTo>
                  <a:pt x="1666748" y="50546"/>
                </a:lnTo>
                <a:lnTo>
                  <a:pt x="1653064" y="55002"/>
                </a:lnTo>
                <a:lnTo>
                  <a:pt x="1662049" y="82550"/>
                </a:lnTo>
                <a:lnTo>
                  <a:pt x="1722388" y="22987"/>
                </a:lnTo>
                <a:close/>
              </a:path>
              <a:path w="1731645" h="590550">
                <a:moveTo>
                  <a:pt x="1657858" y="22987"/>
                </a:moveTo>
                <a:lnTo>
                  <a:pt x="1644085" y="27473"/>
                </a:lnTo>
                <a:lnTo>
                  <a:pt x="1653064" y="55002"/>
                </a:lnTo>
                <a:lnTo>
                  <a:pt x="1666748" y="50546"/>
                </a:lnTo>
                <a:lnTo>
                  <a:pt x="1657858" y="22987"/>
                </a:lnTo>
                <a:close/>
              </a:path>
              <a:path w="1731645" h="590550">
                <a:moveTo>
                  <a:pt x="1635125" y="0"/>
                </a:moveTo>
                <a:lnTo>
                  <a:pt x="1644085" y="27473"/>
                </a:lnTo>
                <a:lnTo>
                  <a:pt x="1657858" y="22987"/>
                </a:lnTo>
                <a:lnTo>
                  <a:pt x="1722388" y="22987"/>
                </a:lnTo>
                <a:lnTo>
                  <a:pt x="1731137" y="14350"/>
                </a:lnTo>
                <a:lnTo>
                  <a:pt x="16351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10639" y="3819144"/>
            <a:ext cx="243840" cy="2453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91767" y="4082796"/>
            <a:ext cx="251460" cy="437515"/>
          </a:xfrm>
          <a:custGeom>
            <a:avLst/>
            <a:gdLst/>
            <a:ahLst/>
            <a:cxnLst/>
            <a:rect l="l" t="t" r="r" b="b"/>
            <a:pathLst>
              <a:path w="251459" h="437514">
                <a:moveTo>
                  <a:pt x="190372" y="0"/>
                </a:moveTo>
                <a:lnTo>
                  <a:pt x="115315" y="32511"/>
                </a:lnTo>
                <a:lnTo>
                  <a:pt x="84581" y="65023"/>
                </a:lnTo>
                <a:lnTo>
                  <a:pt x="49898" y="111886"/>
                </a:lnTo>
                <a:lnTo>
                  <a:pt x="26746" y="167385"/>
                </a:lnTo>
                <a:lnTo>
                  <a:pt x="3187" y="252983"/>
                </a:lnTo>
                <a:lnTo>
                  <a:pt x="0" y="320801"/>
                </a:lnTo>
                <a:lnTo>
                  <a:pt x="9575" y="373506"/>
                </a:lnTo>
                <a:lnTo>
                  <a:pt x="40716" y="424687"/>
                </a:lnTo>
                <a:lnTo>
                  <a:pt x="63868" y="437387"/>
                </a:lnTo>
                <a:lnTo>
                  <a:pt x="98551" y="437387"/>
                </a:lnTo>
                <a:lnTo>
                  <a:pt x="135762" y="420369"/>
                </a:lnTo>
                <a:lnTo>
                  <a:pt x="181228" y="376681"/>
                </a:lnTo>
                <a:lnTo>
                  <a:pt x="181228" y="330326"/>
                </a:lnTo>
                <a:lnTo>
                  <a:pt x="171576" y="289813"/>
                </a:lnTo>
                <a:lnTo>
                  <a:pt x="162051" y="247776"/>
                </a:lnTo>
                <a:lnTo>
                  <a:pt x="171576" y="204596"/>
                </a:lnTo>
                <a:lnTo>
                  <a:pt x="186054" y="167385"/>
                </a:lnTo>
                <a:lnTo>
                  <a:pt x="219963" y="122173"/>
                </a:lnTo>
                <a:lnTo>
                  <a:pt x="251459" y="65023"/>
                </a:lnTo>
                <a:lnTo>
                  <a:pt x="251459" y="34162"/>
                </a:lnTo>
                <a:lnTo>
                  <a:pt x="232663" y="13461"/>
                </a:lnTo>
                <a:lnTo>
                  <a:pt x="190372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11580" y="4436364"/>
            <a:ext cx="314325" cy="327660"/>
          </a:xfrm>
          <a:custGeom>
            <a:avLst/>
            <a:gdLst/>
            <a:ahLst/>
            <a:cxnLst/>
            <a:rect l="l" t="t" r="r" b="b"/>
            <a:pathLst>
              <a:path w="314325" h="327660">
                <a:moveTo>
                  <a:pt x="310819" y="303656"/>
                </a:moveTo>
                <a:lnTo>
                  <a:pt x="239775" y="303656"/>
                </a:lnTo>
                <a:lnTo>
                  <a:pt x="268985" y="321310"/>
                </a:lnTo>
                <a:lnTo>
                  <a:pt x="290703" y="327660"/>
                </a:lnTo>
                <a:lnTo>
                  <a:pt x="304419" y="322834"/>
                </a:lnTo>
                <a:lnTo>
                  <a:pt x="313944" y="308863"/>
                </a:lnTo>
                <a:lnTo>
                  <a:pt x="310819" y="303656"/>
                </a:lnTo>
                <a:close/>
              </a:path>
              <a:path w="314325" h="327660">
                <a:moveTo>
                  <a:pt x="266599" y="41529"/>
                </a:moveTo>
                <a:lnTo>
                  <a:pt x="208660" y="41529"/>
                </a:lnTo>
                <a:lnTo>
                  <a:pt x="227203" y="46736"/>
                </a:lnTo>
                <a:lnTo>
                  <a:pt x="239775" y="63500"/>
                </a:lnTo>
                <a:lnTo>
                  <a:pt x="235076" y="102616"/>
                </a:lnTo>
                <a:lnTo>
                  <a:pt x="188467" y="168021"/>
                </a:lnTo>
                <a:lnTo>
                  <a:pt x="156209" y="210312"/>
                </a:lnTo>
                <a:lnTo>
                  <a:pt x="134492" y="238252"/>
                </a:lnTo>
                <a:lnTo>
                  <a:pt x="134492" y="302513"/>
                </a:lnTo>
                <a:lnTo>
                  <a:pt x="142366" y="313309"/>
                </a:lnTo>
                <a:lnTo>
                  <a:pt x="157733" y="316484"/>
                </a:lnTo>
                <a:lnTo>
                  <a:pt x="208660" y="306959"/>
                </a:lnTo>
                <a:lnTo>
                  <a:pt x="239775" y="303656"/>
                </a:lnTo>
                <a:lnTo>
                  <a:pt x="310819" y="303656"/>
                </a:lnTo>
                <a:lnTo>
                  <a:pt x="304419" y="292988"/>
                </a:lnTo>
                <a:lnTo>
                  <a:pt x="291910" y="288163"/>
                </a:lnTo>
                <a:lnTo>
                  <a:pt x="162432" y="288163"/>
                </a:lnTo>
                <a:lnTo>
                  <a:pt x="160528" y="279400"/>
                </a:lnTo>
                <a:lnTo>
                  <a:pt x="157733" y="265049"/>
                </a:lnTo>
                <a:lnTo>
                  <a:pt x="165607" y="245872"/>
                </a:lnTo>
                <a:lnTo>
                  <a:pt x="176275" y="219456"/>
                </a:lnTo>
                <a:lnTo>
                  <a:pt x="202310" y="185547"/>
                </a:lnTo>
                <a:lnTo>
                  <a:pt x="236600" y="147700"/>
                </a:lnTo>
                <a:lnTo>
                  <a:pt x="262635" y="102616"/>
                </a:lnTo>
                <a:lnTo>
                  <a:pt x="272160" y="73025"/>
                </a:lnTo>
                <a:lnTo>
                  <a:pt x="268985" y="44704"/>
                </a:lnTo>
                <a:lnTo>
                  <a:pt x="266599" y="41529"/>
                </a:lnTo>
                <a:close/>
              </a:path>
              <a:path w="314325" h="327660">
                <a:moveTo>
                  <a:pt x="272160" y="280543"/>
                </a:moveTo>
                <a:lnTo>
                  <a:pt x="241426" y="280543"/>
                </a:lnTo>
                <a:lnTo>
                  <a:pt x="193675" y="288163"/>
                </a:lnTo>
                <a:lnTo>
                  <a:pt x="291910" y="288163"/>
                </a:lnTo>
                <a:lnTo>
                  <a:pt x="272160" y="280543"/>
                </a:lnTo>
                <a:close/>
              </a:path>
              <a:path w="314325" h="327660">
                <a:moveTo>
                  <a:pt x="65531" y="0"/>
                </a:moveTo>
                <a:lnTo>
                  <a:pt x="26428" y="0"/>
                </a:lnTo>
                <a:lnTo>
                  <a:pt x="0" y="30734"/>
                </a:lnTo>
                <a:lnTo>
                  <a:pt x="0" y="46736"/>
                </a:lnTo>
                <a:lnTo>
                  <a:pt x="8280" y="54229"/>
                </a:lnTo>
                <a:lnTo>
                  <a:pt x="28003" y="59055"/>
                </a:lnTo>
                <a:lnTo>
                  <a:pt x="77342" y="54229"/>
                </a:lnTo>
                <a:lnTo>
                  <a:pt x="144017" y="41529"/>
                </a:lnTo>
                <a:lnTo>
                  <a:pt x="266599" y="41529"/>
                </a:lnTo>
                <a:lnTo>
                  <a:pt x="255142" y="26288"/>
                </a:lnTo>
                <a:lnTo>
                  <a:pt x="222884" y="11937"/>
                </a:lnTo>
                <a:lnTo>
                  <a:pt x="137667" y="7619"/>
                </a:lnTo>
                <a:lnTo>
                  <a:pt x="6553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73252" y="4364735"/>
            <a:ext cx="401320" cy="309880"/>
          </a:xfrm>
          <a:custGeom>
            <a:avLst/>
            <a:gdLst/>
            <a:ahLst/>
            <a:cxnLst/>
            <a:rect l="l" t="t" r="r" b="b"/>
            <a:pathLst>
              <a:path w="401319" h="309879">
                <a:moveTo>
                  <a:pt x="163850" y="28066"/>
                </a:moveTo>
                <a:lnTo>
                  <a:pt x="111912" y="28066"/>
                </a:lnTo>
                <a:lnTo>
                  <a:pt x="130162" y="31241"/>
                </a:lnTo>
                <a:lnTo>
                  <a:pt x="136512" y="41909"/>
                </a:lnTo>
                <a:lnTo>
                  <a:pt x="136512" y="102488"/>
                </a:lnTo>
                <a:lnTo>
                  <a:pt x="146037" y="153543"/>
                </a:lnTo>
                <a:lnTo>
                  <a:pt x="158343" y="227456"/>
                </a:lnTo>
                <a:lnTo>
                  <a:pt x="169049" y="267462"/>
                </a:lnTo>
                <a:lnTo>
                  <a:pt x="178574" y="290830"/>
                </a:lnTo>
                <a:lnTo>
                  <a:pt x="204774" y="305053"/>
                </a:lnTo>
                <a:lnTo>
                  <a:pt x="239293" y="309371"/>
                </a:lnTo>
                <a:lnTo>
                  <a:pt x="275018" y="297052"/>
                </a:lnTo>
                <a:lnTo>
                  <a:pt x="307555" y="272161"/>
                </a:lnTo>
                <a:lnTo>
                  <a:pt x="315141" y="263144"/>
                </a:lnTo>
                <a:lnTo>
                  <a:pt x="225412" y="263144"/>
                </a:lnTo>
                <a:lnTo>
                  <a:pt x="201599" y="245618"/>
                </a:lnTo>
                <a:lnTo>
                  <a:pt x="186512" y="208914"/>
                </a:lnTo>
                <a:lnTo>
                  <a:pt x="169049" y="147193"/>
                </a:lnTo>
                <a:lnTo>
                  <a:pt x="158343" y="83438"/>
                </a:lnTo>
                <a:lnTo>
                  <a:pt x="160324" y="35559"/>
                </a:lnTo>
                <a:lnTo>
                  <a:pt x="163850" y="28066"/>
                </a:lnTo>
                <a:close/>
              </a:path>
              <a:path w="401319" h="309879">
                <a:moveTo>
                  <a:pt x="383743" y="69976"/>
                </a:moveTo>
                <a:lnTo>
                  <a:pt x="355574" y="72770"/>
                </a:lnTo>
                <a:lnTo>
                  <a:pt x="332549" y="88264"/>
                </a:lnTo>
                <a:lnTo>
                  <a:pt x="326199" y="128524"/>
                </a:lnTo>
                <a:lnTo>
                  <a:pt x="323024" y="151511"/>
                </a:lnTo>
                <a:lnTo>
                  <a:pt x="303187" y="207263"/>
                </a:lnTo>
                <a:lnTo>
                  <a:pt x="271843" y="245618"/>
                </a:lnTo>
                <a:lnTo>
                  <a:pt x="248424" y="263144"/>
                </a:lnTo>
                <a:lnTo>
                  <a:pt x="315141" y="263144"/>
                </a:lnTo>
                <a:lnTo>
                  <a:pt x="346443" y="225932"/>
                </a:lnTo>
                <a:lnTo>
                  <a:pt x="377799" y="171703"/>
                </a:lnTo>
                <a:lnTo>
                  <a:pt x="393268" y="123443"/>
                </a:lnTo>
                <a:lnTo>
                  <a:pt x="400811" y="88264"/>
                </a:lnTo>
                <a:lnTo>
                  <a:pt x="383743" y="69976"/>
                </a:lnTo>
                <a:close/>
              </a:path>
              <a:path w="401319" h="309879">
                <a:moveTo>
                  <a:pt x="15481" y="49402"/>
                </a:moveTo>
                <a:lnTo>
                  <a:pt x="0" y="63753"/>
                </a:lnTo>
                <a:lnTo>
                  <a:pt x="0" y="78739"/>
                </a:lnTo>
                <a:lnTo>
                  <a:pt x="10718" y="88264"/>
                </a:lnTo>
                <a:lnTo>
                  <a:pt x="46431" y="88264"/>
                </a:lnTo>
                <a:lnTo>
                  <a:pt x="70243" y="72770"/>
                </a:lnTo>
                <a:lnTo>
                  <a:pt x="83529" y="54228"/>
                </a:lnTo>
                <a:lnTo>
                  <a:pt x="32537" y="54228"/>
                </a:lnTo>
                <a:lnTo>
                  <a:pt x="15481" y="49402"/>
                </a:lnTo>
                <a:close/>
              </a:path>
              <a:path w="401319" h="309879">
                <a:moveTo>
                  <a:pt x="167868" y="0"/>
                </a:moveTo>
                <a:lnTo>
                  <a:pt x="130162" y="3175"/>
                </a:lnTo>
                <a:lnTo>
                  <a:pt x="103974" y="9525"/>
                </a:lnTo>
                <a:lnTo>
                  <a:pt x="76200" y="31241"/>
                </a:lnTo>
                <a:lnTo>
                  <a:pt x="48018" y="51053"/>
                </a:lnTo>
                <a:lnTo>
                  <a:pt x="32537" y="54228"/>
                </a:lnTo>
                <a:lnTo>
                  <a:pt x="83529" y="54228"/>
                </a:lnTo>
                <a:lnTo>
                  <a:pt x="90081" y="45084"/>
                </a:lnTo>
                <a:lnTo>
                  <a:pt x="111912" y="28066"/>
                </a:lnTo>
                <a:lnTo>
                  <a:pt x="163850" y="28066"/>
                </a:lnTo>
                <a:lnTo>
                  <a:pt x="169049" y="17018"/>
                </a:lnTo>
                <a:lnTo>
                  <a:pt x="16786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63752" y="3660647"/>
            <a:ext cx="280670" cy="490855"/>
          </a:xfrm>
          <a:custGeom>
            <a:avLst/>
            <a:gdLst/>
            <a:ahLst/>
            <a:cxnLst/>
            <a:rect l="l" t="t" r="r" b="b"/>
            <a:pathLst>
              <a:path w="280669" h="490854">
                <a:moveTo>
                  <a:pt x="107915" y="96519"/>
                </a:moveTo>
                <a:lnTo>
                  <a:pt x="61442" y="96519"/>
                </a:lnTo>
                <a:lnTo>
                  <a:pt x="79552" y="115188"/>
                </a:lnTo>
                <a:lnTo>
                  <a:pt x="82702" y="139700"/>
                </a:lnTo>
                <a:lnTo>
                  <a:pt x="82702" y="235838"/>
                </a:lnTo>
                <a:lnTo>
                  <a:pt x="95313" y="310514"/>
                </a:lnTo>
                <a:lnTo>
                  <a:pt x="113817" y="354202"/>
                </a:lnTo>
                <a:lnTo>
                  <a:pt x="153593" y="409701"/>
                </a:lnTo>
                <a:lnTo>
                  <a:pt x="215391" y="468883"/>
                </a:lnTo>
                <a:lnTo>
                  <a:pt x="246125" y="490727"/>
                </a:lnTo>
                <a:lnTo>
                  <a:pt x="271017" y="487552"/>
                </a:lnTo>
                <a:lnTo>
                  <a:pt x="280416" y="459358"/>
                </a:lnTo>
                <a:lnTo>
                  <a:pt x="274066" y="437895"/>
                </a:lnTo>
                <a:lnTo>
                  <a:pt x="243331" y="419226"/>
                </a:lnTo>
                <a:lnTo>
                  <a:pt x="224535" y="419226"/>
                </a:lnTo>
                <a:lnTo>
                  <a:pt x="178409" y="372363"/>
                </a:lnTo>
                <a:lnTo>
                  <a:pt x="132334" y="307339"/>
                </a:lnTo>
                <a:lnTo>
                  <a:pt x="116966" y="257682"/>
                </a:lnTo>
                <a:lnTo>
                  <a:pt x="110667" y="213994"/>
                </a:lnTo>
                <a:lnTo>
                  <a:pt x="107518" y="145669"/>
                </a:lnTo>
                <a:lnTo>
                  <a:pt x="110667" y="108838"/>
                </a:lnTo>
                <a:lnTo>
                  <a:pt x="107915" y="96519"/>
                </a:lnTo>
                <a:close/>
              </a:path>
              <a:path w="280669" h="490854">
                <a:moveTo>
                  <a:pt x="11810" y="28193"/>
                </a:moveTo>
                <a:lnTo>
                  <a:pt x="2755" y="31368"/>
                </a:lnTo>
                <a:lnTo>
                  <a:pt x="2755" y="43306"/>
                </a:lnTo>
                <a:lnTo>
                  <a:pt x="55537" y="74675"/>
                </a:lnTo>
                <a:lnTo>
                  <a:pt x="49225" y="80644"/>
                </a:lnTo>
                <a:lnTo>
                  <a:pt x="11810" y="83819"/>
                </a:lnTo>
                <a:lnTo>
                  <a:pt x="0" y="90169"/>
                </a:lnTo>
                <a:lnTo>
                  <a:pt x="9055" y="99313"/>
                </a:lnTo>
                <a:lnTo>
                  <a:pt x="61442" y="96519"/>
                </a:lnTo>
                <a:lnTo>
                  <a:pt x="107915" y="96519"/>
                </a:lnTo>
                <a:lnTo>
                  <a:pt x="104368" y="80644"/>
                </a:lnTo>
                <a:lnTo>
                  <a:pt x="104368" y="58800"/>
                </a:lnTo>
                <a:lnTo>
                  <a:pt x="106710" y="52831"/>
                </a:lnTo>
                <a:lnTo>
                  <a:pt x="55537" y="52831"/>
                </a:lnTo>
                <a:lnTo>
                  <a:pt x="11810" y="28193"/>
                </a:lnTo>
                <a:close/>
              </a:path>
              <a:path w="280669" h="490854">
                <a:moveTo>
                  <a:pt x="61442" y="0"/>
                </a:moveTo>
                <a:lnTo>
                  <a:pt x="55537" y="3175"/>
                </a:lnTo>
                <a:lnTo>
                  <a:pt x="64592" y="49656"/>
                </a:lnTo>
                <a:lnTo>
                  <a:pt x="55537" y="52831"/>
                </a:lnTo>
                <a:lnTo>
                  <a:pt x="89014" y="52831"/>
                </a:lnTo>
                <a:lnTo>
                  <a:pt x="79552" y="49656"/>
                </a:lnTo>
                <a:lnTo>
                  <a:pt x="67741" y="3175"/>
                </a:lnTo>
                <a:lnTo>
                  <a:pt x="61442" y="0"/>
                </a:lnTo>
                <a:close/>
              </a:path>
              <a:path w="280669" h="490854">
                <a:moveTo>
                  <a:pt x="120116" y="3175"/>
                </a:moveTo>
                <a:lnTo>
                  <a:pt x="113817" y="3175"/>
                </a:lnTo>
                <a:lnTo>
                  <a:pt x="89014" y="52831"/>
                </a:lnTo>
                <a:lnTo>
                  <a:pt x="106710" y="52831"/>
                </a:lnTo>
                <a:lnTo>
                  <a:pt x="120116" y="18668"/>
                </a:lnTo>
                <a:lnTo>
                  <a:pt x="120116" y="3175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405127" y="3703320"/>
            <a:ext cx="370840" cy="459105"/>
          </a:xfrm>
          <a:custGeom>
            <a:avLst/>
            <a:gdLst/>
            <a:ahLst/>
            <a:cxnLst/>
            <a:rect l="l" t="t" r="r" b="b"/>
            <a:pathLst>
              <a:path w="370839" h="459104">
                <a:moveTo>
                  <a:pt x="5968" y="406018"/>
                </a:moveTo>
                <a:lnTo>
                  <a:pt x="0" y="427354"/>
                </a:lnTo>
                <a:lnTo>
                  <a:pt x="5968" y="458723"/>
                </a:lnTo>
                <a:lnTo>
                  <a:pt x="27812" y="458723"/>
                </a:lnTo>
                <a:lnTo>
                  <a:pt x="93472" y="446023"/>
                </a:lnTo>
                <a:lnTo>
                  <a:pt x="165100" y="421512"/>
                </a:lnTo>
                <a:lnTo>
                  <a:pt x="178371" y="412368"/>
                </a:lnTo>
                <a:lnTo>
                  <a:pt x="40131" y="412368"/>
                </a:lnTo>
                <a:lnTo>
                  <a:pt x="5968" y="406018"/>
                </a:lnTo>
                <a:close/>
              </a:path>
              <a:path w="370839" h="459104">
                <a:moveTo>
                  <a:pt x="252222" y="25018"/>
                </a:moveTo>
                <a:lnTo>
                  <a:pt x="255397" y="37210"/>
                </a:lnTo>
                <a:lnTo>
                  <a:pt x="283209" y="65023"/>
                </a:lnTo>
                <a:lnTo>
                  <a:pt x="283209" y="80517"/>
                </a:lnTo>
                <a:lnTo>
                  <a:pt x="273684" y="111759"/>
                </a:lnTo>
                <a:lnTo>
                  <a:pt x="273684" y="185927"/>
                </a:lnTo>
                <a:lnTo>
                  <a:pt x="260984" y="244982"/>
                </a:lnTo>
                <a:lnTo>
                  <a:pt x="249047" y="281939"/>
                </a:lnTo>
                <a:lnTo>
                  <a:pt x="227076" y="328675"/>
                </a:lnTo>
                <a:lnTo>
                  <a:pt x="202056" y="365505"/>
                </a:lnTo>
                <a:lnTo>
                  <a:pt x="133603" y="400049"/>
                </a:lnTo>
                <a:lnTo>
                  <a:pt x="40131" y="412368"/>
                </a:lnTo>
                <a:lnTo>
                  <a:pt x="178371" y="412368"/>
                </a:lnTo>
                <a:lnTo>
                  <a:pt x="223901" y="380999"/>
                </a:lnTo>
                <a:lnTo>
                  <a:pt x="258572" y="328675"/>
                </a:lnTo>
                <a:lnTo>
                  <a:pt x="289178" y="238632"/>
                </a:lnTo>
                <a:lnTo>
                  <a:pt x="298703" y="155066"/>
                </a:lnTo>
                <a:lnTo>
                  <a:pt x="298703" y="114934"/>
                </a:lnTo>
                <a:lnTo>
                  <a:pt x="314197" y="90042"/>
                </a:lnTo>
                <a:lnTo>
                  <a:pt x="342138" y="80517"/>
                </a:lnTo>
                <a:lnTo>
                  <a:pt x="367157" y="80517"/>
                </a:lnTo>
                <a:lnTo>
                  <a:pt x="369513" y="71373"/>
                </a:lnTo>
                <a:lnTo>
                  <a:pt x="333374" y="71373"/>
                </a:lnTo>
                <a:lnTo>
                  <a:pt x="327024" y="61848"/>
                </a:lnTo>
                <a:lnTo>
                  <a:pt x="335687" y="52323"/>
                </a:lnTo>
                <a:lnTo>
                  <a:pt x="295528" y="52323"/>
                </a:lnTo>
                <a:lnTo>
                  <a:pt x="270509" y="28193"/>
                </a:lnTo>
                <a:lnTo>
                  <a:pt x="252222" y="25018"/>
                </a:lnTo>
                <a:close/>
              </a:path>
              <a:path w="370839" h="459104">
                <a:moveTo>
                  <a:pt x="370332" y="68198"/>
                </a:moveTo>
                <a:lnTo>
                  <a:pt x="333374" y="71373"/>
                </a:lnTo>
                <a:lnTo>
                  <a:pt x="369513" y="71373"/>
                </a:lnTo>
                <a:lnTo>
                  <a:pt x="370332" y="68198"/>
                </a:lnTo>
                <a:close/>
              </a:path>
              <a:path w="370839" h="459104">
                <a:moveTo>
                  <a:pt x="308228" y="0"/>
                </a:moveTo>
                <a:lnTo>
                  <a:pt x="298703" y="3174"/>
                </a:lnTo>
                <a:lnTo>
                  <a:pt x="301878" y="49529"/>
                </a:lnTo>
                <a:lnTo>
                  <a:pt x="295528" y="52323"/>
                </a:lnTo>
                <a:lnTo>
                  <a:pt x="335687" y="52323"/>
                </a:lnTo>
                <a:lnTo>
                  <a:pt x="338228" y="49529"/>
                </a:lnTo>
                <a:lnTo>
                  <a:pt x="314197" y="49529"/>
                </a:lnTo>
                <a:lnTo>
                  <a:pt x="314197" y="6349"/>
                </a:lnTo>
                <a:lnTo>
                  <a:pt x="308228" y="0"/>
                </a:lnTo>
                <a:close/>
              </a:path>
              <a:path w="370839" h="459104">
                <a:moveTo>
                  <a:pt x="351663" y="18668"/>
                </a:moveTo>
                <a:lnTo>
                  <a:pt x="345313" y="25018"/>
                </a:lnTo>
                <a:lnTo>
                  <a:pt x="320547" y="49529"/>
                </a:lnTo>
                <a:lnTo>
                  <a:pt x="338228" y="49529"/>
                </a:lnTo>
                <a:lnTo>
                  <a:pt x="357632" y="28193"/>
                </a:lnTo>
                <a:lnTo>
                  <a:pt x="351663" y="18668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447800" y="2478023"/>
            <a:ext cx="217931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01139" y="2749295"/>
            <a:ext cx="449580" cy="200025"/>
          </a:xfrm>
          <a:custGeom>
            <a:avLst/>
            <a:gdLst/>
            <a:ahLst/>
            <a:cxnLst/>
            <a:rect l="l" t="t" r="r" b="b"/>
            <a:pathLst>
              <a:path w="449580" h="200025">
                <a:moveTo>
                  <a:pt x="116214" y="37211"/>
                </a:moveTo>
                <a:lnTo>
                  <a:pt x="42798" y="37211"/>
                </a:lnTo>
                <a:lnTo>
                  <a:pt x="78866" y="47498"/>
                </a:lnTo>
                <a:lnTo>
                  <a:pt x="128904" y="72389"/>
                </a:lnTo>
                <a:lnTo>
                  <a:pt x="190753" y="94868"/>
                </a:lnTo>
                <a:lnTo>
                  <a:pt x="236347" y="105155"/>
                </a:lnTo>
                <a:lnTo>
                  <a:pt x="260477" y="110236"/>
                </a:lnTo>
                <a:lnTo>
                  <a:pt x="310387" y="135254"/>
                </a:lnTo>
                <a:lnTo>
                  <a:pt x="306070" y="147446"/>
                </a:lnTo>
                <a:lnTo>
                  <a:pt x="304037" y="171576"/>
                </a:lnTo>
                <a:lnTo>
                  <a:pt x="319532" y="187325"/>
                </a:lnTo>
                <a:lnTo>
                  <a:pt x="340995" y="199643"/>
                </a:lnTo>
                <a:lnTo>
                  <a:pt x="360426" y="194055"/>
                </a:lnTo>
                <a:lnTo>
                  <a:pt x="373887" y="178688"/>
                </a:lnTo>
                <a:lnTo>
                  <a:pt x="377062" y="161289"/>
                </a:lnTo>
                <a:lnTo>
                  <a:pt x="422566" y="161289"/>
                </a:lnTo>
                <a:lnTo>
                  <a:pt x="390905" y="147446"/>
                </a:lnTo>
                <a:lnTo>
                  <a:pt x="318389" y="118999"/>
                </a:lnTo>
                <a:lnTo>
                  <a:pt x="265176" y="92963"/>
                </a:lnTo>
                <a:lnTo>
                  <a:pt x="190753" y="68833"/>
                </a:lnTo>
                <a:lnTo>
                  <a:pt x="124078" y="40766"/>
                </a:lnTo>
                <a:lnTo>
                  <a:pt x="116214" y="37211"/>
                </a:lnTo>
                <a:close/>
              </a:path>
              <a:path w="449580" h="200025">
                <a:moveTo>
                  <a:pt x="422566" y="161289"/>
                </a:moveTo>
                <a:lnTo>
                  <a:pt x="377062" y="161289"/>
                </a:lnTo>
                <a:lnTo>
                  <a:pt x="428624" y="188975"/>
                </a:lnTo>
                <a:lnTo>
                  <a:pt x="446404" y="183768"/>
                </a:lnTo>
                <a:lnTo>
                  <a:pt x="449579" y="173100"/>
                </a:lnTo>
                <a:lnTo>
                  <a:pt x="422566" y="161289"/>
                </a:lnTo>
                <a:close/>
              </a:path>
              <a:path w="449580" h="200025">
                <a:moveTo>
                  <a:pt x="14091" y="1321"/>
                </a:moveTo>
                <a:lnTo>
                  <a:pt x="0" y="14604"/>
                </a:lnTo>
                <a:lnTo>
                  <a:pt x="4698" y="40766"/>
                </a:lnTo>
                <a:lnTo>
                  <a:pt x="42798" y="37211"/>
                </a:lnTo>
                <a:lnTo>
                  <a:pt x="116214" y="37211"/>
                </a:lnTo>
                <a:lnTo>
                  <a:pt x="47116" y="5968"/>
                </a:lnTo>
                <a:lnTo>
                  <a:pt x="14091" y="1321"/>
                </a:lnTo>
                <a:close/>
              </a:path>
              <a:path w="449580" h="200025">
                <a:moveTo>
                  <a:pt x="15493" y="0"/>
                </a:moveTo>
                <a:lnTo>
                  <a:pt x="4698" y="0"/>
                </a:lnTo>
                <a:lnTo>
                  <a:pt x="14091" y="1321"/>
                </a:lnTo>
                <a:lnTo>
                  <a:pt x="1549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379219" y="2746248"/>
            <a:ext cx="147955" cy="428625"/>
          </a:xfrm>
          <a:custGeom>
            <a:avLst/>
            <a:gdLst/>
            <a:ahLst/>
            <a:cxnLst/>
            <a:rect l="l" t="t" r="r" b="b"/>
            <a:pathLst>
              <a:path w="147955" h="428625">
                <a:moveTo>
                  <a:pt x="103886" y="0"/>
                </a:moveTo>
                <a:lnTo>
                  <a:pt x="84455" y="0"/>
                </a:lnTo>
                <a:lnTo>
                  <a:pt x="70993" y="8254"/>
                </a:lnTo>
                <a:lnTo>
                  <a:pt x="34925" y="92201"/>
                </a:lnTo>
                <a:lnTo>
                  <a:pt x="16637" y="188849"/>
                </a:lnTo>
                <a:lnTo>
                  <a:pt x="3175" y="267588"/>
                </a:lnTo>
                <a:lnTo>
                  <a:pt x="0" y="330453"/>
                </a:lnTo>
                <a:lnTo>
                  <a:pt x="3175" y="380746"/>
                </a:lnTo>
                <a:lnTo>
                  <a:pt x="13462" y="409193"/>
                </a:lnTo>
                <a:lnTo>
                  <a:pt x="40767" y="428243"/>
                </a:lnTo>
                <a:lnTo>
                  <a:pt x="63373" y="428243"/>
                </a:lnTo>
                <a:lnTo>
                  <a:pt x="111760" y="365251"/>
                </a:lnTo>
                <a:lnTo>
                  <a:pt x="129540" y="291718"/>
                </a:lnTo>
                <a:lnTo>
                  <a:pt x="143510" y="220090"/>
                </a:lnTo>
                <a:lnTo>
                  <a:pt x="147828" y="149987"/>
                </a:lnTo>
                <a:lnTo>
                  <a:pt x="145034" y="68072"/>
                </a:lnTo>
                <a:lnTo>
                  <a:pt x="138684" y="34798"/>
                </a:lnTo>
                <a:lnTo>
                  <a:pt x="120904" y="8254"/>
                </a:lnTo>
                <a:lnTo>
                  <a:pt x="10388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223772" y="2721864"/>
            <a:ext cx="210820" cy="396240"/>
          </a:xfrm>
          <a:custGeom>
            <a:avLst/>
            <a:gdLst/>
            <a:ahLst/>
            <a:cxnLst/>
            <a:rect l="l" t="t" r="r" b="b"/>
            <a:pathLst>
              <a:path w="210819" h="396239">
                <a:moveTo>
                  <a:pt x="199516" y="0"/>
                </a:moveTo>
                <a:lnTo>
                  <a:pt x="182880" y="0"/>
                </a:lnTo>
                <a:lnTo>
                  <a:pt x="159765" y="16001"/>
                </a:lnTo>
                <a:lnTo>
                  <a:pt x="151003" y="26288"/>
                </a:lnTo>
                <a:lnTo>
                  <a:pt x="105156" y="52577"/>
                </a:lnTo>
                <a:lnTo>
                  <a:pt x="58928" y="81280"/>
                </a:lnTo>
                <a:lnTo>
                  <a:pt x="11950" y="112775"/>
                </a:lnTo>
                <a:lnTo>
                  <a:pt x="0" y="121538"/>
                </a:lnTo>
                <a:lnTo>
                  <a:pt x="0" y="138684"/>
                </a:lnTo>
                <a:lnTo>
                  <a:pt x="13538" y="169037"/>
                </a:lnTo>
                <a:lnTo>
                  <a:pt x="36245" y="200533"/>
                </a:lnTo>
                <a:lnTo>
                  <a:pt x="76072" y="260731"/>
                </a:lnTo>
                <a:lnTo>
                  <a:pt x="82422" y="302513"/>
                </a:lnTo>
                <a:lnTo>
                  <a:pt x="77724" y="318897"/>
                </a:lnTo>
                <a:lnTo>
                  <a:pt x="64134" y="327660"/>
                </a:lnTo>
                <a:lnTo>
                  <a:pt x="48640" y="343281"/>
                </a:lnTo>
                <a:lnTo>
                  <a:pt x="22707" y="359156"/>
                </a:lnTo>
                <a:lnTo>
                  <a:pt x="13538" y="381888"/>
                </a:lnTo>
                <a:lnTo>
                  <a:pt x="17919" y="396239"/>
                </a:lnTo>
                <a:lnTo>
                  <a:pt x="31864" y="396239"/>
                </a:lnTo>
                <a:lnTo>
                  <a:pt x="36245" y="376682"/>
                </a:lnTo>
                <a:lnTo>
                  <a:pt x="44208" y="360807"/>
                </a:lnTo>
                <a:lnTo>
                  <a:pt x="62103" y="345186"/>
                </a:lnTo>
                <a:lnTo>
                  <a:pt x="80518" y="338074"/>
                </a:lnTo>
                <a:lnTo>
                  <a:pt x="94361" y="327660"/>
                </a:lnTo>
                <a:lnTo>
                  <a:pt x="98806" y="311276"/>
                </a:lnTo>
                <a:lnTo>
                  <a:pt x="89662" y="260731"/>
                </a:lnTo>
                <a:lnTo>
                  <a:pt x="66928" y="211327"/>
                </a:lnTo>
                <a:lnTo>
                  <a:pt x="39433" y="171069"/>
                </a:lnTo>
                <a:lnTo>
                  <a:pt x="25895" y="133603"/>
                </a:lnTo>
                <a:lnTo>
                  <a:pt x="50546" y="131952"/>
                </a:lnTo>
                <a:lnTo>
                  <a:pt x="114300" y="91694"/>
                </a:lnTo>
                <a:lnTo>
                  <a:pt x="164465" y="68580"/>
                </a:lnTo>
                <a:lnTo>
                  <a:pt x="190372" y="52577"/>
                </a:lnTo>
                <a:lnTo>
                  <a:pt x="204343" y="37084"/>
                </a:lnTo>
                <a:lnTo>
                  <a:pt x="210312" y="12319"/>
                </a:lnTo>
                <a:lnTo>
                  <a:pt x="19951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424939" y="3136392"/>
            <a:ext cx="139065" cy="429895"/>
          </a:xfrm>
          <a:custGeom>
            <a:avLst/>
            <a:gdLst/>
            <a:ahLst/>
            <a:cxnLst/>
            <a:rect l="l" t="t" r="r" b="b"/>
            <a:pathLst>
              <a:path w="139065" h="429895">
                <a:moveTo>
                  <a:pt x="137515" y="401447"/>
                </a:moveTo>
                <a:lnTo>
                  <a:pt x="31622" y="401447"/>
                </a:lnTo>
                <a:lnTo>
                  <a:pt x="67944" y="403479"/>
                </a:lnTo>
                <a:lnTo>
                  <a:pt x="93598" y="418973"/>
                </a:lnTo>
                <a:lnTo>
                  <a:pt x="117728" y="429768"/>
                </a:lnTo>
                <a:lnTo>
                  <a:pt x="129540" y="422529"/>
                </a:lnTo>
                <a:lnTo>
                  <a:pt x="135890" y="408686"/>
                </a:lnTo>
                <a:lnTo>
                  <a:pt x="137515" y="401447"/>
                </a:lnTo>
                <a:close/>
              </a:path>
              <a:path w="139065" h="429895">
                <a:moveTo>
                  <a:pt x="31622" y="0"/>
                </a:moveTo>
                <a:lnTo>
                  <a:pt x="13462" y="0"/>
                </a:lnTo>
                <a:lnTo>
                  <a:pt x="7493" y="20700"/>
                </a:lnTo>
                <a:lnTo>
                  <a:pt x="20744" y="41644"/>
                </a:lnTo>
                <a:lnTo>
                  <a:pt x="40640" y="65024"/>
                </a:lnTo>
                <a:lnTo>
                  <a:pt x="72262" y="116459"/>
                </a:lnTo>
                <a:lnTo>
                  <a:pt x="84581" y="163449"/>
                </a:lnTo>
                <a:lnTo>
                  <a:pt x="85725" y="190119"/>
                </a:lnTo>
                <a:lnTo>
                  <a:pt x="81787" y="239141"/>
                </a:lnTo>
                <a:lnTo>
                  <a:pt x="66421" y="290575"/>
                </a:lnTo>
                <a:lnTo>
                  <a:pt x="31622" y="348869"/>
                </a:lnTo>
                <a:lnTo>
                  <a:pt x="12191" y="371602"/>
                </a:lnTo>
                <a:lnTo>
                  <a:pt x="0" y="385572"/>
                </a:lnTo>
                <a:lnTo>
                  <a:pt x="0" y="398272"/>
                </a:lnTo>
                <a:lnTo>
                  <a:pt x="9143" y="407035"/>
                </a:lnTo>
                <a:lnTo>
                  <a:pt x="31622" y="401447"/>
                </a:lnTo>
                <a:lnTo>
                  <a:pt x="137515" y="401447"/>
                </a:lnTo>
                <a:lnTo>
                  <a:pt x="138684" y="396240"/>
                </a:lnTo>
                <a:lnTo>
                  <a:pt x="99948" y="380365"/>
                </a:lnTo>
                <a:lnTo>
                  <a:pt x="67944" y="380365"/>
                </a:lnTo>
                <a:lnTo>
                  <a:pt x="43815" y="376682"/>
                </a:lnTo>
                <a:lnTo>
                  <a:pt x="49784" y="359156"/>
                </a:lnTo>
                <a:lnTo>
                  <a:pt x="75437" y="318516"/>
                </a:lnTo>
                <a:lnTo>
                  <a:pt x="98043" y="248031"/>
                </a:lnTo>
                <a:lnTo>
                  <a:pt x="111378" y="221615"/>
                </a:lnTo>
                <a:lnTo>
                  <a:pt x="113410" y="200913"/>
                </a:lnTo>
                <a:lnTo>
                  <a:pt x="108712" y="159893"/>
                </a:lnTo>
                <a:lnTo>
                  <a:pt x="95250" y="116459"/>
                </a:lnTo>
                <a:lnTo>
                  <a:pt x="79756" y="70104"/>
                </a:lnTo>
                <a:lnTo>
                  <a:pt x="52959" y="22733"/>
                </a:lnTo>
                <a:lnTo>
                  <a:pt x="31622" y="0"/>
                </a:lnTo>
                <a:close/>
              </a:path>
              <a:path w="139065" h="429895">
                <a:moveTo>
                  <a:pt x="18160" y="38608"/>
                </a:moveTo>
                <a:lnTo>
                  <a:pt x="25653" y="49403"/>
                </a:lnTo>
                <a:lnTo>
                  <a:pt x="20744" y="41644"/>
                </a:lnTo>
                <a:lnTo>
                  <a:pt x="18160" y="38608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11580" y="3108960"/>
            <a:ext cx="204470" cy="471170"/>
          </a:xfrm>
          <a:custGeom>
            <a:avLst/>
            <a:gdLst/>
            <a:ahLst/>
            <a:cxnLst/>
            <a:rect l="l" t="t" r="r" b="b"/>
            <a:pathLst>
              <a:path w="204469" h="471170">
                <a:moveTo>
                  <a:pt x="176910" y="0"/>
                </a:moveTo>
                <a:lnTo>
                  <a:pt x="149606" y="36449"/>
                </a:lnTo>
                <a:lnTo>
                  <a:pt x="101345" y="110236"/>
                </a:lnTo>
                <a:lnTo>
                  <a:pt x="76834" y="162940"/>
                </a:lnTo>
                <a:lnTo>
                  <a:pt x="63372" y="203326"/>
                </a:lnTo>
                <a:lnTo>
                  <a:pt x="60578" y="247014"/>
                </a:lnTo>
                <a:lnTo>
                  <a:pt x="60578" y="292480"/>
                </a:lnTo>
                <a:lnTo>
                  <a:pt x="72389" y="330962"/>
                </a:lnTo>
                <a:lnTo>
                  <a:pt x="83057" y="367791"/>
                </a:lnTo>
                <a:lnTo>
                  <a:pt x="91058" y="393953"/>
                </a:lnTo>
                <a:lnTo>
                  <a:pt x="105663" y="414654"/>
                </a:lnTo>
                <a:lnTo>
                  <a:pt x="67690" y="414654"/>
                </a:lnTo>
                <a:lnTo>
                  <a:pt x="26911" y="418211"/>
                </a:lnTo>
                <a:lnTo>
                  <a:pt x="1181" y="430529"/>
                </a:lnTo>
                <a:lnTo>
                  <a:pt x="0" y="446786"/>
                </a:lnTo>
                <a:lnTo>
                  <a:pt x="9105" y="465709"/>
                </a:lnTo>
                <a:lnTo>
                  <a:pt x="22555" y="470915"/>
                </a:lnTo>
                <a:lnTo>
                  <a:pt x="37998" y="457073"/>
                </a:lnTo>
                <a:lnTo>
                  <a:pt x="63372" y="446786"/>
                </a:lnTo>
                <a:lnTo>
                  <a:pt x="96900" y="439547"/>
                </a:lnTo>
                <a:lnTo>
                  <a:pt x="117982" y="439547"/>
                </a:lnTo>
                <a:lnTo>
                  <a:pt x="127000" y="434466"/>
                </a:lnTo>
                <a:lnTo>
                  <a:pt x="127000" y="420115"/>
                </a:lnTo>
                <a:lnTo>
                  <a:pt x="117982" y="402716"/>
                </a:lnTo>
                <a:lnTo>
                  <a:pt x="104520" y="376554"/>
                </a:lnTo>
                <a:lnTo>
                  <a:pt x="87883" y="330962"/>
                </a:lnTo>
                <a:lnTo>
                  <a:pt x="81914" y="283844"/>
                </a:lnTo>
                <a:lnTo>
                  <a:pt x="81914" y="244982"/>
                </a:lnTo>
                <a:lnTo>
                  <a:pt x="87883" y="203326"/>
                </a:lnTo>
                <a:lnTo>
                  <a:pt x="110362" y="145414"/>
                </a:lnTo>
                <a:lnTo>
                  <a:pt x="136144" y="110236"/>
                </a:lnTo>
                <a:lnTo>
                  <a:pt x="187197" y="62991"/>
                </a:lnTo>
                <a:lnTo>
                  <a:pt x="204215" y="47625"/>
                </a:lnTo>
                <a:lnTo>
                  <a:pt x="204215" y="19050"/>
                </a:lnTo>
                <a:lnTo>
                  <a:pt x="195072" y="3555"/>
                </a:lnTo>
                <a:lnTo>
                  <a:pt x="17691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239774" y="5023865"/>
            <a:ext cx="93345" cy="166370"/>
          </a:xfrm>
          <a:custGeom>
            <a:avLst/>
            <a:gdLst/>
            <a:ahLst/>
            <a:cxnLst/>
            <a:rect l="l" t="t" r="r" b="b"/>
            <a:pathLst>
              <a:path w="93344" h="166370">
                <a:moveTo>
                  <a:pt x="43814" y="0"/>
                </a:moveTo>
                <a:lnTo>
                  <a:pt x="28206" y="4698"/>
                </a:lnTo>
                <a:lnTo>
                  <a:pt x="10972" y="18922"/>
                </a:lnTo>
                <a:lnTo>
                  <a:pt x="1562" y="41020"/>
                </a:lnTo>
                <a:lnTo>
                  <a:pt x="0" y="58292"/>
                </a:lnTo>
                <a:lnTo>
                  <a:pt x="14096" y="85216"/>
                </a:lnTo>
                <a:lnTo>
                  <a:pt x="25069" y="102996"/>
                </a:lnTo>
                <a:lnTo>
                  <a:pt x="31368" y="123570"/>
                </a:lnTo>
                <a:lnTo>
                  <a:pt x="30353" y="150367"/>
                </a:lnTo>
                <a:lnTo>
                  <a:pt x="45465" y="166115"/>
                </a:lnTo>
                <a:lnTo>
                  <a:pt x="53847" y="155066"/>
                </a:lnTo>
                <a:lnTo>
                  <a:pt x="61087" y="139318"/>
                </a:lnTo>
                <a:lnTo>
                  <a:pt x="60070" y="123570"/>
                </a:lnTo>
                <a:lnTo>
                  <a:pt x="63245" y="104139"/>
                </a:lnTo>
                <a:lnTo>
                  <a:pt x="78866" y="77215"/>
                </a:lnTo>
                <a:lnTo>
                  <a:pt x="89788" y="60451"/>
                </a:lnTo>
                <a:lnTo>
                  <a:pt x="92963" y="41020"/>
                </a:lnTo>
                <a:lnTo>
                  <a:pt x="85089" y="22097"/>
                </a:lnTo>
                <a:lnTo>
                  <a:pt x="70484" y="9524"/>
                </a:lnTo>
                <a:lnTo>
                  <a:pt x="60070" y="3174"/>
                </a:lnTo>
                <a:lnTo>
                  <a:pt x="4381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239774" y="5023865"/>
            <a:ext cx="93345" cy="166370"/>
          </a:xfrm>
          <a:custGeom>
            <a:avLst/>
            <a:gdLst/>
            <a:ahLst/>
            <a:cxnLst/>
            <a:rect l="l" t="t" r="r" b="b"/>
            <a:pathLst>
              <a:path w="93344" h="166370">
                <a:moveTo>
                  <a:pt x="30353" y="150367"/>
                </a:moveTo>
                <a:lnTo>
                  <a:pt x="31368" y="123570"/>
                </a:lnTo>
                <a:lnTo>
                  <a:pt x="25069" y="102996"/>
                </a:lnTo>
                <a:lnTo>
                  <a:pt x="14096" y="85216"/>
                </a:lnTo>
                <a:lnTo>
                  <a:pt x="0" y="58292"/>
                </a:lnTo>
                <a:lnTo>
                  <a:pt x="1562" y="41020"/>
                </a:lnTo>
                <a:lnTo>
                  <a:pt x="10972" y="18922"/>
                </a:lnTo>
                <a:lnTo>
                  <a:pt x="28206" y="4698"/>
                </a:lnTo>
                <a:lnTo>
                  <a:pt x="43814" y="0"/>
                </a:lnTo>
                <a:lnTo>
                  <a:pt x="60070" y="3174"/>
                </a:lnTo>
                <a:lnTo>
                  <a:pt x="70484" y="9524"/>
                </a:lnTo>
                <a:lnTo>
                  <a:pt x="85089" y="22097"/>
                </a:lnTo>
                <a:lnTo>
                  <a:pt x="92963" y="41020"/>
                </a:lnTo>
                <a:lnTo>
                  <a:pt x="89788" y="60451"/>
                </a:lnTo>
                <a:lnTo>
                  <a:pt x="78866" y="77215"/>
                </a:lnTo>
                <a:lnTo>
                  <a:pt x="63245" y="104139"/>
                </a:lnTo>
                <a:lnTo>
                  <a:pt x="60070" y="123570"/>
                </a:lnTo>
                <a:lnTo>
                  <a:pt x="61087" y="139318"/>
                </a:lnTo>
                <a:lnTo>
                  <a:pt x="53847" y="155066"/>
                </a:lnTo>
                <a:lnTo>
                  <a:pt x="45465" y="166115"/>
                </a:lnTo>
                <a:lnTo>
                  <a:pt x="30353" y="150367"/>
                </a:lnTo>
                <a:close/>
              </a:path>
            </a:pathLst>
          </a:custGeom>
          <a:ln w="457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38427" y="5013959"/>
            <a:ext cx="68580" cy="30480"/>
          </a:xfrm>
          <a:custGeom>
            <a:avLst/>
            <a:gdLst/>
            <a:ahLst/>
            <a:cxnLst/>
            <a:rect l="l" t="t" r="r" b="b"/>
            <a:pathLst>
              <a:path w="68580" h="30479">
                <a:moveTo>
                  <a:pt x="17411" y="0"/>
                </a:moveTo>
                <a:lnTo>
                  <a:pt x="4216" y="1015"/>
                </a:lnTo>
                <a:lnTo>
                  <a:pt x="0" y="10159"/>
                </a:lnTo>
                <a:lnTo>
                  <a:pt x="11074" y="20827"/>
                </a:lnTo>
                <a:lnTo>
                  <a:pt x="68580" y="30479"/>
                </a:lnTo>
                <a:lnTo>
                  <a:pt x="1741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138427" y="5013959"/>
            <a:ext cx="68580" cy="30480"/>
          </a:xfrm>
          <a:custGeom>
            <a:avLst/>
            <a:gdLst/>
            <a:ahLst/>
            <a:cxnLst/>
            <a:rect l="l" t="t" r="r" b="b"/>
            <a:pathLst>
              <a:path w="68580" h="30479">
                <a:moveTo>
                  <a:pt x="68580" y="30479"/>
                </a:moveTo>
                <a:lnTo>
                  <a:pt x="11074" y="20827"/>
                </a:lnTo>
                <a:lnTo>
                  <a:pt x="0" y="10159"/>
                </a:lnTo>
                <a:lnTo>
                  <a:pt x="4216" y="1015"/>
                </a:lnTo>
                <a:lnTo>
                  <a:pt x="17411" y="0"/>
                </a:lnTo>
                <a:lnTo>
                  <a:pt x="68580" y="30479"/>
                </a:lnTo>
                <a:close/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207008" y="4928615"/>
            <a:ext cx="29209" cy="55244"/>
          </a:xfrm>
          <a:custGeom>
            <a:avLst/>
            <a:gdLst/>
            <a:ahLst/>
            <a:cxnLst/>
            <a:rect l="l" t="t" r="r" b="b"/>
            <a:pathLst>
              <a:path w="29209" h="55245">
                <a:moveTo>
                  <a:pt x="16763" y="0"/>
                </a:moveTo>
                <a:lnTo>
                  <a:pt x="2539" y="5460"/>
                </a:lnTo>
                <a:lnTo>
                  <a:pt x="0" y="20319"/>
                </a:lnTo>
                <a:lnTo>
                  <a:pt x="28955" y="54863"/>
                </a:lnTo>
                <a:lnTo>
                  <a:pt x="24383" y="10413"/>
                </a:lnTo>
                <a:lnTo>
                  <a:pt x="167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207008" y="4928615"/>
            <a:ext cx="29209" cy="55244"/>
          </a:xfrm>
          <a:custGeom>
            <a:avLst/>
            <a:gdLst/>
            <a:ahLst/>
            <a:cxnLst/>
            <a:rect l="l" t="t" r="r" b="b"/>
            <a:pathLst>
              <a:path w="29209" h="55245">
                <a:moveTo>
                  <a:pt x="28955" y="54863"/>
                </a:moveTo>
                <a:lnTo>
                  <a:pt x="0" y="20319"/>
                </a:lnTo>
                <a:lnTo>
                  <a:pt x="2539" y="5460"/>
                </a:lnTo>
                <a:lnTo>
                  <a:pt x="16763" y="0"/>
                </a:lnTo>
                <a:lnTo>
                  <a:pt x="24383" y="10413"/>
                </a:lnTo>
                <a:lnTo>
                  <a:pt x="28955" y="54863"/>
                </a:lnTo>
                <a:close/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303019" y="4916423"/>
            <a:ext cx="26034" cy="64135"/>
          </a:xfrm>
          <a:custGeom>
            <a:avLst/>
            <a:gdLst/>
            <a:ahLst/>
            <a:cxnLst/>
            <a:rect l="l" t="t" r="r" b="b"/>
            <a:pathLst>
              <a:path w="26034" h="64135">
                <a:moveTo>
                  <a:pt x="13716" y="0"/>
                </a:moveTo>
                <a:lnTo>
                  <a:pt x="0" y="16509"/>
                </a:lnTo>
                <a:lnTo>
                  <a:pt x="3683" y="64007"/>
                </a:lnTo>
                <a:lnTo>
                  <a:pt x="24384" y="19684"/>
                </a:lnTo>
                <a:lnTo>
                  <a:pt x="25908" y="6984"/>
                </a:lnTo>
                <a:lnTo>
                  <a:pt x="1371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303019" y="4916423"/>
            <a:ext cx="26034" cy="64135"/>
          </a:xfrm>
          <a:custGeom>
            <a:avLst/>
            <a:gdLst/>
            <a:ahLst/>
            <a:cxnLst/>
            <a:rect l="l" t="t" r="r" b="b"/>
            <a:pathLst>
              <a:path w="26034" h="64135">
                <a:moveTo>
                  <a:pt x="3683" y="64007"/>
                </a:moveTo>
                <a:lnTo>
                  <a:pt x="0" y="16509"/>
                </a:lnTo>
                <a:lnTo>
                  <a:pt x="13716" y="0"/>
                </a:lnTo>
                <a:lnTo>
                  <a:pt x="25908" y="6984"/>
                </a:lnTo>
                <a:lnTo>
                  <a:pt x="24384" y="19684"/>
                </a:lnTo>
                <a:lnTo>
                  <a:pt x="3683" y="64007"/>
                </a:lnTo>
                <a:close/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356360" y="4965191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59" h="40004">
                <a:moveTo>
                  <a:pt x="45339" y="0"/>
                </a:moveTo>
                <a:lnTo>
                  <a:pt x="0" y="39623"/>
                </a:lnTo>
                <a:lnTo>
                  <a:pt x="51562" y="26923"/>
                </a:lnTo>
                <a:lnTo>
                  <a:pt x="59943" y="20573"/>
                </a:lnTo>
                <a:lnTo>
                  <a:pt x="60959" y="7365"/>
                </a:lnTo>
                <a:lnTo>
                  <a:pt x="4533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356360" y="4965191"/>
            <a:ext cx="60960" cy="40005"/>
          </a:xfrm>
          <a:custGeom>
            <a:avLst/>
            <a:gdLst/>
            <a:ahLst/>
            <a:cxnLst/>
            <a:rect l="l" t="t" r="r" b="b"/>
            <a:pathLst>
              <a:path w="60959" h="40004">
                <a:moveTo>
                  <a:pt x="0" y="39623"/>
                </a:moveTo>
                <a:lnTo>
                  <a:pt x="45339" y="0"/>
                </a:lnTo>
                <a:lnTo>
                  <a:pt x="60959" y="7365"/>
                </a:lnTo>
                <a:lnTo>
                  <a:pt x="59943" y="20573"/>
                </a:lnTo>
                <a:lnTo>
                  <a:pt x="51562" y="26923"/>
                </a:lnTo>
                <a:lnTo>
                  <a:pt x="0" y="39623"/>
                </a:lnTo>
                <a:close/>
              </a:path>
            </a:pathLst>
          </a:custGeom>
          <a:ln w="9144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55191" y="5251703"/>
            <a:ext cx="259079" cy="256540"/>
          </a:xfrm>
          <a:custGeom>
            <a:avLst/>
            <a:gdLst/>
            <a:ahLst/>
            <a:cxnLst/>
            <a:rect l="l" t="t" r="r" b="b"/>
            <a:pathLst>
              <a:path w="259080" h="256539">
                <a:moveTo>
                  <a:pt x="105117" y="0"/>
                </a:moveTo>
                <a:lnTo>
                  <a:pt x="67424" y="0"/>
                </a:lnTo>
                <a:lnTo>
                  <a:pt x="25488" y="16383"/>
                </a:lnTo>
                <a:lnTo>
                  <a:pt x="6375" y="44577"/>
                </a:lnTo>
                <a:lnTo>
                  <a:pt x="0" y="83185"/>
                </a:lnTo>
                <a:lnTo>
                  <a:pt x="6375" y="134620"/>
                </a:lnTo>
                <a:lnTo>
                  <a:pt x="31851" y="191897"/>
                </a:lnTo>
                <a:lnTo>
                  <a:pt x="76974" y="230632"/>
                </a:lnTo>
                <a:lnTo>
                  <a:pt x="111493" y="249682"/>
                </a:lnTo>
                <a:lnTo>
                  <a:pt x="147066" y="256032"/>
                </a:lnTo>
                <a:lnTo>
                  <a:pt x="175768" y="246507"/>
                </a:lnTo>
                <a:lnTo>
                  <a:pt x="191135" y="230632"/>
                </a:lnTo>
                <a:lnTo>
                  <a:pt x="201803" y="191897"/>
                </a:lnTo>
                <a:lnTo>
                  <a:pt x="198501" y="146812"/>
                </a:lnTo>
                <a:lnTo>
                  <a:pt x="188468" y="109220"/>
                </a:lnTo>
                <a:lnTo>
                  <a:pt x="218068" y="92710"/>
                </a:lnTo>
                <a:lnTo>
                  <a:pt x="182118" y="92710"/>
                </a:lnTo>
                <a:lnTo>
                  <a:pt x="137541" y="26035"/>
                </a:lnTo>
                <a:lnTo>
                  <a:pt x="105117" y="0"/>
                </a:lnTo>
                <a:close/>
              </a:path>
              <a:path w="259080" h="256539">
                <a:moveTo>
                  <a:pt x="252222" y="50927"/>
                </a:moveTo>
                <a:lnTo>
                  <a:pt x="182118" y="92710"/>
                </a:lnTo>
                <a:lnTo>
                  <a:pt x="218068" y="92710"/>
                </a:lnTo>
                <a:lnTo>
                  <a:pt x="252222" y="73660"/>
                </a:lnTo>
                <a:lnTo>
                  <a:pt x="259080" y="57785"/>
                </a:lnTo>
                <a:lnTo>
                  <a:pt x="252222" y="50927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341119" y="5007864"/>
            <a:ext cx="230504" cy="571500"/>
          </a:xfrm>
          <a:custGeom>
            <a:avLst/>
            <a:gdLst/>
            <a:ahLst/>
            <a:cxnLst/>
            <a:rect l="l" t="t" r="r" b="b"/>
            <a:pathLst>
              <a:path w="230505" h="571500">
                <a:moveTo>
                  <a:pt x="130937" y="99060"/>
                </a:moveTo>
                <a:lnTo>
                  <a:pt x="111887" y="99060"/>
                </a:lnTo>
                <a:lnTo>
                  <a:pt x="111887" y="111760"/>
                </a:lnTo>
                <a:lnTo>
                  <a:pt x="124587" y="121793"/>
                </a:lnTo>
                <a:lnTo>
                  <a:pt x="147447" y="121793"/>
                </a:lnTo>
                <a:lnTo>
                  <a:pt x="162814" y="134493"/>
                </a:lnTo>
                <a:lnTo>
                  <a:pt x="175514" y="156718"/>
                </a:lnTo>
                <a:lnTo>
                  <a:pt x="188214" y="191769"/>
                </a:lnTo>
                <a:lnTo>
                  <a:pt x="197739" y="262128"/>
                </a:lnTo>
                <a:lnTo>
                  <a:pt x="197739" y="325755"/>
                </a:lnTo>
                <a:lnTo>
                  <a:pt x="191389" y="377063"/>
                </a:lnTo>
                <a:lnTo>
                  <a:pt x="178689" y="398780"/>
                </a:lnTo>
                <a:lnTo>
                  <a:pt x="134112" y="431165"/>
                </a:lnTo>
                <a:lnTo>
                  <a:pt x="85852" y="460248"/>
                </a:lnTo>
                <a:lnTo>
                  <a:pt x="63627" y="482473"/>
                </a:lnTo>
                <a:lnTo>
                  <a:pt x="22225" y="513715"/>
                </a:lnTo>
                <a:lnTo>
                  <a:pt x="9525" y="523875"/>
                </a:lnTo>
                <a:lnTo>
                  <a:pt x="0" y="546100"/>
                </a:lnTo>
                <a:lnTo>
                  <a:pt x="12700" y="568325"/>
                </a:lnTo>
                <a:lnTo>
                  <a:pt x="24892" y="571500"/>
                </a:lnTo>
                <a:lnTo>
                  <a:pt x="63627" y="558800"/>
                </a:lnTo>
                <a:lnTo>
                  <a:pt x="121412" y="513715"/>
                </a:lnTo>
                <a:lnTo>
                  <a:pt x="172339" y="460248"/>
                </a:lnTo>
                <a:lnTo>
                  <a:pt x="226949" y="398780"/>
                </a:lnTo>
                <a:lnTo>
                  <a:pt x="230124" y="373888"/>
                </a:lnTo>
                <a:lnTo>
                  <a:pt x="230124" y="303530"/>
                </a:lnTo>
                <a:lnTo>
                  <a:pt x="214249" y="194944"/>
                </a:lnTo>
                <a:lnTo>
                  <a:pt x="223774" y="131318"/>
                </a:lnTo>
                <a:lnTo>
                  <a:pt x="229345" y="108585"/>
                </a:lnTo>
                <a:lnTo>
                  <a:pt x="156972" y="108585"/>
                </a:lnTo>
                <a:lnTo>
                  <a:pt x="130937" y="99060"/>
                </a:lnTo>
                <a:close/>
              </a:path>
              <a:path w="230505" h="571500">
                <a:moveTo>
                  <a:pt x="185039" y="0"/>
                </a:moveTo>
                <a:lnTo>
                  <a:pt x="172339" y="3683"/>
                </a:lnTo>
                <a:lnTo>
                  <a:pt x="165989" y="76835"/>
                </a:lnTo>
                <a:lnTo>
                  <a:pt x="159639" y="95885"/>
                </a:lnTo>
                <a:lnTo>
                  <a:pt x="156972" y="108585"/>
                </a:lnTo>
                <a:lnTo>
                  <a:pt x="229345" y="108585"/>
                </a:lnTo>
                <a:lnTo>
                  <a:pt x="230124" y="105410"/>
                </a:lnTo>
                <a:lnTo>
                  <a:pt x="220599" y="92710"/>
                </a:lnTo>
                <a:lnTo>
                  <a:pt x="197739" y="80010"/>
                </a:lnTo>
                <a:lnTo>
                  <a:pt x="181864" y="70993"/>
                </a:lnTo>
                <a:lnTo>
                  <a:pt x="191389" y="13208"/>
                </a:lnTo>
                <a:lnTo>
                  <a:pt x="18503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063752" y="5535167"/>
            <a:ext cx="207645" cy="344805"/>
          </a:xfrm>
          <a:custGeom>
            <a:avLst/>
            <a:gdLst/>
            <a:ahLst/>
            <a:cxnLst/>
            <a:rect l="l" t="t" r="r" b="b"/>
            <a:pathLst>
              <a:path w="207644" h="344804">
                <a:moveTo>
                  <a:pt x="57632" y="312153"/>
                </a:moveTo>
                <a:lnTo>
                  <a:pt x="43891" y="322198"/>
                </a:lnTo>
                <a:lnTo>
                  <a:pt x="47053" y="334898"/>
                </a:lnTo>
                <a:lnTo>
                  <a:pt x="72961" y="344423"/>
                </a:lnTo>
                <a:lnTo>
                  <a:pt x="111556" y="344423"/>
                </a:lnTo>
                <a:lnTo>
                  <a:pt x="146456" y="334898"/>
                </a:lnTo>
                <a:lnTo>
                  <a:pt x="166027" y="322198"/>
                </a:lnTo>
                <a:lnTo>
                  <a:pt x="79311" y="322198"/>
                </a:lnTo>
                <a:lnTo>
                  <a:pt x="57632" y="312153"/>
                </a:lnTo>
                <a:close/>
              </a:path>
              <a:path w="207644" h="344804">
                <a:moveTo>
                  <a:pt x="184531" y="0"/>
                </a:moveTo>
                <a:lnTo>
                  <a:pt x="136944" y="3174"/>
                </a:lnTo>
                <a:lnTo>
                  <a:pt x="95173" y="35432"/>
                </a:lnTo>
                <a:lnTo>
                  <a:pt x="34899" y="102107"/>
                </a:lnTo>
                <a:lnTo>
                  <a:pt x="3175" y="156603"/>
                </a:lnTo>
                <a:lnTo>
                  <a:pt x="0" y="175653"/>
                </a:lnTo>
                <a:lnTo>
                  <a:pt x="15862" y="210565"/>
                </a:lnTo>
                <a:lnTo>
                  <a:pt x="50228" y="226440"/>
                </a:lnTo>
                <a:lnTo>
                  <a:pt x="95173" y="245490"/>
                </a:lnTo>
                <a:lnTo>
                  <a:pt x="130594" y="255015"/>
                </a:lnTo>
                <a:lnTo>
                  <a:pt x="146456" y="271411"/>
                </a:lnTo>
                <a:lnTo>
                  <a:pt x="136944" y="293636"/>
                </a:lnTo>
                <a:lnTo>
                  <a:pt x="111556" y="319023"/>
                </a:lnTo>
                <a:lnTo>
                  <a:pt x="79311" y="322198"/>
                </a:lnTo>
                <a:lnTo>
                  <a:pt x="166027" y="322198"/>
                </a:lnTo>
                <a:lnTo>
                  <a:pt x="178714" y="299986"/>
                </a:lnTo>
                <a:lnTo>
                  <a:pt x="184531" y="274586"/>
                </a:lnTo>
                <a:lnTo>
                  <a:pt x="169189" y="251840"/>
                </a:lnTo>
                <a:lnTo>
                  <a:pt x="130594" y="235965"/>
                </a:lnTo>
                <a:lnTo>
                  <a:pt x="85648" y="223265"/>
                </a:lnTo>
                <a:lnTo>
                  <a:pt x="47053" y="201574"/>
                </a:lnTo>
                <a:lnTo>
                  <a:pt x="38074" y="182003"/>
                </a:lnTo>
                <a:lnTo>
                  <a:pt x="43891" y="147078"/>
                </a:lnTo>
                <a:lnTo>
                  <a:pt x="72961" y="102107"/>
                </a:lnTo>
                <a:lnTo>
                  <a:pt x="108394" y="76720"/>
                </a:lnTo>
                <a:lnTo>
                  <a:pt x="162852" y="57670"/>
                </a:lnTo>
                <a:lnTo>
                  <a:pt x="207263" y="48132"/>
                </a:lnTo>
                <a:lnTo>
                  <a:pt x="207263" y="9524"/>
                </a:lnTo>
                <a:lnTo>
                  <a:pt x="18453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232916" y="5519928"/>
            <a:ext cx="193675" cy="424180"/>
          </a:xfrm>
          <a:custGeom>
            <a:avLst/>
            <a:gdLst/>
            <a:ahLst/>
            <a:cxnLst/>
            <a:rect l="l" t="t" r="r" b="b"/>
            <a:pathLst>
              <a:path w="193675" h="424179">
                <a:moveTo>
                  <a:pt x="79121" y="0"/>
                </a:moveTo>
                <a:lnTo>
                  <a:pt x="31115" y="5842"/>
                </a:lnTo>
                <a:lnTo>
                  <a:pt x="9486" y="47625"/>
                </a:lnTo>
                <a:lnTo>
                  <a:pt x="12128" y="98907"/>
                </a:lnTo>
                <a:lnTo>
                  <a:pt x="24790" y="181419"/>
                </a:lnTo>
                <a:lnTo>
                  <a:pt x="24790" y="254419"/>
                </a:lnTo>
                <a:lnTo>
                  <a:pt x="9486" y="318414"/>
                </a:lnTo>
                <a:lnTo>
                  <a:pt x="0" y="353326"/>
                </a:lnTo>
                <a:lnTo>
                  <a:pt x="6324" y="385064"/>
                </a:lnTo>
                <a:lnTo>
                  <a:pt x="27952" y="401459"/>
                </a:lnTo>
                <a:lnTo>
                  <a:pt x="56896" y="417322"/>
                </a:lnTo>
                <a:lnTo>
                  <a:pt x="85471" y="423672"/>
                </a:lnTo>
                <a:lnTo>
                  <a:pt x="120777" y="423672"/>
                </a:lnTo>
                <a:lnTo>
                  <a:pt x="161925" y="391401"/>
                </a:lnTo>
                <a:lnTo>
                  <a:pt x="193547" y="324231"/>
                </a:lnTo>
                <a:lnTo>
                  <a:pt x="190372" y="263931"/>
                </a:lnTo>
                <a:lnTo>
                  <a:pt x="171450" y="194119"/>
                </a:lnTo>
                <a:lnTo>
                  <a:pt x="168275" y="133286"/>
                </a:lnTo>
                <a:lnTo>
                  <a:pt x="148717" y="53975"/>
                </a:lnTo>
                <a:lnTo>
                  <a:pt x="127127" y="15367"/>
                </a:lnTo>
                <a:lnTo>
                  <a:pt x="7912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175003" y="5864352"/>
            <a:ext cx="147955" cy="612775"/>
          </a:xfrm>
          <a:custGeom>
            <a:avLst/>
            <a:gdLst/>
            <a:ahLst/>
            <a:cxnLst/>
            <a:rect l="l" t="t" r="r" b="b"/>
            <a:pathLst>
              <a:path w="147955" h="612775">
                <a:moveTo>
                  <a:pt x="102743" y="0"/>
                </a:moveTo>
                <a:lnTo>
                  <a:pt x="80009" y="9525"/>
                </a:lnTo>
                <a:lnTo>
                  <a:pt x="70472" y="41262"/>
                </a:lnTo>
                <a:lnTo>
                  <a:pt x="80009" y="216382"/>
                </a:lnTo>
                <a:lnTo>
                  <a:pt x="80009" y="258178"/>
                </a:lnTo>
                <a:lnTo>
                  <a:pt x="67818" y="334899"/>
                </a:lnTo>
                <a:lnTo>
                  <a:pt x="64643" y="423773"/>
                </a:lnTo>
                <a:lnTo>
                  <a:pt x="70472" y="468744"/>
                </a:lnTo>
                <a:lnTo>
                  <a:pt x="64643" y="494144"/>
                </a:lnTo>
                <a:lnTo>
                  <a:pt x="19608" y="532231"/>
                </a:lnTo>
                <a:lnTo>
                  <a:pt x="0" y="580377"/>
                </a:lnTo>
                <a:lnTo>
                  <a:pt x="3708" y="596252"/>
                </a:lnTo>
                <a:lnTo>
                  <a:pt x="38684" y="612648"/>
                </a:lnTo>
                <a:lnTo>
                  <a:pt x="48221" y="605764"/>
                </a:lnTo>
                <a:lnTo>
                  <a:pt x="51930" y="577202"/>
                </a:lnTo>
                <a:lnTo>
                  <a:pt x="61468" y="535406"/>
                </a:lnTo>
                <a:lnTo>
                  <a:pt x="76822" y="516890"/>
                </a:lnTo>
                <a:lnTo>
                  <a:pt x="95884" y="504190"/>
                </a:lnTo>
                <a:lnTo>
                  <a:pt x="112268" y="487794"/>
                </a:lnTo>
                <a:lnTo>
                  <a:pt x="115570" y="475094"/>
                </a:lnTo>
                <a:lnTo>
                  <a:pt x="105918" y="459219"/>
                </a:lnTo>
                <a:lnTo>
                  <a:pt x="95884" y="449694"/>
                </a:lnTo>
                <a:lnTo>
                  <a:pt x="89547" y="411607"/>
                </a:lnTo>
                <a:lnTo>
                  <a:pt x="95884" y="331190"/>
                </a:lnTo>
                <a:lnTo>
                  <a:pt x="118745" y="239128"/>
                </a:lnTo>
                <a:lnTo>
                  <a:pt x="140970" y="165595"/>
                </a:lnTo>
                <a:lnTo>
                  <a:pt x="147828" y="76708"/>
                </a:lnTo>
                <a:lnTo>
                  <a:pt x="140970" y="9525"/>
                </a:lnTo>
                <a:lnTo>
                  <a:pt x="10274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335024" y="5864352"/>
            <a:ext cx="242570" cy="515620"/>
          </a:xfrm>
          <a:custGeom>
            <a:avLst/>
            <a:gdLst/>
            <a:ahLst/>
            <a:cxnLst/>
            <a:rect l="l" t="t" r="r" b="b"/>
            <a:pathLst>
              <a:path w="242569" h="515620">
                <a:moveTo>
                  <a:pt x="44957" y="0"/>
                </a:moveTo>
                <a:lnTo>
                  <a:pt x="3175" y="3162"/>
                </a:lnTo>
                <a:lnTo>
                  <a:pt x="0" y="25311"/>
                </a:lnTo>
                <a:lnTo>
                  <a:pt x="3175" y="73291"/>
                </a:lnTo>
                <a:lnTo>
                  <a:pt x="41782" y="199821"/>
                </a:lnTo>
                <a:lnTo>
                  <a:pt x="60325" y="273113"/>
                </a:lnTo>
                <a:lnTo>
                  <a:pt x="66675" y="336372"/>
                </a:lnTo>
                <a:lnTo>
                  <a:pt x="66675" y="387515"/>
                </a:lnTo>
                <a:lnTo>
                  <a:pt x="57150" y="425475"/>
                </a:lnTo>
                <a:lnTo>
                  <a:pt x="47625" y="438137"/>
                </a:lnTo>
                <a:lnTo>
                  <a:pt x="47625" y="450786"/>
                </a:lnTo>
                <a:lnTo>
                  <a:pt x="60325" y="470293"/>
                </a:lnTo>
                <a:lnTo>
                  <a:pt x="82550" y="476618"/>
                </a:lnTo>
                <a:lnTo>
                  <a:pt x="117982" y="476618"/>
                </a:lnTo>
                <a:lnTo>
                  <a:pt x="181482" y="492442"/>
                </a:lnTo>
                <a:lnTo>
                  <a:pt x="200532" y="515112"/>
                </a:lnTo>
                <a:lnTo>
                  <a:pt x="229615" y="501929"/>
                </a:lnTo>
                <a:lnTo>
                  <a:pt x="242315" y="470293"/>
                </a:lnTo>
                <a:lnTo>
                  <a:pt x="229615" y="457644"/>
                </a:lnTo>
                <a:lnTo>
                  <a:pt x="175132" y="450786"/>
                </a:lnTo>
                <a:lnTo>
                  <a:pt x="114807" y="450786"/>
                </a:lnTo>
                <a:lnTo>
                  <a:pt x="88900" y="447624"/>
                </a:lnTo>
                <a:lnTo>
                  <a:pt x="82550" y="428650"/>
                </a:lnTo>
                <a:lnTo>
                  <a:pt x="88900" y="393852"/>
                </a:lnTo>
                <a:lnTo>
                  <a:pt x="92582" y="333209"/>
                </a:lnTo>
                <a:lnTo>
                  <a:pt x="85725" y="266776"/>
                </a:lnTo>
                <a:lnTo>
                  <a:pt x="76200" y="178206"/>
                </a:lnTo>
                <a:lnTo>
                  <a:pt x="79375" y="101231"/>
                </a:lnTo>
                <a:lnTo>
                  <a:pt x="79375" y="76454"/>
                </a:lnTo>
                <a:lnTo>
                  <a:pt x="73025" y="25311"/>
                </a:lnTo>
                <a:lnTo>
                  <a:pt x="44957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软件项目管理知识体系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31919" y="6430162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1669" y="1907603"/>
            <a:ext cx="6096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dirty="0">
                <a:latin typeface="宋体"/>
                <a:cs typeface="宋体"/>
              </a:rPr>
              <a:t>初始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5479" y="1836356"/>
            <a:ext cx="6096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dirty="0">
                <a:latin typeface="宋体"/>
                <a:cs typeface="宋体"/>
              </a:rPr>
              <a:t>计划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79448" y="1356360"/>
            <a:ext cx="6147815" cy="50398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84447" y="3968686"/>
            <a:ext cx="6096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dirty="0">
                <a:latin typeface="宋体"/>
                <a:cs typeface="宋体"/>
              </a:rPr>
              <a:t>控制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6332" y="3997388"/>
            <a:ext cx="6096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dirty="0">
                <a:latin typeface="宋体"/>
                <a:cs typeface="宋体"/>
              </a:rPr>
              <a:t>执行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3000" y="5626493"/>
            <a:ext cx="6096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00"/>
              </a:lnSpc>
            </a:pPr>
            <a:r>
              <a:rPr sz="2400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52871" y="3470147"/>
            <a:ext cx="2503931" cy="13990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24984" y="1234439"/>
            <a:ext cx="2375916" cy="13685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40864" y="3429000"/>
            <a:ext cx="2808732" cy="14401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41119" y="1295400"/>
            <a:ext cx="2447544" cy="13685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77284" y="5109971"/>
            <a:ext cx="2302764" cy="12237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557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26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22860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项目与软件项目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2552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项目管理与软件项目管理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0760" y="3525011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20014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PMBOK与软件项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目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管理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体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系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3840" rIns="0" bIns="0" rtlCol="0">
            <a:spAutoFit/>
          </a:bodyPr>
          <a:lstStyle/>
          <a:p>
            <a:pPr marR="406400" algn="ctr">
              <a:lnSpc>
                <a:spcPct val="100000"/>
              </a:lnSpc>
              <a:spcBef>
                <a:spcPts val="19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76298" y="57285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6127" y="5446776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0760" y="5446776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软件项目管理过程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441" y="282651"/>
            <a:ext cx="39408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软件项目很特殊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89959" y="2618232"/>
            <a:ext cx="1883664" cy="1856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18330" y="3239516"/>
            <a:ext cx="104648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065" marR="5080" indent="-12700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latin typeface="华文新魏"/>
                <a:cs typeface="华文新魏"/>
              </a:rPr>
              <a:t>软件</a:t>
            </a:r>
            <a:r>
              <a:rPr sz="2000" b="1" dirty="0">
                <a:latin typeface="华文新魏"/>
                <a:cs typeface="华文新魏"/>
              </a:rPr>
              <a:t>项目 </a:t>
            </a:r>
            <a:r>
              <a:rPr sz="2000" b="1" spc="10" dirty="0">
                <a:latin typeface="华文新魏"/>
                <a:cs typeface="华文新魏"/>
              </a:rPr>
              <a:t>特殊性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90438" y="4060697"/>
            <a:ext cx="1226819" cy="1196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90438" y="4060697"/>
            <a:ext cx="1226820" cy="1196340"/>
          </a:xfrm>
          <a:custGeom>
            <a:avLst/>
            <a:gdLst/>
            <a:ahLst/>
            <a:cxnLst/>
            <a:rect l="l" t="t" r="r" b="b"/>
            <a:pathLst>
              <a:path w="1226820" h="1196339">
                <a:moveTo>
                  <a:pt x="0" y="598169"/>
                </a:moveTo>
                <a:lnTo>
                  <a:pt x="1845" y="551427"/>
                </a:lnTo>
                <a:lnTo>
                  <a:pt x="7289" y="505668"/>
                </a:lnTo>
                <a:lnTo>
                  <a:pt x="16197" y="461025"/>
                </a:lnTo>
                <a:lnTo>
                  <a:pt x="28432" y="417631"/>
                </a:lnTo>
                <a:lnTo>
                  <a:pt x="43857" y="375620"/>
                </a:lnTo>
                <a:lnTo>
                  <a:pt x="62337" y="335124"/>
                </a:lnTo>
                <a:lnTo>
                  <a:pt x="83735" y="296276"/>
                </a:lnTo>
                <a:lnTo>
                  <a:pt x="107915" y="259210"/>
                </a:lnTo>
                <a:lnTo>
                  <a:pt x="134740" y="224059"/>
                </a:lnTo>
                <a:lnTo>
                  <a:pt x="164075" y="190955"/>
                </a:lnTo>
                <a:lnTo>
                  <a:pt x="195783" y="160031"/>
                </a:lnTo>
                <a:lnTo>
                  <a:pt x="229728" y="131421"/>
                </a:lnTo>
                <a:lnTo>
                  <a:pt x="265774" y="105258"/>
                </a:lnTo>
                <a:lnTo>
                  <a:pt x="303784" y="81675"/>
                </a:lnTo>
                <a:lnTo>
                  <a:pt x="343622" y="60804"/>
                </a:lnTo>
                <a:lnTo>
                  <a:pt x="385151" y="42779"/>
                </a:lnTo>
                <a:lnTo>
                  <a:pt x="428237" y="27733"/>
                </a:lnTo>
                <a:lnTo>
                  <a:pt x="472742" y="15799"/>
                </a:lnTo>
                <a:lnTo>
                  <a:pt x="518530" y="7110"/>
                </a:lnTo>
                <a:lnTo>
                  <a:pt x="565464" y="1799"/>
                </a:lnTo>
                <a:lnTo>
                  <a:pt x="613410" y="0"/>
                </a:lnTo>
                <a:lnTo>
                  <a:pt x="661355" y="1799"/>
                </a:lnTo>
                <a:lnTo>
                  <a:pt x="708289" y="7110"/>
                </a:lnTo>
                <a:lnTo>
                  <a:pt x="754077" y="15799"/>
                </a:lnTo>
                <a:lnTo>
                  <a:pt x="798582" y="27733"/>
                </a:lnTo>
                <a:lnTo>
                  <a:pt x="841668" y="42779"/>
                </a:lnTo>
                <a:lnTo>
                  <a:pt x="883197" y="60804"/>
                </a:lnTo>
                <a:lnTo>
                  <a:pt x="923036" y="81675"/>
                </a:lnTo>
                <a:lnTo>
                  <a:pt x="961045" y="105258"/>
                </a:lnTo>
                <a:lnTo>
                  <a:pt x="997091" y="131421"/>
                </a:lnTo>
                <a:lnTo>
                  <a:pt x="1031036" y="160031"/>
                </a:lnTo>
                <a:lnTo>
                  <a:pt x="1062744" y="190955"/>
                </a:lnTo>
                <a:lnTo>
                  <a:pt x="1092079" y="224059"/>
                </a:lnTo>
                <a:lnTo>
                  <a:pt x="1118904" y="259210"/>
                </a:lnTo>
                <a:lnTo>
                  <a:pt x="1143084" y="296276"/>
                </a:lnTo>
                <a:lnTo>
                  <a:pt x="1164482" y="335124"/>
                </a:lnTo>
                <a:lnTo>
                  <a:pt x="1182962" y="375620"/>
                </a:lnTo>
                <a:lnTo>
                  <a:pt x="1198387" y="417631"/>
                </a:lnTo>
                <a:lnTo>
                  <a:pt x="1210622" y="461025"/>
                </a:lnTo>
                <a:lnTo>
                  <a:pt x="1219530" y="505668"/>
                </a:lnTo>
                <a:lnTo>
                  <a:pt x="1224974" y="551427"/>
                </a:lnTo>
                <a:lnTo>
                  <a:pt x="1226819" y="598169"/>
                </a:lnTo>
                <a:lnTo>
                  <a:pt x="1224974" y="644912"/>
                </a:lnTo>
                <a:lnTo>
                  <a:pt x="1219530" y="690671"/>
                </a:lnTo>
                <a:lnTo>
                  <a:pt x="1210622" y="735314"/>
                </a:lnTo>
                <a:lnTo>
                  <a:pt x="1198387" y="778708"/>
                </a:lnTo>
                <a:lnTo>
                  <a:pt x="1182962" y="820719"/>
                </a:lnTo>
                <a:lnTo>
                  <a:pt x="1164482" y="861215"/>
                </a:lnTo>
                <a:lnTo>
                  <a:pt x="1143084" y="900063"/>
                </a:lnTo>
                <a:lnTo>
                  <a:pt x="1118904" y="937129"/>
                </a:lnTo>
                <a:lnTo>
                  <a:pt x="1092079" y="972280"/>
                </a:lnTo>
                <a:lnTo>
                  <a:pt x="1062744" y="1005384"/>
                </a:lnTo>
                <a:lnTo>
                  <a:pt x="1031036" y="1036308"/>
                </a:lnTo>
                <a:lnTo>
                  <a:pt x="997091" y="1064918"/>
                </a:lnTo>
                <a:lnTo>
                  <a:pt x="961045" y="1091081"/>
                </a:lnTo>
                <a:lnTo>
                  <a:pt x="923036" y="1114664"/>
                </a:lnTo>
                <a:lnTo>
                  <a:pt x="883197" y="1135535"/>
                </a:lnTo>
                <a:lnTo>
                  <a:pt x="841668" y="1153560"/>
                </a:lnTo>
                <a:lnTo>
                  <a:pt x="798582" y="1168606"/>
                </a:lnTo>
                <a:lnTo>
                  <a:pt x="754077" y="1180540"/>
                </a:lnTo>
                <a:lnTo>
                  <a:pt x="708289" y="1189229"/>
                </a:lnTo>
                <a:lnTo>
                  <a:pt x="661355" y="1194540"/>
                </a:lnTo>
                <a:lnTo>
                  <a:pt x="613410" y="1196339"/>
                </a:lnTo>
                <a:lnTo>
                  <a:pt x="565464" y="1194540"/>
                </a:lnTo>
                <a:lnTo>
                  <a:pt x="518530" y="1189229"/>
                </a:lnTo>
                <a:lnTo>
                  <a:pt x="472742" y="1180540"/>
                </a:lnTo>
                <a:lnTo>
                  <a:pt x="428237" y="1168606"/>
                </a:lnTo>
                <a:lnTo>
                  <a:pt x="385151" y="1153560"/>
                </a:lnTo>
                <a:lnTo>
                  <a:pt x="343622" y="1135535"/>
                </a:lnTo>
                <a:lnTo>
                  <a:pt x="303784" y="1114664"/>
                </a:lnTo>
                <a:lnTo>
                  <a:pt x="265774" y="1091081"/>
                </a:lnTo>
                <a:lnTo>
                  <a:pt x="229728" y="1064918"/>
                </a:lnTo>
                <a:lnTo>
                  <a:pt x="195783" y="1036308"/>
                </a:lnTo>
                <a:lnTo>
                  <a:pt x="164075" y="1005384"/>
                </a:lnTo>
                <a:lnTo>
                  <a:pt x="134740" y="972280"/>
                </a:lnTo>
                <a:lnTo>
                  <a:pt x="107915" y="937129"/>
                </a:lnTo>
                <a:lnTo>
                  <a:pt x="83735" y="900063"/>
                </a:lnTo>
                <a:lnTo>
                  <a:pt x="62337" y="861215"/>
                </a:lnTo>
                <a:lnTo>
                  <a:pt x="43857" y="820719"/>
                </a:lnTo>
                <a:lnTo>
                  <a:pt x="28432" y="778708"/>
                </a:lnTo>
                <a:lnTo>
                  <a:pt x="16197" y="735314"/>
                </a:lnTo>
                <a:lnTo>
                  <a:pt x="7289" y="690671"/>
                </a:lnTo>
                <a:lnTo>
                  <a:pt x="1845" y="644912"/>
                </a:lnTo>
                <a:lnTo>
                  <a:pt x="0" y="598169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61278" y="4403216"/>
            <a:ext cx="534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华文新魏"/>
                <a:cs typeface="华文新魏"/>
              </a:rPr>
              <a:t>变更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03570" y="3961638"/>
            <a:ext cx="1405255" cy="1384300"/>
          </a:xfrm>
          <a:custGeom>
            <a:avLst/>
            <a:gdLst/>
            <a:ahLst/>
            <a:cxnLst/>
            <a:rect l="l" t="t" r="r" b="b"/>
            <a:pathLst>
              <a:path w="1405254" h="1384300">
                <a:moveTo>
                  <a:pt x="0" y="691895"/>
                </a:moveTo>
                <a:lnTo>
                  <a:pt x="1620" y="644522"/>
                </a:lnTo>
                <a:lnTo>
                  <a:pt x="6414" y="598005"/>
                </a:lnTo>
                <a:lnTo>
                  <a:pt x="14274" y="552449"/>
                </a:lnTo>
                <a:lnTo>
                  <a:pt x="25098" y="507955"/>
                </a:lnTo>
                <a:lnTo>
                  <a:pt x="38780" y="464628"/>
                </a:lnTo>
                <a:lnTo>
                  <a:pt x="55215" y="422570"/>
                </a:lnTo>
                <a:lnTo>
                  <a:pt x="74299" y="381884"/>
                </a:lnTo>
                <a:lnTo>
                  <a:pt x="95927" y="342674"/>
                </a:lnTo>
                <a:lnTo>
                  <a:pt x="119994" y="305041"/>
                </a:lnTo>
                <a:lnTo>
                  <a:pt x="146397" y="269090"/>
                </a:lnTo>
                <a:lnTo>
                  <a:pt x="175029" y="234923"/>
                </a:lnTo>
                <a:lnTo>
                  <a:pt x="205787" y="202644"/>
                </a:lnTo>
                <a:lnTo>
                  <a:pt x="238566" y="172355"/>
                </a:lnTo>
                <a:lnTo>
                  <a:pt x="273261" y="144159"/>
                </a:lnTo>
                <a:lnTo>
                  <a:pt x="309767" y="118159"/>
                </a:lnTo>
                <a:lnTo>
                  <a:pt x="347980" y="94459"/>
                </a:lnTo>
                <a:lnTo>
                  <a:pt x="387794" y="73162"/>
                </a:lnTo>
                <a:lnTo>
                  <a:pt x="429107" y="54369"/>
                </a:lnTo>
                <a:lnTo>
                  <a:pt x="471812" y="38186"/>
                </a:lnTo>
                <a:lnTo>
                  <a:pt x="515805" y="24713"/>
                </a:lnTo>
                <a:lnTo>
                  <a:pt x="560981" y="14056"/>
                </a:lnTo>
                <a:lnTo>
                  <a:pt x="607236" y="6315"/>
                </a:lnTo>
                <a:lnTo>
                  <a:pt x="654465" y="1596"/>
                </a:lnTo>
                <a:lnTo>
                  <a:pt x="702563" y="0"/>
                </a:lnTo>
                <a:lnTo>
                  <a:pt x="750662" y="1596"/>
                </a:lnTo>
                <a:lnTo>
                  <a:pt x="797891" y="6315"/>
                </a:lnTo>
                <a:lnTo>
                  <a:pt x="844146" y="14056"/>
                </a:lnTo>
                <a:lnTo>
                  <a:pt x="889322" y="24713"/>
                </a:lnTo>
                <a:lnTo>
                  <a:pt x="933315" y="38186"/>
                </a:lnTo>
                <a:lnTo>
                  <a:pt x="976020" y="54369"/>
                </a:lnTo>
                <a:lnTo>
                  <a:pt x="1017333" y="73162"/>
                </a:lnTo>
                <a:lnTo>
                  <a:pt x="1057148" y="94459"/>
                </a:lnTo>
                <a:lnTo>
                  <a:pt x="1095360" y="118159"/>
                </a:lnTo>
                <a:lnTo>
                  <a:pt x="1131866" y="144159"/>
                </a:lnTo>
                <a:lnTo>
                  <a:pt x="1166561" y="172355"/>
                </a:lnTo>
                <a:lnTo>
                  <a:pt x="1199340" y="202644"/>
                </a:lnTo>
                <a:lnTo>
                  <a:pt x="1230098" y="234923"/>
                </a:lnTo>
                <a:lnTo>
                  <a:pt x="1258730" y="269090"/>
                </a:lnTo>
                <a:lnTo>
                  <a:pt x="1285133" y="305041"/>
                </a:lnTo>
                <a:lnTo>
                  <a:pt x="1309200" y="342674"/>
                </a:lnTo>
                <a:lnTo>
                  <a:pt x="1330828" y="381884"/>
                </a:lnTo>
                <a:lnTo>
                  <a:pt x="1349912" y="422570"/>
                </a:lnTo>
                <a:lnTo>
                  <a:pt x="1366347" y="464628"/>
                </a:lnTo>
                <a:lnTo>
                  <a:pt x="1380029" y="507955"/>
                </a:lnTo>
                <a:lnTo>
                  <a:pt x="1390853" y="552449"/>
                </a:lnTo>
                <a:lnTo>
                  <a:pt x="1398713" y="598005"/>
                </a:lnTo>
                <a:lnTo>
                  <a:pt x="1403507" y="644522"/>
                </a:lnTo>
                <a:lnTo>
                  <a:pt x="1405127" y="691895"/>
                </a:lnTo>
                <a:lnTo>
                  <a:pt x="1403507" y="739269"/>
                </a:lnTo>
                <a:lnTo>
                  <a:pt x="1398713" y="785786"/>
                </a:lnTo>
                <a:lnTo>
                  <a:pt x="1390853" y="831342"/>
                </a:lnTo>
                <a:lnTo>
                  <a:pt x="1380029" y="875836"/>
                </a:lnTo>
                <a:lnTo>
                  <a:pt x="1366347" y="919163"/>
                </a:lnTo>
                <a:lnTo>
                  <a:pt x="1349912" y="961221"/>
                </a:lnTo>
                <a:lnTo>
                  <a:pt x="1330828" y="1001907"/>
                </a:lnTo>
                <a:lnTo>
                  <a:pt x="1309200" y="1041117"/>
                </a:lnTo>
                <a:lnTo>
                  <a:pt x="1285133" y="1078750"/>
                </a:lnTo>
                <a:lnTo>
                  <a:pt x="1258730" y="1114701"/>
                </a:lnTo>
                <a:lnTo>
                  <a:pt x="1230098" y="1148868"/>
                </a:lnTo>
                <a:lnTo>
                  <a:pt x="1199340" y="1181147"/>
                </a:lnTo>
                <a:lnTo>
                  <a:pt x="1166561" y="1211436"/>
                </a:lnTo>
                <a:lnTo>
                  <a:pt x="1131866" y="1239632"/>
                </a:lnTo>
                <a:lnTo>
                  <a:pt x="1095360" y="1265632"/>
                </a:lnTo>
                <a:lnTo>
                  <a:pt x="1057148" y="1289332"/>
                </a:lnTo>
                <a:lnTo>
                  <a:pt x="1017333" y="1310629"/>
                </a:lnTo>
                <a:lnTo>
                  <a:pt x="976020" y="1329422"/>
                </a:lnTo>
                <a:lnTo>
                  <a:pt x="933315" y="1345605"/>
                </a:lnTo>
                <a:lnTo>
                  <a:pt x="889322" y="1359078"/>
                </a:lnTo>
                <a:lnTo>
                  <a:pt x="844146" y="1369735"/>
                </a:lnTo>
                <a:lnTo>
                  <a:pt x="797891" y="1377476"/>
                </a:lnTo>
                <a:lnTo>
                  <a:pt x="750662" y="1382195"/>
                </a:lnTo>
                <a:lnTo>
                  <a:pt x="702563" y="1383792"/>
                </a:lnTo>
                <a:lnTo>
                  <a:pt x="654465" y="1382195"/>
                </a:lnTo>
                <a:lnTo>
                  <a:pt x="607236" y="1377476"/>
                </a:lnTo>
                <a:lnTo>
                  <a:pt x="560981" y="1369735"/>
                </a:lnTo>
                <a:lnTo>
                  <a:pt x="515805" y="1359078"/>
                </a:lnTo>
                <a:lnTo>
                  <a:pt x="471812" y="1345605"/>
                </a:lnTo>
                <a:lnTo>
                  <a:pt x="429107" y="1329422"/>
                </a:lnTo>
                <a:lnTo>
                  <a:pt x="387794" y="1310629"/>
                </a:lnTo>
                <a:lnTo>
                  <a:pt x="347980" y="1289332"/>
                </a:lnTo>
                <a:lnTo>
                  <a:pt x="309767" y="1265632"/>
                </a:lnTo>
                <a:lnTo>
                  <a:pt x="273261" y="1239632"/>
                </a:lnTo>
                <a:lnTo>
                  <a:pt x="238566" y="1211436"/>
                </a:lnTo>
                <a:lnTo>
                  <a:pt x="205787" y="1181147"/>
                </a:lnTo>
                <a:lnTo>
                  <a:pt x="175029" y="1148868"/>
                </a:lnTo>
                <a:lnTo>
                  <a:pt x="146397" y="1114701"/>
                </a:lnTo>
                <a:lnTo>
                  <a:pt x="119994" y="1078750"/>
                </a:lnTo>
                <a:lnTo>
                  <a:pt x="95927" y="1041117"/>
                </a:lnTo>
                <a:lnTo>
                  <a:pt x="74299" y="1001907"/>
                </a:lnTo>
                <a:lnTo>
                  <a:pt x="55215" y="961221"/>
                </a:lnTo>
                <a:lnTo>
                  <a:pt x="38780" y="919163"/>
                </a:lnTo>
                <a:lnTo>
                  <a:pt x="25098" y="875836"/>
                </a:lnTo>
                <a:lnTo>
                  <a:pt x="14274" y="831342"/>
                </a:lnTo>
                <a:lnTo>
                  <a:pt x="6414" y="785786"/>
                </a:lnTo>
                <a:lnTo>
                  <a:pt x="1620" y="739269"/>
                </a:lnTo>
                <a:lnTo>
                  <a:pt x="0" y="691895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68802" y="2501645"/>
            <a:ext cx="2113915" cy="2083435"/>
          </a:xfrm>
          <a:custGeom>
            <a:avLst/>
            <a:gdLst/>
            <a:ahLst/>
            <a:cxnLst/>
            <a:rect l="l" t="t" r="r" b="b"/>
            <a:pathLst>
              <a:path w="2113915" h="2083435">
                <a:moveTo>
                  <a:pt x="0" y="1041653"/>
                </a:moveTo>
                <a:lnTo>
                  <a:pt x="1087" y="993971"/>
                </a:lnTo>
                <a:lnTo>
                  <a:pt x="4319" y="946839"/>
                </a:lnTo>
                <a:lnTo>
                  <a:pt x="9648" y="900303"/>
                </a:lnTo>
                <a:lnTo>
                  <a:pt x="17028" y="854410"/>
                </a:lnTo>
                <a:lnTo>
                  <a:pt x="26412" y="809204"/>
                </a:lnTo>
                <a:lnTo>
                  <a:pt x="37754" y="764734"/>
                </a:lnTo>
                <a:lnTo>
                  <a:pt x="51006" y="721043"/>
                </a:lnTo>
                <a:lnTo>
                  <a:pt x="66123" y="678178"/>
                </a:lnTo>
                <a:lnTo>
                  <a:pt x="83057" y="636186"/>
                </a:lnTo>
                <a:lnTo>
                  <a:pt x="101763" y="595112"/>
                </a:lnTo>
                <a:lnTo>
                  <a:pt x="122192" y="555002"/>
                </a:lnTo>
                <a:lnTo>
                  <a:pt x="144300" y="515902"/>
                </a:lnTo>
                <a:lnTo>
                  <a:pt x="168038" y="477858"/>
                </a:lnTo>
                <a:lnTo>
                  <a:pt x="193361" y="440915"/>
                </a:lnTo>
                <a:lnTo>
                  <a:pt x="220221" y="405121"/>
                </a:lnTo>
                <a:lnTo>
                  <a:pt x="248572" y="370521"/>
                </a:lnTo>
                <a:lnTo>
                  <a:pt x="278368" y="337160"/>
                </a:lnTo>
                <a:lnTo>
                  <a:pt x="309562" y="305085"/>
                </a:lnTo>
                <a:lnTo>
                  <a:pt x="342107" y="274342"/>
                </a:lnTo>
                <a:lnTo>
                  <a:pt x="375956" y="244977"/>
                </a:lnTo>
                <a:lnTo>
                  <a:pt x="411063" y="217035"/>
                </a:lnTo>
                <a:lnTo>
                  <a:pt x="447382" y="190563"/>
                </a:lnTo>
                <a:lnTo>
                  <a:pt x="484864" y="165606"/>
                </a:lnTo>
                <a:lnTo>
                  <a:pt x="523465" y="142211"/>
                </a:lnTo>
                <a:lnTo>
                  <a:pt x="563137" y="120424"/>
                </a:lnTo>
                <a:lnTo>
                  <a:pt x="603834" y="100290"/>
                </a:lnTo>
                <a:lnTo>
                  <a:pt x="645509" y="81855"/>
                </a:lnTo>
                <a:lnTo>
                  <a:pt x="688115" y="65166"/>
                </a:lnTo>
                <a:lnTo>
                  <a:pt x="731605" y="50268"/>
                </a:lnTo>
                <a:lnTo>
                  <a:pt x="775934" y="37207"/>
                </a:lnTo>
                <a:lnTo>
                  <a:pt x="821054" y="26030"/>
                </a:lnTo>
                <a:lnTo>
                  <a:pt x="866919" y="16781"/>
                </a:lnTo>
                <a:lnTo>
                  <a:pt x="913482" y="9508"/>
                </a:lnTo>
                <a:lnTo>
                  <a:pt x="960697" y="4256"/>
                </a:lnTo>
                <a:lnTo>
                  <a:pt x="1008516" y="1071"/>
                </a:lnTo>
                <a:lnTo>
                  <a:pt x="1056894" y="0"/>
                </a:lnTo>
                <a:lnTo>
                  <a:pt x="1105271" y="1071"/>
                </a:lnTo>
                <a:lnTo>
                  <a:pt x="1153090" y="4256"/>
                </a:lnTo>
                <a:lnTo>
                  <a:pt x="1200305" y="9508"/>
                </a:lnTo>
                <a:lnTo>
                  <a:pt x="1246868" y="16781"/>
                </a:lnTo>
                <a:lnTo>
                  <a:pt x="1292733" y="26030"/>
                </a:lnTo>
                <a:lnTo>
                  <a:pt x="1337853" y="37207"/>
                </a:lnTo>
                <a:lnTo>
                  <a:pt x="1382182" y="50268"/>
                </a:lnTo>
                <a:lnTo>
                  <a:pt x="1425672" y="65166"/>
                </a:lnTo>
                <a:lnTo>
                  <a:pt x="1468278" y="81855"/>
                </a:lnTo>
                <a:lnTo>
                  <a:pt x="1509953" y="100290"/>
                </a:lnTo>
                <a:lnTo>
                  <a:pt x="1550650" y="120424"/>
                </a:lnTo>
                <a:lnTo>
                  <a:pt x="1590322" y="142211"/>
                </a:lnTo>
                <a:lnTo>
                  <a:pt x="1628923" y="165606"/>
                </a:lnTo>
                <a:lnTo>
                  <a:pt x="1666405" y="190563"/>
                </a:lnTo>
                <a:lnTo>
                  <a:pt x="1702724" y="217035"/>
                </a:lnTo>
                <a:lnTo>
                  <a:pt x="1737831" y="244977"/>
                </a:lnTo>
                <a:lnTo>
                  <a:pt x="1771680" y="274342"/>
                </a:lnTo>
                <a:lnTo>
                  <a:pt x="1804225" y="305085"/>
                </a:lnTo>
                <a:lnTo>
                  <a:pt x="1835419" y="337160"/>
                </a:lnTo>
                <a:lnTo>
                  <a:pt x="1865215" y="370521"/>
                </a:lnTo>
                <a:lnTo>
                  <a:pt x="1893566" y="405121"/>
                </a:lnTo>
                <a:lnTo>
                  <a:pt x="1920426" y="440915"/>
                </a:lnTo>
                <a:lnTo>
                  <a:pt x="1945749" y="477858"/>
                </a:lnTo>
                <a:lnTo>
                  <a:pt x="1969487" y="515902"/>
                </a:lnTo>
                <a:lnTo>
                  <a:pt x="1991595" y="555002"/>
                </a:lnTo>
                <a:lnTo>
                  <a:pt x="2012024" y="595112"/>
                </a:lnTo>
                <a:lnTo>
                  <a:pt x="2030730" y="636186"/>
                </a:lnTo>
                <a:lnTo>
                  <a:pt x="2047664" y="678178"/>
                </a:lnTo>
                <a:lnTo>
                  <a:pt x="2062781" y="721043"/>
                </a:lnTo>
                <a:lnTo>
                  <a:pt x="2076033" y="764734"/>
                </a:lnTo>
                <a:lnTo>
                  <a:pt x="2087375" y="809204"/>
                </a:lnTo>
                <a:lnTo>
                  <a:pt x="2096759" y="854410"/>
                </a:lnTo>
                <a:lnTo>
                  <a:pt x="2104139" y="900303"/>
                </a:lnTo>
                <a:lnTo>
                  <a:pt x="2109468" y="946839"/>
                </a:lnTo>
                <a:lnTo>
                  <a:pt x="2112700" y="993971"/>
                </a:lnTo>
                <a:lnTo>
                  <a:pt x="2113788" y="1041653"/>
                </a:lnTo>
                <a:lnTo>
                  <a:pt x="2112700" y="1089336"/>
                </a:lnTo>
                <a:lnTo>
                  <a:pt x="2109468" y="1136468"/>
                </a:lnTo>
                <a:lnTo>
                  <a:pt x="2104139" y="1183004"/>
                </a:lnTo>
                <a:lnTo>
                  <a:pt x="2096759" y="1228897"/>
                </a:lnTo>
                <a:lnTo>
                  <a:pt x="2087375" y="1274103"/>
                </a:lnTo>
                <a:lnTo>
                  <a:pt x="2076033" y="1318573"/>
                </a:lnTo>
                <a:lnTo>
                  <a:pt x="2062781" y="1362264"/>
                </a:lnTo>
                <a:lnTo>
                  <a:pt x="2047664" y="1405129"/>
                </a:lnTo>
                <a:lnTo>
                  <a:pt x="2030730" y="1447121"/>
                </a:lnTo>
                <a:lnTo>
                  <a:pt x="2012024" y="1488195"/>
                </a:lnTo>
                <a:lnTo>
                  <a:pt x="1991595" y="1528305"/>
                </a:lnTo>
                <a:lnTo>
                  <a:pt x="1969487" y="1567405"/>
                </a:lnTo>
                <a:lnTo>
                  <a:pt x="1945749" y="1605449"/>
                </a:lnTo>
                <a:lnTo>
                  <a:pt x="1920426" y="1642392"/>
                </a:lnTo>
                <a:lnTo>
                  <a:pt x="1893566" y="1678186"/>
                </a:lnTo>
                <a:lnTo>
                  <a:pt x="1865215" y="1712786"/>
                </a:lnTo>
                <a:lnTo>
                  <a:pt x="1835419" y="1746147"/>
                </a:lnTo>
                <a:lnTo>
                  <a:pt x="1804225" y="1778222"/>
                </a:lnTo>
                <a:lnTo>
                  <a:pt x="1771680" y="1808965"/>
                </a:lnTo>
                <a:lnTo>
                  <a:pt x="1737831" y="1838330"/>
                </a:lnTo>
                <a:lnTo>
                  <a:pt x="1702724" y="1866272"/>
                </a:lnTo>
                <a:lnTo>
                  <a:pt x="1666405" y="1892744"/>
                </a:lnTo>
                <a:lnTo>
                  <a:pt x="1628923" y="1917701"/>
                </a:lnTo>
                <a:lnTo>
                  <a:pt x="1590322" y="1941096"/>
                </a:lnTo>
                <a:lnTo>
                  <a:pt x="1550650" y="1962883"/>
                </a:lnTo>
                <a:lnTo>
                  <a:pt x="1509953" y="1983017"/>
                </a:lnTo>
                <a:lnTo>
                  <a:pt x="1468278" y="2001452"/>
                </a:lnTo>
                <a:lnTo>
                  <a:pt x="1425672" y="2018141"/>
                </a:lnTo>
                <a:lnTo>
                  <a:pt x="1382182" y="2033039"/>
                </a:lnTo>
                <a:lnTo>
                  <a:pt x="1337853" y="2046100"/>
                </a:lnTo>
                <a:lnTo>
                  <a:pt x="1292733" y="2057277"/>
                </a:lnTo>
                <a:lnTo>
                  <a:pt x="1246868" y="2066526"/>
                </a:lnTo>
                <a:lnTo>
                  <a:pt x="1200305" y="2073799"/>
                </a:lnTo>
                <a:lnTo>
                  <a:pt x="1153090" y="2079051"/>
                </a:lnTo>
                <a:lnTo>
                  <a:pt x="1105271" y="2082236"/>
                </a:lnTo>
                <a:lnTo>
                  <a:pt x="1056894" y="2083308"/>
                </a:lnTo>
                <a:lnTo>
                  <a:pt x="1008516" y="2082236"/>
                </a:lnTo>
                <a:lnTo>
                  <a:pt x="960697" y="2079051"/>
                </a:lnTo>
                <a:lnTo>
                  <a:pt x="913482" y="2073799"/>
                </a:lnTo>
                <a:lnTo>
                  <a:pt x="866919" y="2066526"/>
                </a:lnTo>
                <a:lnTo>
                  <a:pt x="821054" y="2057277"/>
                </a:lnTo>
                <a:lnTo>
                  <a:pt x="775934" y="2046100"/>
                </a:lnTo>
                <a:lnTo>
                  <a:pt x="731605" y="2033039"/>
                </a:lnTo>
                <a:lnTo>
                  <a:pt x="688115" y="2018141"/>
                </a:lnTo>
                <a:lnTo>
                  <a:pt x="645509" y="2001452"/>
                </a:lnTo>
                <a:lnTo>
                  <a:pt x="603834" y="1983017"/>
                </a:lnTo>
                <a:lnTo>
                  <a:pt x="563137" y="1962883"/>
                </a:lnTo>
                <a:lnTo>
                  <a:pt x="523465" y="1941096"/>
                </a:lnTo>
                <a:lnTo>
                  <a:pt x="484864" y="1917701"/>
                </a:lnTo>
                <a:lnTo>
                  <a:pt x="447382" y="1892744"/>
                </a:lnTo>
                <a:lnTo>
                  <a:pt x="411063" y="1866272"/>
                </a:lnTo>
                <a:lnTo>
                  <a:pt x="375956" y="1838330"/>
                </a:lnTo>
                <a:lnTo>
                  <a:pt x="342107" y="1808965"/>
                </a:lnTo>
                <a:lnTo>
                  <a:pt x="309562" y="1778222"/>
                </a:lnTo>
                <a:lnTo>
                  <a:pt x="278368" y="1746147"/>
                </a:lnTo>
                <a:lnTo>
                  <a:pt x="248572" y="1712786"/>
                </a:lnTo>
                <a:lnTo>
                  <a:pt x="220221" y="1678186"/>
                </a:lnTo>
                <a:lnTo>
                  <a:pt x="193361" y="1642392"/>
                </a:lnTo>
                <a:lnTo>
                  <a:pt x="168038" y="1605449"/>
                </a:lnTo>
                <a:lnTo>
                  <a:pt x="144300" y="1567405"/>
                </a:lnTo>
                <a:lnTo>
                  <a:pt x="122192" y="1528305"/>
                </a:lnTo>
                <a:lnTo>
                  <a:pt x="101763" y="1488195"/>
                </a:lnTo>
                <a:lnTo>
                  <a:pt x="83057" y="1447121"/>
                </a:lnTo>
                <a:lnTo>
                  <a:pt x="66123" y="1405129"/>
                </a:lnTo>
                <a:lnTo>
                  <a:pt x="51006" y="1362264"/>
                </a:lnTo>
                <a:lnTo>
                  <a:pt x="37754" y="1318573"/>
                </a:lnTo>
                <a:lnTo>
                  <a:pt x="26412" y="1274103"/>
                </a:lnTo>
                <a:lnTo>
                  <a:pt x="17028" y="1228897"/>
                </a:lnTo>
                <a:lnTo>
                  <a:pt x="9648" y="1183004"/>
                </a:lnTo>
                <a:lnTo>
                  <a:pt x="4319" y="1136468"/>
                </a:lnTo>
                <a:lnTo>
                  <a:pt x="1087" y="1089336"/>
                </a:lnTo>
                <a:lnTo>
                  <a:pt x="0" y="1041653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52394" y="4152138"/>
            <a:ext cx="414655" cy="256540"/>
          </a:xfrm>
          <a:custGeom>
            <a:avLst/>
            <a:gdLst/>
            <a:ahLst/>
            <a:cxnLst/>
            <a:rect l="l" t="t" r="r" b="b"/>
            <a:pathLst>
              <a:path w="414654" h="256539">
                <a:moveTo>
                  <a:pt x="0" y="256031"/>
                </a:moveTo>
                <a:lnTo>
                  <a:pt x="414528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80766" y="4025646"/>
            <a:ext cx="414655" cy="256540"/>
          </a:xfrm>
          <a:custGeom>
            <a:avLst/>
            <a:gdLst/>
            <a:ahLst/>
            <a:cxnLst/>
            <a:rect l="l" t="t" r="r" b="b"/>
            <a:pathLst>
              <a:path w="414654" h="256539">
                <a:moveTo>
                  <a:pt x="0" y="256031"/>
                </a:moveTo>
                <a:lnTo>
                  <a:pt x="414528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39334" y="2775966"/>
            <a:ext cx="414655" cy="256540"/>
          </a:xfrm>
          <a:custGeom>
            <a:avLst/>
            <a:gdLst/>
            <a:ahLst/>
            <a:cxnLst/>
            <a:rect l="l" t="t" r="r" b="b"/>
            <a:pathLst>
              <a:path w="414654" h="256539">
                <a:moveTo>
                  <a:pt x="0" y="256032"/>
                </a:moveTo>
                <a:lnTo>
                  <a:pt x="414527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266182" y="2649473"/>
            <a:ext cx="416559" cy="256540"/>
          </a:xfrm>
          <a:custGeom>
            <a:avLst/>
            <a:gdLst/>
            <a:ahLst/>
            <a:cxnLst/>
            <a:rect l="l" t="t" r="r" b="b"/>
            <a:pathLst>
              <a:path w="416560" h="256539">
                <a:moveTo>
                  <a:pt x="0" y="256031"/>
                </a:moveTo>
                <a:lnTo>
                  <a:pt x="416051" y="0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95094" y="4164329"/>
            <a:ext cx="1228344" cy="1196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95094" y="4164329"/>
            <a:ext cx="1228725" cy="1196340"/>
          </a:xfrm>
          <a:custGeom>
            <a:avLst/>
            <a:gdLst/>
            <a:ahLst/>
            <a:cxnLst/>
            <a:rect l="l" t="t" r="r" b="b"/>
            <a:pathLst>
              <a:path w="1228725" h="1196339">
                <a:moveTo>
                  <a:pt x="0" y="598170"/>
                </a:moveTo>
                <a:lnTo>
                  <a:pt x="1847" y="551427"/>
                </a:lnTo>
                <a:lnTo>
                  <a:pt x="7299" y="505668"/>
                </a:lnTo>
                <a:lnTo>
                  <a:pt x="16219" y="461025"/>
                </a:lnTo>
                <a:lnTo>
                  <a:pt x="28471" y="417631"/>
                </a:lnTo>
                <a:lnTo>
                  <a:pt x="43917" y="375620"/>
                </a:lnTo>
                <a:lnTo>
                  <a:pt x="62421" y="335124"/>
                </a:lnTo>
                <a:lnTo>
                  <a:pt x="83848" y="296276"/>
                </a:lnTo>
                <a:lnTo>
                  <a:pt x="108060" y="259210"/>
                </a:lnTo>
                <a:lnTo>
                  <a:pt x="134920" y="224059"/>
                </a:lnTo>
                <a:lnTo>
                  <a:pt x="164293" y="190955"/>
                </a:lnTo>
                <a:lnTo>
                  <a:pt x="196042" y="160031"/>
                </a:lnTo>
                <a:lnTo>
                  <a:pt x="230030" y="131421"/>
                </a:lnTo>
                <a:lnTo>
                  <a:pt x="266121" y="105258"/>
                </a:lnTo>
                <a:lnTo>
                  <a:pt x="304179" y="81675"/>
                </a:lnTo>
                <a:lnTo>
                  <a:pt x="344066" y="60804"/>
                </a:lnTo>
                <a:lnTo>
                  <a:pt x="385646" y="42779"/>
                </a:lnTo>
                <a:lnTo>
                  <a:pt x="428784" y="27733"/>
                </a:lnTo>
                <a:lnTo>
                  <a:pt x="473341" y="15799"/>
                </a:lnTo>
                <a:lnTo>
                  <a:pt x="519183" y="7110"/>
                </a:lnTo>
                <a:lnTo>
                  <a:pt x="566172" y="1799"/>
                </a:lnTo>
                <a:lnTo>
                  <a:pt x="614172" y="0"/>
                </a:lnTo>
                <a:lnTo>
                  <a:pt x="662171" y="1799"/>
                </a:lnTo>
                <a:lnTo>
                  <a:pt x="709160" y="7110"/>
                </a:lnTo>
                <a:lnTo>
                  <a:pt x="755002" y="15799"/>
                </a:lnTo>
                <a:lnTo>
                  <a:pt x="799559" y="27733"/>
                </a:lnTo>
                <a:lnTo>
                  <a:pt x="842697" y="42779"/>
                </a:lnTo>
                <a:lnTo>
                  <a:pt x="884277" y="60804"/>
                </a:lnTo>
                <a:lnTo>
                  <a:pt x="924164" y="81675"/>
                </a:lnTo>
                <a:lnTo>
                  <a:pt x="962222" y="105258"/>
                </a:lnTo>
                <a:lnTo>
                  <a:pt x="998313" y="131421"/>
                </a:lnTo>
                <a:lnTo>
                  <a:pt x="1032301" y="160031"/>
                </a:lnTo>
                <a:lnTo>
                  <a:pt x="1064050" y="190955"/>
                </a:lnTo>
                <a:lnTo>
                  <a:pt x="1093423" y="224059"/>
                </a:lnTo>
                <a:lnTo>
                  <a:pt x="1120283" y="259210"/>
                </a:lnTo>
                <a:lnTo>
                  <a:pt x="1144495" y="296276"/>
                </a:lnTo>
                <a:lnTo>
                  <a:pt x="1165922" y="335124"/>
                </a:lnTo>
                <a:lnTo>
                  <a:pt x="1184426" y="375620"/>
                </a:lnTo>
                <a:lnTo>
                  <a:pt x="1199872" y="417631"/>
                </a:lnTo>
                <a:lnTo>
                  <a:pt x="1212124" y="461025"/>
                </a:lnTo>
                <a:lnTo>
                  <a:pt x="1221044" y="505668"/>
                </a:lnTo>
                <a:lnTo>
                  <a:pt x="1226496" y="551427"/>
                </a:lnTo>
                <a:lnTo>
                  <a:pt x="1228344" y="598170"/>
                </a:lnTo>
                <a:lnTo>
                  <a:pt x="1226496" y="644912"/>
                </a:lnTo>
                <a:lnTo>
                  <a:pt x="1221044" y="690671"/>
                </a:lnTo>
                <a:lnTo>
                  <a:pt x="1212124" y="735314"/>
                </a:lnTo>
                <a:lnTo>
                  <a:pt x="1199872" y="778708"/>
                </a:lnTo>
                <a:lnTo>
                  <a:pt x="1184426" y="820719"/>
                </a:lnTo>
                <a:lnTo>
                  <a:pt x="1165922" y="861215"/>
                </a:lnTo>
                <a:lnTo>
                  <a:pt x="1144495" y="900063"/>
                </a:lnTo>
                <a:lnTo>
                  <a:pt x="1120283" y="937129"/>
                </a:lnTo>
                <a:lnTo>
                  <a:pt x="1093423" y="972280"/>
                </a:lnTo>
                <a:lnTo>
                  <a:pt x="1064050" y="1005384"/>
                </a:lnTo>
                <a:lnTo>
                  <a:pt x="1032301" y="1036308"/>
                </a:lnTo>
                <a:lnTo>
                  <a:pt x="998313" y="1064918"/>
                </a:lnTo>
                <a:lnTo>
                  <a:pt x="962222" y="1091081"/>
                </a:lnTo>
                <a:lnTo>
                  <a:pt x="924164" y="1114664"/>
                </a:lnTo>
                <a:lnTo>
                  <a:pt x="884277" y="1135535"/>
                </a:lnTo>
                <a:lnTo>
                  <a:pt x="842697" y="1153560"/>
                </a:lnTo>
                <a:lnTo>
                  <a:pt x="799559" y="1168606"/>
                </a:lnTo>
                <a:lnTo>
                  <a:pt x="755002" y="1180540"/>
                </a:lnTo>
                <a:lnTo>
                  <a:pt x="709160" y="1189229"/>
                </a:lnTo>
                <a:lnTo>
                  <a:pt x="662171" y="1194540"/>
                </a:lnTo>
                <a:lnTo>
                  <a:pt x="614172" y="1196340"/>
                </a:lnTo>
                <a:lnTo>
                  <a:pt x="566172" y="1194540"/>
                </a:lnTo>
                <a:lnTo>
                  <a:pt x="519183" y="1189229"/>
                </a:lnTo>
                <a:lnTo>
                  <a:pt x="473341" y="1180540"/>
                </a:lnTo>
                <a:lnTo>
                  <a:pt x="428784" y="1168606"/>
                </a:lnTo>
                <a:lnTo>
                  <a:pt x="385646" y="1153560"/>
                </a:lnTo>
                <a:lnTo>
                  <a:pt x="344066" y="1135535"/>
                </a:lnTo>
                <a:lnTo>
                  <a:pt x="304179" y="1114664"/>
                </a:lnTo>
                <a:lnTo>
                  <a:pt x="266121" y="1091081"/>
                </a:lnTo>
                <a:lnTo>
                  <a:pt x="230030" y="1064918"/>
                </a:lnTo>
                <a:lnTo>
                  <a:pt x="196042" y="1036308"/>
                </a:lnTo>
                <a:lnTo>
                  <a:pt x="164293" y="1005384"/>
                </a:lnTo>
                <a:lnTo>
                  <a:pt x="134920" y="972280"/>
                </a:lnTo>
                <a:lnTo>
                  <a:pt x="108060" y="937129"/>
                </a:lnTo>
                <a:lnTo>
                  <a:pt x="83848" y="900063"/>
                </a:lnTo>
                <a:lnTo>
                  <a:pt x="62421" y="861215"/>
                </a:lnTo>
                <a:lnTo>
                  <a:pt x="43917" y="820719"/>
                </a:lnTo>
                <a:lnTo>
                  <a:pt x="28471" y="778708"/>
                </a:lnTo>
                <a:lnTo>
                  <a:pt x="16219" y="735314"/>
                </a:lnTo>
                <a:lnTo>
                  <a:pt x="7299" y="690671"/>
                </a:lnTo>
                <a:lnTo>
                  <a:pt x="1847" y="644912"/>
                </a:lnTo>
                <a:lnTo>
                  <a:pt x="0" y="598170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22094" y="4562678"/>
            <a:ext cx="10471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FFFFFF"/>
                </a:solidFill>
                <a:latin typeface="华文新魏"/>
                <a:cs typeface="华文新魏"/>
              </a:rPr>
              <a:t>渐近</a:t>
            </a:r>
            <a:r>
              <a:rPr sz="2000" b="1" dirty="0">
                <a:solidFill>
                  <a:srgbClr val="FFFFFF"/>
                </a:solidFill>
                <a:latin typeface="华文新魏"/>
                <a:cs typeface="华文新魏"/>
              </a:rPr>
              <a:t>明细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08226" y="4065270"/>
            <a:ext cx="1403985" cy="1382395"/>
          </a:xfrm>
          <a:custGeom>
            <a:avLst/>
            <a:gdLst/>
            <a:ahLst/>
            <a:cxnLst/>
            <a:rect l="l" t="t" r="r" b="b"/>
            <a:pathLst>
              <a:path w="1403985" h="1382395">
                <a:moveTo>
                  <a:pt x="0" y="691133"/>
                </a:moveTo>
                <a:lnTo>
                  <a:pt x="1619" y="643807"/>
                </a:lnTo>
                <a:lnTo>
                  <a:pt x="6406" y="597338"/>
                </a:lnTo>
                <a:lnTo>
                  <a:pt x="14257" y="551829"/>
                </a:lnTo>
                <a:lnTo>
                  <a:pt x="25068" y="507382"/>
                </a:lnTo>
                <a:lnTo>
                  <a:pt x="38733" y="464101"/>
                </a:lnTo>
                <a:lnTo>
                  <a:pt x="55149" y="422088"/>
                </a:lnTo>
                <a:lnTo>
                  <a:pt x="74211" y="381446"/>
                </a:lnTo>
                <a:lnTo>
                  <a:pt x="95814" y="342279"/>
                </a:lnTo>
                <a:lnTo>
                  <a:pt x="119854" y="304688"/>
                </a:lnTo>
                <a:lnTo>
                  <a:pt x="146226" y="268777"/>
                </a:lnTo>
                <a:lnTo>
                  <a:pt x="174826" y="234649"/>
                </a:lnTo>
                <a:lnTo>
                  <a:pt x="205549" y="202406"/>
                </a:lnTo>
                <a:lnTo>
                  <a:pt x="238291" y="172151"/>
                </a:lnTo>
                <a:lnTo>
                  <a:pt x="272947" y="143988"/>
                </a:lnTo>
                <a:lnTo>
                  <a:pt x="309413" y="118019"/>
                </a:lnTo>
                <a:lnTo>
                  <a:pt x="347584" y="94346"/>
                </a:lnTo>
                <a:lnTo>
                  <a:pt x="387356" y="73074"/>
                </a:lnTo>
                <a:lnTo>
                  <a:pt x="428625" y="54304"/>
                </a:lnTo>
                <a:lnTo>
                  <a:pt x="471284" y="38139"/>
                </a:lnTo>
                <a:lnTo>
                  <a:pt x="515231" y="24683"/>
                </a:lnTo>
                <a:lnTo>
                  <a:pt x="560361" y="14038"/>
                </a:lnTo>
                <a:lnTo>
                  <a:pt x="606569" y="6308"/>
                </a:lnTo>
                <a:lnTo>
                  <a:pt x="653751" y="1594"/>
                </a:lnTo>
                <a:lnTo>
                  <a:pt x="701801" y="0"/>
                </a:lnTo>
                <a:lnTo>
                  <a:pt x="749852" y="1594"/>
                </a:lnTo>
                <a:lnTo>
                  <a:pt x="797034" y="6308"/>
                </a:lnTo>
                <a:lnTo>
                  <a:pt x="843242" y="14038"/>
                </a:lnTo>
                <a:lnTo>
                  <a:pt x="888372" y="24683"/>
                </a:lnTo>
                <a:lnTo>
                  <a:pt x="932319" y="38139"/>
                </a:lnTo>
                <a:lnTo>
                  <a:pt x="974979" y="54304"/>
                </a:lnTo>
                <a:lnTo>
                  <a:pt x="1016247" y="73074"/>
                </a:lnTo>
                <a:lnTo>
                  <a:pt x="1056019" y="94346"/>
                </a:lnTo>
                <a:lnTo>
                  <a:pt x="1094190" y="118019"/>
                </a:lnTo>
                <a:lnTo>
                  <a:pt x="1130656" y="143988"/>
                </a:lnTo>
                <a:lnTo>
                  <a:pt x="1165312" y="172151"/>
                </a:lnTo>
                <a:lnTo>
                  <a:pt x="1198054" y="202406"/>
                </a:lnTo>
                <a:lnTo>
                  <a:pt x="1228777" y="234649"/>
                </a:lnTo>
                <a:lnTo>
                  <a:pt x="1257377" y="268777"/>
                </a:lnTo>
                <a:lnTo>
                  <a:pt x="1283749" y="304688"/>
                </a:lnTo>
                <a:lnTo>
                  <a:pt x="1307789" y="342279"/>
                </a:lnTo>
                <a:lnTo>
                  <a:pt x="1329392" y="381446"/>
                </a:lnTo>
                <a:lnTo>
                  <a:pt x="1348454" y="422088"/>
                </a:lnTo>
                <a:lnTo>
                  <a:pt x="1364870" y="464101"/>
                </a:lnTo>
                <a:lnTo>
                  <a:pt x="1378535" y="507382"/>
                </a:lnTo>
                <a:lnTo>
                  <a:pt x="1389346" y="551829"/>
                </a:lnTo>
                <a:lnTo>
                  <a:pt x="1397197" y="597338"/>
                </a:lnTo>
                <a:lnTo>
                  <a:pt x="1401984" y="643807"/>
                </a:lnTo>
                <a:lnTo>
                  <a:pt x="1403604" y="691133"/>
                </a:lnTo>
                <a:lnTo>
                  <a:pt x="1401984" y="738460"/>
                </a:lnTo>
                <a:lnTo>
                  <a:pt x="1397197" y="784929"/>
                </a:lnTo>
                <a:lnTo>
                  <a:pt x="1389346" y="830438"/>
                </a:lnTo>
                <a:lnTo>
                  <a:pt x="1378535" y="874885"/>
                </a:lnTo>
                <a:lnTo>
                  <a:pt x="1364870" y="918166"/>
                </a:lnTo>
                <a:lnTo>
                  <a:pt x="1348454" y="960179"/>
                </a:lnTo>
                <a:lnTo>
                  <a:pt x="1329392" y="1000821"/>
                </a:lnTo>
                <a:lnTo>
                  <a:pt x="1307789" y="1039988"/>
                </a:lnTo>
                <a:lnTo>
                  <a:pt x="1283749" y="1077579"/>
                </a:lnTo>
                <a:lnTo>
                  <a:pt x="1257377" y="1113490"/>
                </a:lnTo>
                <a:lnTo>
                  <a:pt x="1228777" y="1147618"/>
                </a:lnTo>
                <a:lnTo>
                  <a:pt x="1198054" y="1179861"/>
                </a:lnTo>
                <a:lnTo>
                  <a:pt x="1165312" y="1210116"/>
                </a:lnTo>
                <a:lnTo>
                  <a:pt x="1130656" y="1238279"/>
                </a:lnTo>
                <a:lnTo>
                  <a:pt x="1094190" y="1264248"/>
                </a:lnTo>
                <a:lnTo>
                  <a:pt x="1056019" y="1287921"/>
                </a:lnTo>
                <a:lnTo>
                  <a:pt x="1016247" y="1309193"/>
                </a:lnTo>
                <a:lnTo>
                  <a:pt x="974979" y="1327963"/>
                </a:lnTo>
                <a:lnTo>
                  <a:pt x="932319" y="1344128"/>
                </a:lnTo>
                <a:lnTo>
                  <a:pt x="888372" y="1357584"/>
                </a:lnTo>
                <a:lnTo>
                  <a:pt x="843242" y="1368229"/>
                </a:lnTo>
                <a:lnTo>
                  <a:pt x="797034" y="1375959"/>
                </a:lnTo>
                <a:lnTo>
                  <a:pt x="749852" y="1380673"/>
                </a:lnTo>
                <a:lnTo>
                  <a:pt x="701801" y="1382267"/>
                </a:lnTo>
                <a:lnTo>
                  <a:pt x="653751" y="1380673"/>
                </a:lnTo>
                <a:lnTo>
                  <a:pt x="606569" y="1375959"/>
                </a:lnTo>
                <a:lnTo>
                  <a:pt x="560361" y="1368229"/>
                </a:lnTo>
                <a:lnTo>
                  <a:pt x="515231" y="1357584"/>
                </a:lnTo>
                <a:lnTo>
                  <a:pt x="471284" y="1344128"/>
                </a:lnTo>
                <a:lnTo>
                  <a:pt x="428625" y="1327963"/>
                </a:lnTo>
                <a:lnTo>
                  <a:pt x="387356" y="1309193"/>
                </a:lnTo>
                <a:lnTo>
                  <a:pt x="347584" y="1287921"/>
                </a:lnTo>
                <a:lnTo>
                  <a:pt x="309413" y="1264248"/>
                </a:lnTo>
                <a:lnTo>
                  <a:pt x="272947" y="1238279"/>
                </a:lnTo>
                <a:lnTo>
                  <a:pt x="238291" y="1210116"/>
                </a:lnTo>
                <a:lnTo>
                  <a:pt x="205549" y="1179861"/>
                </a:lnTo>
                <a:lnTo>
                  <a:pt x="174826" y="1147618"/>
                </a:lnTo>
                <a:lnTo>
                  <a:pt x="146226" y="1113490"/>
                </a:lnTo>
                <a:lnTo>
                  <a:pt x="119854" y="1077579"/>
                </a:lnTo>
                <a:lnTo>
                  <a:pt x="95814" y="1039988"/>
                </a:lnTo>
                <a:lnTo>
                  <a:pt x="74211" y="1000821"/>
                </a:lnTo>
                <a:lnTo>
                  <a:pt x="55149" y="960179"/>
                </a:lnTo>
                <a:lnTo>
                  <a:pt x="38733" y="918166"/>
                </a:lnTo>
                <a:lnTo>
                  <a:pt x="25068" y="874885"/>
                </a:lnTo>
                <a:lnTo>
                  <a:pt x="14257" y="830438"/>
                </a:lnTo>
                <a:lnTo>
                  <a:pt x="6406" y="784929"/>
                </a:lnTo>
                <a:lnTo>
                  <a:pt x="1619" y="738460"/>
                </a:lnTo>
                <a:lnTo>
                  <a:pt x="0" y="691133"/>
                </a:lnTo>
                <a:close/>
              </a:path>
            </a:pathLst>
          </a:custGeom>
          <a:ln w="126491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46326" y="1760982"/>
            <a:ext cx="1226820" cy="11948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6326" y="1760982"/>
            <a:ext cx="1226820" cy="1195070"/>
          </a:xfrm>
          <a:custGeom>
            <a:avLst/>
            <a:gdLst/>
            <a:ahLst/>
            <a:cxnLst/>
            <a:rect l="l" t="t" r="r" b="b"/>
            <a:pathLst>
              <a:path w="1226820" h="1195070">
                <a:moveTo>
                  <a:pt x="0" y="597407"/>
                </a:moveTo>
                <a:lnTo>
                  <a:pt x="1845" y="550720"/>
                </a:lnTo>
                <a:lnTo>
                  <a:pt x="7289" y="505015"/>
                </a:lnTo>
                <a:lnTo>
                  <a:pt x="16197" y="460425"/>
                </a:lnTo>
                <a:lnTo>
                  <a:pt x="28432" y="417084"/>
                </a:lnTo>
                <a:lnTo>
                  <a:pt x="43857" y="375125"/>
                </a:lnTo>
                <a:lnTo>
                  <a:pt x="62337" y="334680"/>
                </a:lnTo>
                <a:lnTo>
                  <a:pt x="83735" y="295881"/>
                </a:lnTo>
                <a:lnTo>
                  <a:pt x="107915" y="258863"/>
                </a:lnTo>
                <a:lnTo>
                  <a:pt x="134740" y="223756"/>
                </a:lnTo>
                <a:lnTo>
                  <a:pt x="164075" y="190696"/>
                </a:lnTo>
                <a:lnTo>
                  <a:pt x="195783" y="159813"/>
                </a:lnTo>
                <a:lnTo>
                  <a:pt x="229728" y="131241"/>
                </a:lnTo>
                <a:lnTo>
                  <a:pt x="265774" y="105113"/>
                </a:lnTo>
                <a:lnTo>
                  <a:pt x="303784" y="81562"/>
                </a:lnTo>
                <a:lnTo>
                  <a:pt x="343622" y="60720"/>
                </a:lnTo>
                <a:lnTo>
                  <a:pt x="385151" y="42720"/>
                </a:lnTo>
                <a:lnTo>
                  <a:pt x="428237" y="27694"/>
                </a:lnTo>
                <a:lnTo>
                  <a:pt x="472742" y="15777"/>
                </a:lnTo>
                <a:lnTo>
                  <a:pt x="518530" y="7100"/>
                </a:lnTo>
                <a:lnTo>
                  <a:pt x="565464" y="1797"/>
                </a:lnTo>
                <a:lnTo>
                  <a:pt x="613410" y="0"/>
                </a:lnTo>
                <a:lnTo>
                  <a:pt x="661355" y="1797"/>
                </a:lnTo>
                <a:lnTo>
                  <a:pt x="708289" y="7100"/>
                </a:lnTo>
                <a:lnTo>
                  <a:pt x="754077" y="15777"/>
                </a:lnTo>
                <a:lnTo>
                  <a:pt x="798582" y="27694"/>
                </a:lnTo>
                <a:lnTo>
                  <a:pt x="841668" y="42720"/>
                </a:lnTo>
                <a:lnTo>
                  <a:pt x="883197" y="60720"/>
                </a:lnTo>
                <a:lnTo>
                  <a:pt x="923036" y="81562"/>
                </a:lnTo>
                <a:lnTo>
                  <a:pt x="961045" y="105113"/>
                </a:lnTo>
                <a:lnTo>
                  <a:pt x="997091" y="131241"/>
                </a:lnTo>
                <a:lnTo>
                  <a:pt x="1031036" y="159813"/>
                </a:lnTo>
                <a:lnTo>
                  <a:pt x="1062744" y="190696"/>
                </a:lnTo>
                <a:lnTo>
                  <a:pt x="1092079" y="223756"/>
                </a:lnTo>
                <a:lnTo>
                  <a:pt x="1118904" y="258863"/>
                </a:lnTo>
                <a:lnTo>
                  <a:pt x="1143084" y="295881"/>
                </a:lnTo>
                <a:lnTo>
                  <a:pt x="1164482" y="334680"/>
                </a:lnTo>
                <a:lnTo>
                  <a:pt x="1182962" y="375125"/>
                </a:lnTo>
                <a:lnTo>
                  <a:pt x="1198387" y="417084"/>
                </a:lnTo>
                <a:lnTo>
                  <a:pt x="1210622" y="460425"/>
                </a:lnTo>
                <a:lnTo>
                  <a:pt x="1219530" y="505015"/>
                </a:lnTo>
                <a:lnTo>
                  <a:pt x="1224974" y="550720"/>
                </a:lnTo>
                <a:lnTo>
                  <a:pt x="1226820" y="597407"/>
                </a:lnTo>
                <a:lnTo>
                  <a:pt x="1224974" y="644095"/>
                </a:lnTo>
                <a:lnTo>
                  <a:pt x="1219530" y="689800"/>
                </a:lnTo>
                <a:lnTo>
                  <a:pt x="1210622" y="734390"/>
                </a:lnTo>
                <a:lnTo>
                  <a:pt x="1198387" y="777731"/>
                </a:lnTo>
                <a:lnTo>
                  <a:pt x="1182962" y="819690"/>
                </a:lnTo>
                <a:lnTo>
                  <a:pt x="1164482" y="860135"/>
                </a:lnTo>
                <a:lnTo>
                  <a:pt x="1143084" y="898934"/>
                </a:lnTo>
                <a:lnTo>
                  <a:pt x="1118904" y="935952"/>
                </a:lnTo>
                <a:lnTo>
                  <a:pt x="1092079" y="971059"/>
                </a:lnTo>
                <a:lnTo>
                  <a:pt x="1062744" y="1004119"/>
                </a:lnTo>
                <a:lnTo>
                  <a:pt x="1031036" y="1035002"/>
                </a:lnTo>
                <a:lnTo>
                  <a:pt x="997091" y="1063574"/>
                </a:lnTo>
                <a:lnTo>
                  <a:pt x="961045" y="1089702"/>
                </a:lnTo>
                <a:lnTo>
                  <a:pt x="923036" y="1113253"/>
                </a:lnTo>
                <a:lnTo>
                  <a:pt x="883197" y="1134095"/>
                </a:lnTo>
                <a:lnTo>
                  <a:pt x="841668" y="1152095"/>
                </a:lnTo>
                <a:lnTo>
                  <a:pt x="798582" y="1167121"/>
                </a:lnTo>
                <a:lnTo>
                  <a:pt x="754077" y="1179038"/>
                </a:lnTo>
                <a:lnTo>
                  <a:pt x="708289" y="1187715"/>
                </a:lnTo>
                <a:lnTo>
                  <a:pt x="661355" y="1193018"/>
                </a:lnTo>
                <a:lnTo>
                  <a:pt x="613410" y="1194815"/>
                </a:lnTo>
                <a:lnTo>
                  <a:pt x="565464" y="1193018"/>
                </a:lnTo>
                <a:lnTo>
                  <a:pt x="518530" y="1187715"/>
                </a:lnTo>
                <a:lnTo>
                  <a:pt x="472742" y="1179038"/>
                </a:lnTo>
                <a:lnTo>
                  <a:pt x="428237" y="1167121"/>
                </a:lnTo>
                <a:lnTo>
                  <a:pt x="385151" y="1152095"/>
                </a:lnTo>
                <a:lnTo>
                  <a:pt x="343622" y="1134095"/>
                </a:lnTo>
                <a:lnTo>
                  <a:pt x="303783" y="1113253"/>
                </a:lnTo>
                <a:lnTo>
                  <a:pt x="265774" y="1089702"/>
                </a:lnTo>
                <a:lnTo>
                  <a:pt x="229728" y="1063574"/>
                </a:lnTo>
                <a:lnTo>
                  <a:pt x="195783" y="1035002"/>
                </a:lnTo>
                <a:lnTo>
                  <a:pt x="164075" y="1004119"/>
                </a:lnTo>
                <a:lnTo>
                  <a:pt x="134740" y="971059"/>
                </a:lnTo>
                <a:lnTo>
                  <a:pt x="107915" y="935952"/>
                </a:lnTo>
                <a:lnTo>
                  <a:pt x="83735" y="898934"/>
                </a:lnTo>
                <a:lnTo>
                  <a:pt x="62337" y="860135"/>
                </a:lnTo>
                <a:lnTo>
                  <a:pt x="43857" y="819690"/>
                </a:lnTo>
                <a:lnTo>
                  <a:pt x="28432" y="777731"/>
                </a:lnTo>
                <a:lnTo>
                  <a:pt x="16197" y="734390"/>
                </a:lnTo>
                <a:lnTo>
                  <a:pt x="7289" y="689800"/>
                </a:lnTo>
                <a:lnTo>
                  <a:pt x="1845" y="644095"/>
                </a:lnTo>
                <a:lnTo>
                  <a:pt x="0" y="597407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24939" y="2165095"/>
            <a:ext cx="10464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solidFill>
                  <a:srgbClr val="FFFFFF"/>
                </a:solidFill>
                <a:latin typeface="华文新魏"/>
                <a:cs typeface="华文新魏"/>
              </a:rPr>
              <a:t>逻辑</a:t>
            </a:r>
            <a:r>
              <a:rPr sz="2000" b="1" dirty="0">
                <a:solidFill>
                  <a:srgbClr val="FFFFFF"/>
                </a:solidFill>
                <a:latin typeface="华文新魏"/>
                <a:cs typeface="华文新魏"/>
              </a:rPr>
              <a:t>实体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757933" y="1661922"/>
            <a:ext cx="1405255" cy="1381125"/>
          </a:xfrm>
          <a:custGeom>
            <a:avLst/>
            <a:gdLst/>
            <a:ahLst/>
            <a:cxnLst/>
            <a:rect l="l" t="t" r="r" b="b"/>
            <a:pathLst>
              <a:path w="1405255" h="1381125">
                <a:moveTo>
                  <a:pt x="0" y="690372"/>
                </a:moveTo>
                <a:lnTo>
                  <a:pt x="1620" y="643108"/>
                </a:lnTo>
                <a:lnTo>
                  <a:pt x="6414" y="596698"/>
                </a:lnTo>
                <a:lnTo>
                  <a:pt x="14274" y="551245"/>
                </a:lnTo>
                <a:lnTo>
                  <a:pt x="25098" y="506853"/>
                </a:lnTo>
                <a:lnTo>
                  <a:pt x="38780" y="463623"/>
                </a:lnTo>
                <a:lnTo>
                  <a:pt x="55215" y="421659"/>
                </a:lnTo>
                <a:lnTo>
                  <a:pt x="74299" y="381064"/>
                </a:lnTo>
                <a:lnTo>
                  <a:pt x="95927" y="341940"/>
                </a:lnTo>
                <a:lnTo>
                  <a:pt x="119994" y="304390"/>
                </a:lnTo>
                <a:lnTo>
                  <a:pt x="146397" y="268518"/>
                </a:lnTo>
                <a:lnTo>
                  <a:pt x="175029" y="234425"/>
                </a:lnTo>
                <a:lnTo>
                  <a:pt x="205787" y="202215"/>
                </a:lnTo>
                <a:lnTo>
                  <a:pt x="238566" y="171991"/>
                </a:lnTo>
                <a:lnTo>
                  <a:pt x="273261" y="143856"/>
                </a:lnTo>
                <a:lnTo>
                  <a:pt x="309767" y="117912"/>
                </a:lnTo>
                <a:lnTo>
                  <a:pt x="347980" y="94262"/>
                </a:lnTo>
                <a:lnTo>
                  <a:pt x="387794" y="73009"/>
                </a:lnTo>
                <a:lnTo>
                  <a:pt x="429107" y="54256"/>
                </a:lnTo>
                <a:lnTo>
                  <a:pt x="471812" y="38106"/>
                </a:lnTo>
                <a:lnTo>
                  <a:pt x="515805" y="24662"/>
                </a:lnTo>
                <a:lnTo>
                  <a:pt x="560981" y="14027"/>
                </a:lnTo>
                <a:lnTo>
                  <a:pt x="607236" y="6302"/>
                </a:lnTo>
                <a:lnTo>
                  <a:pt x="654465" y="1592"/>
                </a:lnTo>
                <a:lnTo>
                  <a:pt x="702564" y="0"/>
                </a:lnTo>
                <a:lnTo>
                  <a:pt x="750662" y="1592"/>
                </a:lnTo>
                <a:lnTo>
                  <a:pt x="797891" y="6302"/>
                </a:lnTo>
                <a:lnTo>
                  <a:pt x="844146" y="14027"/>
                </a:lnTo>
                <a:lnTo>
                  <a:pt x="889322" y="24662"/>
                </a:lnTo>
                <a:lnTo>
                  <a:pt x="933315" y="38106"/>
                </a:lnTo>
                <a:lnTo>
                  <a:pt x="976020" y="54256"/>
                </a:lnTo>
                <a:lnTo>
                  <a:pt x="1017333" y="73009"/>
                </a:lnTo>
                <a:lnTo>
                  <a:pt x="1057147" y="94262"/>
                </a:lnTo>
                <a:lnTo>
                  <a:pt x="1095360" y="117912"/>
                </a:lnTo>
                <a:lnTo>
                  <a:pt x="1131866" y="143856"/>
                </a:lnTo>
                <a:lnTo>
                  <a:pt x="1166561" y="171991"/>
                </a:lnTo>
                <a:lnTo>
                  <a:pt x="1199340" y="202215"/>
                </a:lnTo>
                <a:lnTo>
                  <a:pt x="1230098" y="234425"/>
                </a:lnTo>
                <a:lnTo>
                  <a:pt x="1258730" y="268518"/>
                </a:lnTo>
                <a:lnTo>
                  <a:pt x="1285133" y="304390"/>
                </a:lnTo>
                <a:lnTo>
                  <a:pt x="1309200" y="341940"/>
                </a:lnTo>
                <a:lnTo>
                  <a:pt x="1330828" y="381064"/>
                </a:lnTo>
                <a:lnTo>
                  <a:pt x="1349912" y="421659"/>
                </a:lnTo>
                <a:lnTo>
                  <a:pt x="1366347" y="463623"/>
                </a:lnTo>
                <a:lnTo>
                  <a:pt x="1380029" y="506853"/>
                </a:lnTo>
                <a:lnTo>
                  <a:pt x="1390853" y="551245"/>
                </a:lnTo>
                <a:lnTo>
                  <a:pt x="1398713" y="596698"/>
                </a:lnTo>
                <a:lnTo>
                  <a:pt x="1403507" y="643108"/>
                </a:lnTo>
                <a:lnTo>
                  <a:pt x="1405128" y="690372"/>
                </a:lnTo>
                <a:lnTo>
                  <a:pt x="1403507" y="737635"/>
                </a:lnTo>
                <a:lnTo>
                  <a:pt x="1398713" y="784045"/>
                </a:lnTo>
                <a:lnTo>
                  <a:pt x="1390853" y="829498"/>
                </a:lnTo>
                <a:lnTo>
                  <a:pt x="1380029" y="873890"/>
                </a:lnTo>
                <a:lnTo>
                  <a:pt x="1366347" y="917120"/>
                </a:lnTo>
                <a:lnTo>
                  <a:pt x="1349912" y="959084"/>
                </a:lnTo>
                <a:lnTo>
                  <a:pt x="1330828" y="999679"/>
                </a:lnTo>
                <a:lnTo>
                  <a:pt x="1309200" y="1038803"/>
                </a:lnTo>
                <a:lnTo>
                  <a:pt x="1285133" y="1076353"/>
                </a:lnTo>
                <a:lnTo>
                  <a:pt x="1258730" y="1112225"/>
                </a:lnTo>
                <a:lnTo>
                  <a:pt x="1230098" y="1146318"/>
                </a:lnTo>
                <a:lnTo>
                  <a:pt x="1199340" y="1178528"/>
                </a:lnTo>
                <a:lnTo>
                  <a:pt x="1166561" y="1208752"/>
                </a:lnTo>
                <a:lnTo>
                  <a:pt x="1131866" y="1236887"/>
                </a:lnTo>
                <a:lnTo>
                  <a:pt x="1095360" y="1262831"/>
                </a:lnTo>
                <a:lnTo>
                  <a:pt x="1057148" y="1286481"/>
                </a:lnTo>
                <a:lnTo>
                  <a:pt x="1017333" y="1307734"/>
                </a:lnTo>
                <a:lnTo>
                  <a:pt x="976020" y="1326487"/>
                </a:lnTo>
                <a:lnTo>
                  <a:pt x="933315" y="1342637"/>
                </a:lnTo>
                <a:lnTo>
                  <a:pt x="889322" y="1356081"/>
                </a:lnTo>
                <a:lnTo>
                  <a:pt x="844146" y="1366716"/>
                </a:lnTo>
                <a:lnTo>
                  <a:pt x="797891" y="1374441"/>
                </a:lnTo>
                <a:lnTo>
                  <a:pt x="750662" y="1379151"/>
                </a:lnTo>
                <a:lnTo>
                  <a:pt x="702564" y="1380743"/>
                </a:lnTo>
                <a:lnTo>
                  <a:pt x="654465" y="1379151"/>
                </a:lnTo>
                <a:lnTo>
                  <a:pt x="607236" y="1374441"/>
                </a:lnTo>
                <a:lnTo>
                  <a:pt x="560981" y="1366716"/>
                </a:lnTo>
                <a:lnTo>
                  <a:pt x="515805" y="1356081"/>
                </a:lnTo>
                <a:lnTo>
                  <a:pt x="471812" y="1342637"/>
                </a:lnTo>
                <a:lnTo>
                  <a:pt x="429107" y="1326487"/>
                </a:lnTo>
                <a:lnTo>
                  <a:pt x="387794" y="1307734"/>
                </a:lnTo>
                <a:lnTo>
                  <a:pt x="347980" y="1286481"/>
                </a:lnTo>
                <a:lnTo>
                  <a:pt x="309767" y="1262831"/>
                </a:lnTo>
                <a:lnTo>
                  <a:pt x="273261" y="1236887"/>
                </a:lnTo>
                <a:lnTo>
                  <a:pt x="238566" y="1208752"/>
                </a:lnTo>
                <a:lnTo>
                  <a:pt x="205787" y="1178528"/>
                </a:lnTo>
                <a:lnTo>
                  <a:pt x="175029" y="1146318"/>
                </a:lnTo>
                <a:lnTo>
                  <a:pt x="146397" y="1112225"/>
                </a:lnTo>
                <a:lnTo>
                  <a:pt x="119994" y="1076353"/>
                </a:lnTo>
                <a:lnTo>
                  <a:pt x="95927" y="1038803"/>
                </a:lnTo>
                <a:lnTo>
                  <a:pt x="74299" y="999679"/>
                </a:lnTo>
                <a:lnTo>
                  <a:pt x="55215" y="959084"/>
                </a:lnTo>
                <a:lnTo>
                  <a:pt x="38780" y="917120"/>
                </a:lnTo>
                <a:lnTo>
                  <a:pt x="25098" y="873890"/>
                </a:lnTo>
                <a:lnTo>
                  <a:pt x="14274" y="829498"/>
                </a:lnTo>
                <a:lnTo>
                  <a:pt x="6414" y="784045"/>
                </a:lnTo>
                <a:lnTo>
                  <a:pt x="1620" y="737635"/>
                </a:lnTo>
                <a:lnTo>
                  <a:pt x="0" y="690372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56382" y="2686050"/>
            <a:ext cx="478790" cy="288290"/>
          </a:xfrm>
          <a:custGeom>
            <a:avLst/>
            <a:gdLst/>
            <a:ahLst/>
            <a:cxnLst/>
            <a:rect l="l" t="t" r="r" b="b"/>
            <a:pathLst>
              <a:path w="478789" h="288289">
                <a:moveTo>
                  <a:pt x="0" y="0"/>
                </a:moveTo>
                <a:lnTo>
                  <a:pt x="478535" y="288036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983229" y="2806445"/>
            <a:ext cx="480059" cy="288290"/>
          </a:xfrm>
          <a:custGeom>
            <a:avLst/>
            <a:gdLst/>
            <a:ahLst/>
            <a:cxnLst/>
            <a:rect l="l" t="t" r="r" b="b"/>
            <a:pathLst>
              <a:path w="480060" h="288289">
                <a:moveTo>
                  <a:pt x="0" y="0"/>
                </a:moveTo>
                <a:lnTo>
                  <a:pt x="480059" y="288036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85282" y="1760982"/>
            <a:ext cx="1225295" cy="1196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85282" y="1760982"/>
            <a:ext cx="1225550" cy="1196340"/>
          </a:xfrm>
          <a:custGeom>
            <a:avLst/>
            <a:gdLst/>
            <a:ahLst/>
            <a:cxnLst/>
            <a:rect l="l" t="t" r="r" b="b"/>
            <a:pathLst>
              <a:path w="1225550" h="1196339">
                <a:moveTo>
                  <a:pt x="0" y="598169"/>
                </a:moveTo>
                <a:lnTo>
                  <a:pt x="1843" y="551427"/>
                </a:lnTo>
                <a:lnTo>
                  <a:pt x="7282" y="505668"/>
                </a:lnTo>
                <a:lnTo>
                  <a:pt x="16181" y="461025"/>
                </a:lnTo>
                <a:lnTo>
                  <a:pt x="28404" y="417631"/>
                </a:lnTo>
                <a:lnTo>
                  <a:pt x="43814" y="375620"/>
                </a:lnTo>
                <a:lnTo>
                  <a:pt x="62275" y="335124"/>
                </a:lnTo>
                <a:lnTo>
                  <a:pt x="83650" y="296276"/>
                </a:lnTo>
                <a:lnTo>
                  <a:pt x="107804" y="259210"/>
                </a:lnTo>
                <a:lnTo>
                  <a:pt x="134600" y="224059"/>
                </a:lnTo>
                <a:lnTo>
                  <a:pt x="163902" y="190955"/>
                </a:lnTo>
                <a:lnTo>
                  <a:pt x="195574" y="160031"/>
                </a:lnTo>
                <a:lnTo>
                  <a:pt x="229479" y="131421"/>
                </a:lnTo>
                <a:lnTo>
                  <a:pt x="265482" y="105258"/>
                </a:lnTo>
                <a:lnTo>
                  <a:pt x="303445" y="81675"/>
                </a:lnTo>
                <a:lnTo>
                  <a:pt x="343233" y="60804"/>
                </a:lnTo>
                <a:lnTo>
                  <a:pt x="384709" y="42779"/>
                </a:lnTo>
                <a:lnTo>
                  <a:pt x="427737" y="27733"/>
                </a:lnTo>
                <a:lnTo>
                  <a:pt x="472182" y="15799"/>
                </a:lnTo>
                <a:lnTo>
                  <a:pt x="517906" y="7110"/>
                </a:lnTo>
                <a:lnTo>
                  <a:pt x="564773" y="1799"/>
                </a:lnTo>
                <a:lnTo>
                  <a:pt x="612647" y="0"/>
                </a:lnTo>
                <a:lnTo>
                  <a:pt x="660522" y="1799"/>
                </a:lnTo>
                <a:lnTo>
                  <a:pt x="707389" y="7110"/>
                </a:lnTo>
                <a:lnTo>
                  <a:pt x="753113" y="15799"/>
                </a:lnTo>
                <a:lnTo>
                  <a:pt x="797558" y="27733"/>
                </a:lnTo>
                <a:lnTo>
                  <a:pt x="840586" y="42779"/>
                </a:lnTo>
                <a:lnTo>
                  <a:pt x="882062" y="60804"/>
                </a:lnTo>
                <a:lnTo>
                  <a:pt x="921850" y="81675"/>
                </a:lnTo>
                <a:lnTo>
                  <a:pt x="959813" y="105258"/>
                </a:lnTo>
                <a:lnTo>
                  <a:pt x="995816" y="131421"/>
                </a:lnTo>
                <a:lnTo>
                  <a:pt x="1029721" y="160031"/>
                </a:lnTo>
                <a:lnTo>
                  <a:pt x="1061393" y="190955"/>
                </a:lnTo>
                <a:lnTo>
                  <a:pt x="1090695" y="224059"/>
                </a:lnTo>
                <a:lnTo>
                  <a:pt x="1117491" y="259210"/>
                </a:lnTo>
                <a:lnTo>
                  <a:pt x="1141645" y="296276"/>
                </a:lnTo>
                <a:lnTo>
                  <a:pt x="1163020" y="335124"/>
                </a:lnTo>
                <a:lnTo>
                  <a:pt x="1181481" y="375620"/>
                </a:lnTo>
                <a:lnTo>
                  <a:pt x="1196891" y="417631"/>
                </a:lnTo>
                <a:lnTo>
                  <a:pt x="1209114" y="461025"/>
                </a:lnTo>
                <a:lnTo>
                  <a:pt x="1218013" y="505668"/>
                </a:lnTo>
                <a:lnTo>
                  <a:pt x="1223452" y="551427"/>
                </a:lnTo>
                <a:lnTo>
                  <a:pt x="1225295" y="598169"/>
                </a:lnTo>
                <a:lnTo>
                  <a:pt x="1223452" y="644912"/>
                </a:lnTo>
                <a:lnTo>
                  <a:pt x="1218013" y="690671"/>
                </a:lnTo>
                <a:lnTo>
                  <a:pt x="1209114" y="735314"/>
                </a:lnTo>
                <a:lnTo>
                  <a:pt x="1196891" y="778708"/>
                </a:lnTo>
                <a:lnTo>
                  <a:pt x="1181481" y="820719"/>
                </a:lnTo>
                <a:lnTo>
                  <a:pt x="1163020" y="861215"/>
                </a:lnTo>
                <a:lnTo>
                  <a:pt x="1141645" y="900063"/>
                </a:lnTo>
                <a:lnTo>
                  <a:pt x="1117491" y="937129"/>
                </a:lnTo>
                <a:lnTo>
                  <a:pt x="1090695" y="972280"/>
                </a:lnTo>
                <a:lnTo>
                  <a:pt x="1061393" y="1005384"/>
                </a:lnTo>
                <a:lnTo>
                  <a:pt x="1029721" y="1036308"/>
                </a:lnTo>
                <a:lnTo>
                  <a:pt x="995816" y="1064918"/>
                </a:lnTo>
                <a:lnTo>
                  <a:pt x="959813" y="1091081"/>
                </a:lnTo>
                <a:lnTo>
                  <a:pt x="921850" y="1114664"/>
                </a:lnTo>
                <a:lnTo>
                  <a:pt x="882062" y="1135535"/>
                </a:lnTo>
                <a:lnTo>
                  <a:pt x="840586" y="1153560"/>
                </a:lnTo>
                <a:lnTo>
                  <a:pt x="797558" y="1168606"/>
                </a:lnTo>
                <a:lnTo>
                  <a:pt x="753113" y="1180540"/>
                </a:lnTo>
                <a:lnTo>
                  <a:pt x="707389" y="1189229"/>
                </a:lnTo>
                <a:lnTo>
                  <a:pt x="660522" y="1194540"/>
                </a:lnTo>
                <a:lnTo>
                  <a:pt x="612647" y="1196339"/>
                </a:lnTo>
                <a:lnTo>
                  <a:pt x="564773" y="1194540"/>
                </a:lnTo>
                <a:lnTo>
                  <a:pt x="517906" y="1189229"/>
                </a:lnTo>
                <a:lnTo>
                  <a:pt x="472182" y="1180540"/>
                </a:lnTo>
                <a:lnTo>
                  <a:pt x="427737" y="1168606"/>
                </a:lnTo>
                <a:lnTo>
                  <a:pt x="384709" y="1153560"/>
                </a:lnTo>
                <a:lnTo>
                  <a:pt x="343233" y="1135535"/>
                </a:lnTo>
                <a:lnTo>
                  <a:pt x="303445" y="1114664"/>
                </a:lnTo>
                <a:lnTo>
                  <a:pt x="265482" y="1091081"/>
                </a:lnTo>
                <a:lnTo>
                  <a:pt x="229479" y="1064918"/>
                </a:lnTo>
                <a:lnTo>
                  <a:pt x="195574" y="1036308"/>
                </a:lnTo>
                <a:lnTo>
                  <a:pt x="163902" y="1005384"/>
                </a:lnTo>
                <a:lnTo>
                  <a:pt x="134600" y="972280"/>
                </a:lnTo>
                <a:lnTo>
                  <a:pt x="107804" y="937129"/>
                </a:lnTo>
                <a:lnTo>
                  <a:pt x="83650" y="900063"/>
                </a:lnTo>
                <a:lnTo>
                  <a:pt x="62275" y="861215"/>
                </a:lnTo>
                <a:lnTo>
                  <a:pt x="43814" y="820719"/>
                </a:lnTo>
                <a:lnTo>
                  <a:pt x="28404" y="778708"/>
                </a:lnTo>
                <a:lnTo>
                  <a:pt x="16181" y="735314"/>
                </a:lnTo>
                <a:lnTo>
                  <a:pt x="7282" y="690671"/>
                </a:lnTo>
                <a:lnTo>
                  <a:pt x="1843" y="644912"/>
                </a:lnTo>
                <a:lnTo>
                  <a:pt x="0" y="598169"/>
                </a:lnTo>
                <a:close/>
              </a:path>
            </a:pathLst>
          </a:custGeom>
          <a:ln w="38100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783326" y="2057781"/>
            <a:ext cx="10464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335" marR="5080" indent="-128270">
              <a:lnSpc>
                <a:spcPct val="100000"/>
              </a:lnSpc>
              <a:spcBef>
                <a:spcPts val="105"/>
              </a:spcBef>
            </a:pPr>
            <a:r>
              <a:rPr sz="2000" b="1" spc="10" dirty="0">
                <a:solidFill>
                  <a:srgbClr val="FFFFFF"/>
                </a:solidFill>
                <a:latin typeface="华文新魏"/>
                <a:cs typeface="华文新魏"/>
              </a:rPr>
              <a:t>相互</a:t>
            </a:r>
            <a:r>
              <a:rPr sz="2000" b="1" dirty="0">
                <a:solidFill>
                  <a:srgbClr val="FFFFFF"/>
                </a:solidFill>
                <a:latin typeface="华文新魏"/>
                <a:cs typeface="华文新魏"/>
              </a:rPr>
              <a:t>作用 </a:t>
            </a:r>
            <a:r>
              <a:rPr sz="2000" b="1" spc="10" dirty="0">
                <a:solidFill>
                  <a:srgbClr val="FFFFFF"/>
                </a:solidFill>
                <a:latin typeface="华文新魏"/>
                <a:cs typeface="华文新魏"/>
              </a:rPr>
              <a:t>的系统</a:t>
            </a:r>
            <a:endParaRPr sz="2000">
              <a:latin typeface="华文新魏"/>
              <a:cs typeface="华文新魏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596890" y="1661922"/>
            <a:ext cx="1403985" cy="1381125"/>
          </a:xfrm>
          <a:custGeom>
            <a:avLst/>
            <a:gdLst/>
            <a:ahLst/>
            <a:cxnLst/>
            <a:rect l="l" t="t" r="r" b="b"/>
            <a:pathLst>
              <a:path w="1403984" h="1381125">
                <a:moveTo>
                  <a:pt x="0" y="690372"/>
                </a:moveTo>
                <a:lnTo>
                  <a:pt x="1619" y="643108"/>
                </a:lnTo>
                <a:lnTo>
                  <a:pt x="6406" y="596698"/>
                </a:lnTo>
                <a:lnTo>
                  <a:pt x="14257" y="551245"/>
                </a:lnTo>
                <a:lnTo>
                  <a:pt x="25068" y="506853"/>
                </a:lnTo>
                <a:lnTo>
                  <a:pt x="38733" y="463623"/>
                </a:lnTo>
                <a:lnTo>
                  <a:pt x="55149" y="421659"/>
                </a:lnTo>
                <a:lnTo>
                  <a:pt x="74211" y="381064"/>
                </a:lnTo>
                <a:lnTo>
                  <a:pt x="95814" y="341940"/>
                </a:lnTo>
                <a:lnTo>
                  <a:pt x="119854" y="304390"/>
                </a:lnTo>
                <a:lnTo>
                  <a:pt x="146226" y="268518"/>
                </a:lnTo>
                <a:lnTo>
                  <a:pt x="174826" y="234425"/>
                </a:lnTo>
                <a:lnTo>
                  <a:pt x="205549" y="202215"/>
                </a:lnTo>
                <a:lnTo>
                  <a:pt x="238291" y="171991"/>
                </a:lnTo>
                <a:lnTo>
                  <a:pt x="272947" y="143856"/>
                </a:lnTo>
                <a:lnTo>
                  <a:pt x="309413" y="117912"/>
                </a:lnTo>
                <a:lnTo>
                  <a:pt x="347584" y="94262"/>
                </a:lnTo>
                <a:lnTo>
                  <a:pt x="387356" y="73009"/>
                </a:lnTo>
                <a:lnTo>
                  <a:pt x="428624" y="54256"/>
                </a:lnTo>
                <a:lnTo>
                  <a:pt x="471284" y="38106"/>
                </a:lnTo>
                <a:lnTo>
                  <a:pt x="515231" y="24662"/>
                </a:lnTo>
                <a:lnTo>
                  <a:pt x="560361" y="14027"/>
                </a:lnTo>
                <a:lnTo>
                  <a:pt x="606569" y="6302"/>
                </a:lnTo>
                <a:lnTo>
                  <a:pt x="653751" y="1592"/>
                </a:lnTo>
                <a:lnTo>
                  <a:pt x="701801" y="0"/>
                </a:lnTo>
                <a:lnTo>
                  <a:pt x="749852" y="1592"/>
                </a:lnTo>
                <a:lnTo>
                  <a:pt x="797034" y="6302"/>
                </a:lnTo>
                <a:lnTo>
                  <a:pt x="843242" y="14027"/>
                </a:lnTo>
                <a:lnTo>
                  <a:pt x="888372" y="24662"/>
                </a:lnTo>
                <a:lnTo>
                  <a:pt x="932319" y="38106"/>
                </a:lnTo>
                <a:lnTo>
                  <a:pt x="974979" y="54256"/>
                </a:lnTo>
                <a:lnTo>
                  <a:pt x="1016247" y="73009"/>
                </a:lnTo>
                <a:lnTo>
                  <a:pt x="1056019" y="94262"/>
                </a:lnTo>
                <a:lnTo>
                  <a:pt x="1094190" y="117912"/>
                </a:lnTo>
                <a:lnTo>
                  <a:pt x="1130656" y="143856"/>
                </a:lnTo>
                <a:lnTo>
                  <a:pt x="1165312" y="171991"/>
                </a:lnTo>
                <a:lnTo>
                  <a:pt x="1198054" y="202215"/>
                </a:lnTo>
                <a:lnTo>
                  <a:pt x="1228777" y="234425"/>
                </a:lnTo>
                <a:lnTo>
                  <a:pt x="1257377" y="268518"/>
                </a:lnTo>
                <a:lnTo>
                  <a:pt x="1283749" y="304390"/>
                </a:lnTo>
                <a:lnTo>
                  <a:pt x="1307789" y="341940"/>
                </a:lnTo>
                <a:lnTo>
                  <a:pt x="1329392" y="381064"/>
                </a:lnTo>
                <a:lnTo>
                  <a:pt x="1348454" y="421659"/>
                </a:lnTo>
                <a:lnTo>
                  <a:pt x="1364870" y="463623"/>
                </a:lnTo>
                <a:lnTo>
                  <a:pt x="1378535" y="506853"/>
                </a:lnTo>
                <a:lnTo>
                  <a:pt x="1389346" y="551245"/>
                </a:lnTo>
                <a:lnTo>
                  <a:pt x="1397197" y="596698"/>
                </a:lnTo>
                <a:lnTo>
                  <a:pt x="1401984" y="643108"/>
                </a:lnTo>
                <a:lnTo>
                  <a:pt x="1403604" y="690372"/>
                </a:lnTo>
                <a:lnTo>
                  <a:pt x="1401984" y="737635"/>
                </a:lnTo>
                <a:lnTo>
                  <a:pt x="1397197" y="784045"/>
                </a:lnTo>
                <a:lnTo>
                  <a:pt x="1389346" y="829498"/>
                </a:lnTo>
                <a:lnTo>
                  <a:pt x="1378535" y="873890"/>
                </a:lnTo>
                <a:lnTo>
                  <a:pt x="1364870" y="917120"/>
                </a:lnTo>
                <a:lnTo>
                  <a:pt x="1348454" y="959084"/>
                </a:lnTo>
                <a:lnTo>
                  <a:pt x="1329392" y="999679"/>
                </a:lnTo>
                <a:lnTo>
                  <a:pt x="1307789" y="1038803"/>
                </a:lnTo>
                <a:lnTo>
                  <a:pt x="1283749" y="1076353"/>
                </a:lnTo>
                <a:lnTo>
                  <a:pt x="1257377" y="1112225"/>
                </a:lnTo>
                <a:lnTo>
                  <a:pt x="1228777" y="1146318"/>
                </a:lnTo>
                <a:lnTo>
                  <a:pt x="1198054" y="1178528"/>
                </a:lnTo>
                <a:lnTo>
                  <a:pt x="1165312" y="1208752"/>
                </a:lnTo>
                <a:lnTo>
                  <a:pt x="1130656" y="1236887"/>
                </a:lnTo>
                <a:lnTo>
                  <a:pt x="1094190" y="1262831"/>
                </a:lnTo>
                <a:lnTo>
                  <a:pt x="1056019" y="1286481"/>
                </a:lnTo>
                <a:lnTo>
                  <a:pt x="1016247" y="1307734"/>
                </a:lnTo>
                <a:lnTo>
                  <a:pt x="974978" y="1326487"/>
                </a:lnTo>
                <a:lnTo>
                  <a:pt x="932319" y="1342637"/>
                </a:lnTo>
                <a:lnTo>
                  <a:pt x="888372" y="1356081"/>
                </a:lnTo>
                <a:lnTo>
                  <a:pt x="843242" y="1366716"/>
                </a:lnTo>
                <a:lnTo>
                  <a:pt x="797034" y="1374441"/>
                </a:lnTo>
                <a:lnTo>
                  <a:pt x="749852" y="1379151"/>
                </a:lnTo>
                <a:lnTo>
                  <a:pt x="701801" y="1380743"/>
                </a:lnTo>
                <a:lnTo>
                  <a:pt x="653751" y="1379151"/>
                </a:lnTo>
                <a:lnTo>
                  <a:pt x="606569" y="1374441"/>
                </a:lnTo>
                <a:lnTo>
                  <a:pt x="560361" y="1366716"/>
                </a:lnTo>
                <a:lnTo>
                  <a:pt x="515231" y="1356081"/>
                </a:lnTo>
                <a:lnTo>
                  <a:pt x="471284" y="1342637"/>
                </a:lnTo>
                <a:lnTo>
                  <a:pt x="428625" y="1326487"/>
                </a:lnTo>
                <a:lnTo>
                  <a:pt x="387356" y="1307734"/>
                </a:lnTo>
                <a:lnTo>
                  <a:pt x="347584" y="1286481"/>
                </a:lnTo>
                <a:lnTo>
                  <a:pt x="309413" y="1262831"/>
                </a:lnTo>
                <a:lnTo>
                  <a:pt x="272947" y="1236887"/>
                </a:lnTo>
                <a:lnTo>
                  <a:pt x="238291" y="1208752"/>
                </a:lnTo>
                <a:lnTo>
                  <a:pt x="205549" y="1178528"/>
                </a:lnTo>
                <a:lnTo>
                  <a:pt x="174826" y="1146318"/>
                </a:lnTo>
                <a:lnTo>
                  <a:pt x="146226" y="1112225"/>
                </a:lnTo>
                <a:lnTo>
                  <a:pt x="119854" y="1076353"/>
                </a:lnTo>
                <a:lnTo>
                  <a:pt x="95814" y="1038803"/>
                </a:lnTo>
                <a:lnTo>
                  <a:pt x="74211" y="999679"/>
                </a:lnTo>
                <a:lnTo>
                  <a:pt x="55149" y="959084"/>
                </a:lnTo>
                <a:lnTo>
                  <a:pt x="38733" y="917120"/>
                </a:lnTo>
                <a:lnTo>
                  <a:pt x="25068" y="873890"/>
                </a:lnTo>
                <a:lnTo>
                  <a:pt x="14257" y="829498"/>
                </a:lnTo>
                <a:lnTo>
                  <a:pt x="6406" y="784045"/>
                </a:lnTo>
                <a:lnTo>
                  <a:pt x="1619" y="737635"/>
                </a:lnTo>
                <a:lnTo>
                  <a:pt x="0" y="690372"/>
                </a:lnTo>
                <a:close/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410961" y="3912870"/>
            <a:ext cx="478790" cy="288290"/>
          </a:xfrm>
          <a:custGeom>
            <a:avLst/>
            <a:gdLst/>
            <a:ahLst/>
            <a:cxnLst/>
            <a:rect l="l" t="t" r="r" b="b"/>
            <a:pathLst>
              <a:path w="478789" h="288289">
                <a:moveTo>
                  <a:pt x="0" y="0"/>
                </a:moveTo>
                <a:lnTo>
                  <a:pt x="478536" y="288035"/>
                </a:lnTo>
              </a:path>
            </a:pathLst>
          </a:custGeom>
          <a:ln w="126491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37809" y="4033265"/>
            <a:ext cx="480059" cy="289560"/>
          </a:xfrm>
          <a:custGeom>
            <a:avLst/>
            <a:gdLst/>
            <a:ahLst/>
            <a:cxnLst/>
            <a:rect l="l" t="t" r="r" b="b"/>
            <a:pathLst>
              <a:path w="480060" h="289560">
                <a:moveTo>
                  <a:pt x="0" y="0"/>
                </a:moveTo>
                <a:lnTo>
                  <a:pt x="480060" y="289559"/>
                </a:lnTo>
              </a:path>
            </a:pathLst>
          </a:custGeom>
          <a:ln w="126492">
            <a:solidFill>
              <a:srgbClr val="EAEAE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8385" y="5380482"/>
            <a:ext cx="3385185" cy="1201420"/>
          </a:xfrm>
          <a:custGeom>
            <a:avLst/>
            <a:gdLst/>
            <a:ahLst/>
            <a:cxnLst/>
            <a:rect l="l" t="t" r="r" b="b"/>
            <a:pathLst>
              <a:path w="3385185" h="1201420">
                <a:moveTo>
                  <a:pt x="0" y="1200912"/>
                </a:moveTo>
                <a:lnTo>
                  <a:pt x="3384804" y="1200912"/>
                </a:lnTo>
                <a:lnTo>
                  <a:pt x="3384804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28956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154298" y="5409691"/>
            <a:ext cx="2415540" cy="1223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dirty="0">
                <a:latin typeface="宋体"/>
                <a:cs typeface="宋体"/>
              </a:rPr>
              <a:t>脑力成果</a:t>
            </a:r>
            <a:endParaRPr sz="2400">
              <a:latin typeface="宋体"/>
              <a:cs typeface="宋体"/>
            </a:endParaRPr>
          </a:p>
          <a:p>
            <a:pPr marL="368300" indent="-342900">
              <a:lnSpc>
                <a:spcPct val="100000"/>
              </a:lnSpc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dirty="0">
                <a:latin typeface="宋体"/>
                <a:cs typeface="宋体"/>
              </a:rPr>
              <a:t>唯一性</a:t>
            </a:r>
            <a:r>
              <a:rPr sz="2400" dirty="0">
                <a:latin typeface="Arial Narrow"/>
                <a:cs typeface="Arial Narrow"/>
              </a:rPr>
              <a:t>(</a:t>
            </a:r>
            <a:r>
              <a:rPr sz="2400" dirty="0">
                <a:latin typeface="宋体"/>
                <a:cs typeface="宋体"/>
              </a:rPr>
              <a:t>一次性</a:t>
            </a:r>
            <a:r>
              <a:rPr sz="2400" dirty="0">
                <a:latin typeface="Arial Narrow"/>
                <a:cs typeface="Arial Narrow"/>
              </a:rPr>
              <a:t>)</a:t>
            </a:r>
            <a:endParaRPr sz="2400">
              <a:latin typeface="Arial Narrow"/>
              <a:cs typeface="Arial Narrow"/>
            </a:endParaRPr>
          </a:p>
          <a:p>
            <a:pPr marL="368300" indent="-3429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3600" spc="-7" baseline="18518" dirty="0">
                <a:latin typeface="宋体"/>
                <a:cs typeface="宋体"/>
              </a:rPr>
              <a:t>依赖用</a:t>
            </a:r>
            <a:r>
              <a:rPr sz="3600" spc="-2129" baseline="18518" dirty="0">
                <a:latin typeface="宋体"/>
                <a:cs typeface="宋体"/>
              </a:rPr>
              <a:t>户</a:t>
            </a:r>
            <a:r>
              <a:rPr sz="1400" spc="-150" dirty="0">
                <a:solidFill>
                  <a:srgbClr val="775F54"/>
                </a:solidFill>
                <a:latin typeface="Arial Narrow"/>
                <a:cs typeface="Arial Narrow"/>
              </a:rPr>
              <a:t>cha</a:t>
            </a:r>
            <a:r>
              <a:rPr sz="3600" spc="-2954" baseline="18518" dirty="0">
                <a:latin typeface="宋体"/>
                <a:cs typeface="宋体"/>
              </a:rPr>
              <a:t>需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pter</a:t>
            </a:r>
            <a:r>
              <a:rPr sz="3600" u="sng" spc="-1679" baseline="18518" dirty="0">
                <a:uFill>
                  <a:solidFill>
                    <a:srgbClr val="765E53"/>
                  </a:solidFill>
                </a:uFill>
                <a:latin typeface="宋体"/>
                <a:cs typeface="宋体"/>
              </a:rPr>
              <a:t>求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852" y="32283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传统软件开发面临挑战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4611" y="1551432"/>
            <a:ext cx="7990725" cy="4579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6717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30" dirty="0">
                <a:latin typeface="Tw Cen MT"/>
                <a:cs typeface="Tw Cen MT"/>
              </a:rPr>
              <a:t>Rapid </a:t>
            </a:r>
            <a:r>
              <a:rPr sz="4400" b="1" spc="10" dirty="0">
                <a:latin typeface="Tw Cen MT"/>
                <a:cs typeface="Tw Cen MT"/>
              </a:rPr>
              <a:t>software</a:t>
            </a:r>
            <a:r>
              <a:rPr sz="4400" b="1" spc="-65" dirty="0">
                <a:latin typeface="Tw Cen MT"/>
                <a:cs typeface="Tw Cen MT"/>
              </a:rPr>
              <a:t> </a:t>
            </a:r>
            <a:r>
              <a:rPr sz="4400" b="1" spc="-10" dirty="0">
                <a:latin typeface="Tw Cen MT"/>
                <a:cs typeface="Tw Cen MT"/>
              </a:rPr>
              <a:t>development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13409" y="1600961"/>
            <a:ext cx="8153400" cy="4495800"/>
          </a:xfrm>
          <a:custGeom>
            <a:avLst/>
            <a:gdLst/>
            <a:ahLst/>
            <a:cxnLst/>
            <a:rect l="l" t="t" r="r" b="b"/>
            <a:pathLst>
              <a:path w="8153400" h="4495800">
                <a:moveTo>
                  <a:pt x="0" y="4495800"/>
                </a:moveTo>
                <a:lnTo>
                  <a:pt x="8153400" y="4495800"/>
                </a:lnTo>
                <a:lnTo>
                  <a:pt x="8153400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1692" y="2142870"/>
            <a:ext cx="7549515" cy="3035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0" dirty="0">
                <a:latin typeface="Tw Cen MT"/>
                <a:cs typeface="Tw Cen MT"/>
              </a:rPr>
              <a:t>Rapidly </a:t>
            </a:r>
            <a:r>
              <a:rPr sz="2900" spc="15" dirty="0">
                <a:latin typeface="Tw Cen MT"/>
                <a:cs typeface="Tw Cen MT"/>
              </a:rPr>
              <a:t>changing </a:t>
            </a:r>
            <a:r>
              <a:rPr sz="2900" spc="-5" dirty="0">
                <a:latin typeface="Tw Cen MT"/>
                <a:cs typeface="Tw Cen MT"/>
              </a:rPr>
              <a:t>business</a:t>
            </a:r>
            <a:r>
              <a:rPr sz="2900" spc="-75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environments.</a:t>
            </a:r>
            <a:endParaRPr sz="29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DD8046"/>
              </a:buClr>
              <a:buFont typeface="Wingdings"/>
              <a:buChar char=""/>
            </a:pPr>
            <a:endParaRPr sz="42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5" dirty="0">
                <a:latin typeface="Tw Cen MT"/>
                <a:cs typeface="Tw Cen MT"/>
              </a:rPr>
              <a:t>Rapid </a:t>
            </a:r>
            <a:r>
              <a:rPr sz="2900" spc="-5" dirty="0">
                <a:latin typeface="Tw Cen MT"/>
                <a:cs typeface="Tw Cen MT"/>
              </a:rPr>
              <a:t>development </a:t>
            </a:r>
            <a:r>
              <a:rPr sz="2900" i="1" dirty="0">
                <a:latin typeface="Tw Cen MT"/>
                <a:cs typeface="Tw Cen MT"/>
              </a:rPr>
              <a:t>and </a:t>
            </a:r>
            <a:r>
              <a:rPr sz="2900" spc="-5" dirty="0">
                <a:latin typeface="Tw Cen MT"/>
                <a:cs typeface="Tw Cen MT"/>
              </a:rPr>
              <a:t>delivery is</a:t>
            </a:r>
            <a:r>
              <a:rPr sz="2900" spc="-4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Critical.</a:t>
            </a:r>
            <a:endParaRPr sz="29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buClr>
                <a:srgbClr val="DD8046"/>
              </a:buClr>
              <a:buFont typeface="Wingdings"/>
              <a:buChar char=""/>
            </a:pPr>
            <a:endParaRPr sz="4250">
              <a:latin typeface="Times New Roman"/>
              <a:cs typeface="Times New Roman"/>
            </a:endParaRPr>
          </a:p>
          <a:p>
            <a:pPr marL="332740" marR="5080" indent="-32004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25" dirty="0">
                <a:latin typeface="Tw Cen MT"/>
                <a:cs typeface="Tw Cen MT"/>
              </a:rPr>
              <a:t>Rapid </a:t>
            </a:r>
            <a:r>
              <a:rPr sz="2900" spc="-5" dirty="0">
                <a:latin typeface="Tw Cen MT"/>
                <a:cs typeface="Tw Cen MT"/>
              </a:rPr>
              <a:t>development </a:t>
            </a:r>
            <a:r>
              <a:rPr sz="2900" dirty="0">
                <a:latin typeface="Tw Cen MT"/>
                <a:cs typeface="Tw Cen MT"/>
              </a:rPr>
              <a:t>and </a:t>
            </a:r>
            <a:r>
              <a:rPr sz="2900" spc="-10" dirty="0">
                <a:latin typeface="Tw Cen MT"/>
                <a:cs typeface="Tw Cen MT"/>
              </a:rPr>
              <a:t>delivery </a:t>
            </a:r>
            <a:r>
              <a:rPr sz="2900" spc="-5" dirty="0">
                <a:latin typeface="Tw Cen MT"/>
                <a:cs typeface="Tw Cen MT"/>
              </a:rPr>
              <a:t>is </a:t>
            </a:r>
            <a:r>
              <a:rPr sz="2900" spc="-30" dirty="0">
                <a:latin typeface="Tw Cen MT"/>
                <a:cs typeface="Tw Cen MT"/>
              </a:rPr>
              <a:t>now </a:t>
            </a:r>
            <a:r>
              <a:rPr sz="2900" dirty="0">
                <a:latin typeface="Tw Cen MT"/>
                <a:cs typeface="Tw Cen MT"/>
              </a:rPr>
              <a:t>often the  most </a:t>
            </a:r>
            <a:r>
              <a:rPr sz="2900" spc="5" dirty="0">
                <a:latin typeface="Tw Cen MT"/>
                <a:cs typeface="Tw Cen MT"/>
              </a:rPr>
              <a:t>important </a:t>
            </a:r>
            <a:r>
              <a:rPr sz="2900" dirty="0">
                <a:latin typeface="Tw Cen MT"/>
                <a:cs typeface="Tw Cen MT"/>
              </a:rPr>
              <a:t>requirement </a:t>
            </a:r>
            <a:r>
              <a:rPr sz="2900" spc="-20" dirty="0">
                <a:latin typeface="Tw Cen MT"/>
                <a:cs typeface="Tw Cen MT"/>
              </a:rPr>
              <a:t>for </a:t>
            </a:r>
            <a:r>
              <a:rPr sz="2900" spc="-15" dirty="0">
                <a:latin typeface="Tw Cen MT"/>
                <a:cs typeface="Tw Cen MT"/>
              </a:rPr>
              <a:t>software</a:t>
            </a:r>
            <a:r>
              <a:rPr sz="2900" spc="-9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systems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71393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敏捷模型（</a:t>
            </a:r>
            <a:r>
              <a:rPr sz="4400" i="1" dirty="0">
                <a:latin typeface="华文隶书"/>
                <a:cs typeface="华文隶书"/>
              </a:rPr>
              <a:t>Agile</a:t>
            </a:r>
            <a:r>
              <a:rPr sz="4400" i="1" spc="-80" dirty="0">
                <a:latin typeface="华文隶书"/>
                <a:cs typeface="华文隶书"/>
              </a:rPr>
              <a:t> </a:t>
            </a:r>
            <a:r>
              <a:rPr sz="4400" i="1" dirty="0">
                <a:latin typeface="华文隶书"/>
                <a:cs typeface="华文隶书"/>
              </a:rPr>
              <a:t>Development</a:t>
            </a:r>
            <a:r>
              <a:rPr sz="4400" dirty="0">
                <a:latin typeface="华文隶书"/>
                <a:cs typeface="华文隶书"/>
              </a:rPr>
              <a:t>）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0" y="6080861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1459" y="2276855"/>
            <a:ext cx="8369934" cy="2159635"/>
          </a:xfrm>
          <a:prstGeom prst="rect">
            <a:avLst/>
          </a:prstGeom>
          <a:solidFill>
            <a:srgbClr val="BED2E3"/>
          </a:solidFill>
        </p:spPr>
        <p:txBody>
          <a:bodyPr vert="horz" wrap="square" lIns="0" tIns="8890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70"/>
              </a:spcBef>
              <a:buClr>
                <a:srgbClr val="DD8046"/>
              </a:buClr>
              <a:buSzPct val="59722"/>
              <a:buFont typeface="Wingdings"/>
              <a:buChar char=""/>
              <a:tabLst>
                <a:tab pos="411480" algn="l"/>
              </a:tabLst>
            </a:pPr>
            <a:r>
              <a:rPr sz="3600" dirty="0">
                <a:latin typeface="华文新魏"/>
                <a:cs typeface="华文新魏"/>
              </a:rPr>
              <a:t>敏捷组织提出的一个灵活开发方法</a:t>
            </a:r>
            <a:endParaRPr sz="36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722"/>
              <a:buFont typeface="Wingdings"/>
              <a:buChar char=""/>
              <a:tabLst>
                <a:tab pos="411480" algn="l"/>
              </a:tabLst>
            </a:pPr>
            <a:r>
              <a:rPr sz="3600" dirty="0">
                <a:latin typeface="华文新魏"/>
                <a:cs typeface="华文新魏"/>
              </a:rPr>
              <a:t>应对迅速变化需求的快速软件开发方法</a:t>
            </a:r>
            <a:endParaRPr sz="36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722"/>
              <a:buFont typeface="Wingdings"/>
              <a:buChar char=""/>
              <a:tabLst>
                <a:tab pos="411480" algn="l"/>
              </a:tabLst>
            </a:pPr>
            <a:r>
              <a:rPr sz="3600" dirty="0">
                <a:latin typeface="华文新魏"/>
                <a:cs typeface="华文新魏"/>
              </a:rPr>
              <a:t>是一种迭代、循序渐进的开发方法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96339"/>
            <a:ext cx="9144000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590" y="247014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华文隶书"/>
                <a:cs typeface="华文隶书"/>
              </a:rPr>
              <a:t>一开始都不知道细节</a:t>
            </a:r>
            <a:endParaRPr sz="44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79" y="1484375"/>
            <a:ext cx="8891016" cy="4736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065" y="562432"/>
            <a:ext cx="5898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敏捷开发过</a:t>
            </a:r>
            <a:r>
              <a:rPr sz="4400" spc="5" dirty="0">
                <a:latin typeface="华文隶书"/>
                <a:cs typeface="华文隶书"/>
              </a:rPr>
              <a:t>程</a:t>
            </a:r>
            <a:r>
              <a:rPr sz="4400" i="1" dirty="0">
                <a:latin typeface="华文隶书"/>
                <a:cs typeface="华文隶书"/>
              </a:rPr>
              <a:t>:</a:t>
            </a:r>
            <a:r>
              <a:rPr sz="4400" i="1" spc="-105" dirty="0">
                <a:latin typeface="华文隶书"/>
                <a:cs typeface="华文隶书"/>
              </a:rPr>
              <a:t> </a:t>
            </a:r>
            <a:r>
              <a:rPr sz="4400" dirty="0">
                <a:latin typeface="华文隶书"/>
                <a:cs typeface="华文隶书"/>
              </a:rPr>
              <a:t>慢慢改进</a:t>
            </a:r>
            <a:endParaRPr sz="44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59328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Tw Cen MT"/>
                <a:cs typeface="Tw Cen MT"/>
              </a:rPr>
              <a:t>Agile </a:t>
            </a:r>
            <a:r>
              <a:rPr sz="4400" spc="-5" dirty="0">
                <a:latin typeface="Tw Cen MT"/>
                <a:cs typeface="Tw Cen MT"/>
              </a:rPr>
              <a:t>Manifesto </a:t>
            </a:r>
            <a:r>
              <a:rPr sz="4400" dirty="0">
                <a:latin typeface="Tw Cen MT"/>
                <a:cs typeface="Tw Cen MT"/>
              </a:rPr>
              <a:t>- 4</a:t>
            </a:r>
            <a:r>
              <a:rPr sz="4400" spc="-95" dirty="0">
                <a:latin typeface="Tw Cen MT"/>
                <a:cs typeface="Tw Cen MT"/>
              </a:rPr>
              <a:t> </a:t>
            </a:r>
            <a:r>
              <a:rPr sz="4400" spc="-50" dirty="0">
                <a:latin typeface="Tw Cen MT"/>
                <a:cs typeface="Tw Cen MT"/>
              </a:rPr>
              <a:t>Values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2558" y="1866342"/>
            <a:ext cx="7457042" cy="3664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22833"/>
            <a:ext cx="42722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敏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捷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宣言</a:t>
            </a:r>
            <a:r>
              <a:rPr sz="4400" spc="-4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i="1" spc="-1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Tw Cen MT"/>
                <a:cs typeface="Tw Cen MT"/>
              </a:rPr>
              <a:t>4</a:t>
            </a:r>
            <a:r>
              <a:rPr sz="4400" spc="-40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价值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3173" y="2272574"/>
            <a:ext cx="6740250" cy="22700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7892" y="6009843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28619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Tw Cen MT"/>
                <a:cs typeface="Tw Cen MT"/>
              </a:rPr>
              <a:t>12</a:t>
            </a:r>
            <a:r>
              <a:rPr sz="4400" spc="-75" dirty="0">
                <a:latin typeface="Tw Cen MT"/>
                <a:cs typeface="Tw Cen MT"/>
              </a:rPr>
              <a:t> </a:t>
            </a:r>
            <a:r>
              <a:rPr sz="4400" spc="-5" dirty="0">
                <a:latin typeface="Tw Cen MT"/>
                <a:cs typeface="Tw Cen MT"/>
              </a:rPr>
              <a:t>Principles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2116" y="1672017"/>
            <a:ext cx="5856078" cy="4751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681" y="1291252"/>
            <a:ext cx="5743575" cy="524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12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  <a:spcBef>
                <a:spcPts val="121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a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ter_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_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28597"/>
            <a:ext cx="9144000" cy="6568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1" y="6801610"/>
            <a:ext cx="9143365" cy="0"/>
          </a:xfrm>
          <a:custGeom>
            <a:avLst/>
            <a:gdLst/>
            <a:ahLst/>
            <a:cxnLst/>
            <a:rect l="l" t="t" r="r" b="b"/>
            <a:pathLst>
              <a:path w="9143365">
                <a:moveTo>
                  <a:pt x="0" y="0"/>
                </a:moveTo>
                <a:lnTo>
                  <a:pt x="914323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1" y="224026"/>
            <a:ext cx="9143365" cy="0"/>
          </a:xfrm>
          <a:custGeom>
            <a:avLst/>
            <a:gdLst/>
            <a:ahLst/>
            <a:cxnLst/>
            <a:rect l="l" t="t" r="r" b="b"/>
            <a:pathLst>
              <a:path w="9143365">
                <a:moveTo>
                  <a:pt x="9143238" y="0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1" y="1416558"/>
            <a:ext cx="8964295" cy="1653539"/>
          </a:xfrm>
          <a:custGeom>
            <a:avLst/>
            <a:gdLst/>
            <a:ahLst/>
            <a:cxnLst/>
            <a:rect l="l" t="t" r="r" b="b"/>
            <a:pathLst>
              <a:path w="8964295" h="1653539">
                <a:moveTo>
                  <a:pt x="0" y="1653539"/>
                </a:moveTo>
                <a:lnTo>
                  <a:pt x="8964168" y="1653539"/>
                </a:lnTo>
                <a:lnTo>
                  <a:pt x="8964168" y="0"/>
                </a:lnTo>
                <a:lnTo>
                  <a:pt x="0" y="0"/>
                </a:lnTo>
                <a:lnTo>
                  <a:pt x="0" y="1653539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39" y="479806"/>
            <a:ext cx="89731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《敏捷宣</a:t>
            </a:r>
            <a:r>
              <a:rPr spc="-10" dirty="0"/>
              <a:t>言</a:t>
            </a:r>
            <a:r>
              <a:rPr spc="-15" dirty="0"/>
              <a:t>》</a:t>
            </a:r>
            <a:r>
              <a:rPr dirty="0"/>
              <a:t>价值观、原则和通</a:t>
            </a:r>
            <a:r>
              <a:rPr spc="-15" dirty="0"/>
              <a:t>用</a:t>
            </a:r>
            <a:r>
              <a:rPr dirty="0"/>
              <a:t>实践之间的关系</a:t>
            </a:r>
          </a:p>
        </p:txBody>
      </p:sp>
      <p:sp>
        <p:nvSpPr>
          <p:cNvPr id="4" name="object 4"/>
          <p:cNvSpPr/>
          <p:nvPr/>
        </p:nvSpPr>
        <p:spPr>
          <a:xfrm>
            <a:off x="324611" y="2648706"/>
            <a:ext cx="8424638" cy="4104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2003" y="1280160"/>
            <a:ext cx="501650" cy="22860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1270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03" y="1568196"/>
            <a:ext cx="9112250" cy="1009015"/>
          </a:xfrm>
          <a:prstGeom prst="rect">
            <a:avLst/>
          </a:prstGeom>
          <a:solidFill>
            <a:srgbClr val="E8D19D"/>
          </a:solidFill>
        </p:spPr>
        <p:txBody>
          <a:bodyPr vert="horz" wrap="square" lIns="0" tIns="17780" rIns="0" bIns="0" rtlCol="0">
            <a:spAutoFit/>
          </a:bodyPr>
          <a:lstStyle/>
          <a:p>
            <a:pPr marL="90805" marR="167640">
              <a:lnSpc>
                <a:spcPct val="100000"/>
              </a:lnSpc>
              <a:spcBef>
                <a:spcPts val="140"/>
              </a:spcBef>
            </a:pPr>
            <a:r>
              <a:rPr sz="2900" dirty="0">
                <a:latin typeface="华文新魏"/>
                <a:cs typeface="华文新魏"/>
              </a:rPr>
              <a:t>敏捷是一种思维模式，</a:t>
            </a:r>
            <a:r>
              <a:rPr sz="2900" spc="-15" dirty="0">
                <a:latin typeface="华文新魏"/>
                <a:cs typeface="华文新魏"/>
              </a:rPr>
              <a:t>它</a:t>
            </a:r>
            <a:r>
              <a:rPr sz="2900" spc="5" dirty="0">
                <a:latin typeface="华文新魏"/>
                <a:cs typeface="华文新魏"/>
              </a:rPr>
              <a:t>由</a:t>
            </a:r>
            <a:r>
              <a:rPr sz="2900" dirty="0">
                <a:latin typeface="华文新魏"/>
                <a:cs typeface="华文新魏"/>
              </a:rPr>
              <a:t>《</a:t>
            </a:r>
            <a:r>
              <a:rPr sz="2900" spc="-15" dirty="0">
                <a:latin typeface="华文新魏"/>
                <a:cs typeface="华文新魏"/>
              </a:rPr>
              <a:t>敏</a:t>
            </a:r>
            <a:r>
              <a:rPr sz="2900" dirty="0">
                <a:latin typeface="华文新魏"/>
                <a:cs typeface="华文新魏"/>
              </a:rPr>
              <a:t>捷宣</a:t>
            </a:r>
            <a:r>
              <a:rPr sz="2900" spc="-15" dirty="0">
                <a:latin typeface="华文新魏"/>
                <a:cs typeface="华文新魏"/>
              </a:rPr>
              <a:t>言</a:t>
            </a:r>
            <a:r>
              <a:rPr sz="2900" dirty="0">
                <a:latin typeface="华文新魏"/>
                <a:cs typeface="华文新魏"/>
              </a:rPr>
              <a:t>》的</a:t>
            </a:r>
            <a:r>
              <a:rPr sz="2900" spc="-15" dirty="0">
                <a:latin typeface="华文新魏"/>
                <a:cs typeface="华文新魏"/>
              </a:rPr>
              <a:t>价</a:t>
            </a:r>
            <a:r>
              <a:rPr sz="2900" dirty="0">
                <a:latin typeface="华文新魏"/>
                <a:cs typeface="华文新魏"/>
              </a:rPr>
              <a:t>值观</a:t>
            </a:r>
            <a:r>
              <a:rPr sz="2900" spc="-15" dirty="0">
                <a:latin typeface="华文新魏"/>
                <a:cs typeface="华文新魏"/>
              </a:rPr>
              <a:t>所</a:t>
            </a:r>
            <a:r>
              <a:rPr sz="2900" dirty="0">
                <a:latin typeface="华文新魏"/>
                <a:cs typeface="华文新魏"/>
              </a:rPr>
              <a:t>界 定，</a:t>
            </a:r>
            <a:r>
              <a:rPr sz="2900" spc="5" dirty="0">
                <a:latin typeface="华文新魏"/>
                <a:cs typeface="华文新魏"/>
              </a:rPr>
              <a:t>受</a:t>
            </a:r>
            <a:r>
              <a:rPr sz="2900" dirty="0">
                <a:latin typeface="华文新魏"/>
                <a:cs typeface="华文新魏"/>
              </a:rPr>
              <a:t>《敏捷宣言》</a:t>
            </a:r>
            <a:r>
              <a:rPr sz="2900" spc="5" dirty="0">
                <a:latin typeface="华文新魏"/>
                <a:cs typeface="华文新魏"/>
              </a:rPr>
              <a:t>原</a:t>
            </a:r>
            <a:r>
              <a:rPr sz="2900" spc="-15" dirty="0">
                <a:latin typeface="华文新魏"/>
                <a:cs typeface="华文新魏"/>
              </a:rPr>
              <a:t>则</a:t>
            </a:r>
            <a:r>
              <a:rPr sz="2900" spc="5" dirty="0">
                <a:latin typeface="华文新魏"/>
                <a:cs typeface="华文新魏"/>
              </a:rPr>
              <a:t>指导</a:t>
            </a:r>
            <a:r>
              <a:rPr sz="2900" spc="-20" dirty="0">
                <a:latin typeface="华文新魏"/>
                <a:cs typeface="华文新魏"/>
              </a:rPr>
              <a:t>，</a:t>
            </a:r>
            <a:r>
              <a:rPr sz="2900" spc="5" dirty="0">
                <a:latin typeface="华文新魏"/>
                <a:cs typeface="华文新魏"/>
              </a:rPr>
              <a:t>并通</a:t>
            </a:r>
            <a:r>
              <a:rPr sz="2900" spc="-20" dirty="0">
                <a:latin typeface="华文新魏"/>
                <a:cs typeface="华文新魏"/>
              </a:rPr>
              <a:t>过</a:t>
            </a:r>
            <a:r>
              <a:rPr sz="2900" spc="5" dirty="0">
                <a:latin typeface="华文新魏"/>
                <a:cs typeface="华文新魏"/>
              </a:rPr>
              <a:t>各种</a:t>
            </a:r>
            <a:r>
              <a:rPr sz="2900" spc="-20" dirty="0">
                <a:latin typeface="华文新魏"/>
                <a:cs typeface="华文新魏"/>
              </a:rPr>
              <a:t>实</a:t>
            </a:r>
            <a:r>
              <a:rPr sz="2900" spc="5" dirty="0">
                <a:latin typeface="华文新魏"/>
                <a:cs typeface="华文新魏"/>
              </a:rPr>
              <a:t>践实</a:t>
            </a:r>
            <a:r>
              <a:rPr sz="2900" spc="-5" dirty="0">
                <a:latin typeface="华文新魏"/>
                <a:cs typeface="华文新魏"/>
              </a:rPr>
              <a:t>现</a:t>
            </a:r>
            <a:r>
              <a:rPr sz="2900" dirty="0">
                <a:latin typeface="华文新魏"/>
                <a:cs typeface="华文新魏"/>
              </a:rPr>
              <a:t>.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44170"/>
            <a:ext cx="340232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20" dirty="0">
                <a:latin typeface="Tw Cen MT"/>
                <a:cs typeface="Tw Cen MT"/>
              </a:rPr>
              <a:t>What </a:t>
            </a:r>
            <a:r>
              <a:rPr sz="4400" b="1" spc="-10" dirty="0">
                <a:latin typeface="Tw Cen MT"/>
                <a:cs typeface="Tw Cen MT"/>
              </a:rPr>
              <a:t>is</a:t>
            </a:r>
            <a:r>
              <a:rPr sz="4400" b="1" spc="-80" dirty="0">
                <a:latin typeface="Tw Cen MT"/>
                <a:cs typeface="Tw Cen MT"/>
              </a:rPr>
              <a:t> </a:t>
            </a:r>
            <a:r>
              <a:rPr sz="4400" b="1" spc="-5" dirty="0">
                <a:latin typeface="Tw Cen MT"/>
                <a:cs typeface="Tw Cen MT"/>
              </a:rPr>
              <a:t>Agile?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5477" y="1600961"/>
            <a:ext cx="8371840" cy="4495800"/>
          </a:xfrm>
          <a:custGeom>
            <a:avLst/>
            <a:gdLst/>
            <a:ahLst/>
            <a:cxnLst/>
            <a:rect l="l" t="t" r="r" b="b"/>
            <a:pathLst>
              <a:path w="8371840" h="4495800">
                <a:moveTo>
                  <a:pt x="0" y="4495800"/>
                </a:moveTo>
                <a:lnTo>
                  <a:pt x="8371332" y="4495800"/>
                </a:lnTo>
                <a:lnTo>
                  <a:pt x="8371332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065" y="1611833"/>
            <a:ext cx="8014970" cy="3151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Tw Cen MT"/>
                <a:cs typeface="Tw Cen MT"/>
              </a:rPr>
              <a:t>Agile </a:t>
            </a:r>
            <a:r>
              <a:rPr sz="2900" spc="-5" dirty="0">
                <a:latin typeface="Tw Cen MT"/>
                <a:cs typeface="Tw Cen MT"/>
              </a:rPr>
              <a:t>is </a:t>
            </a:r>
            <a:r>
              <a:rPr sz="2900" dirty="0">
                <a:latin typeface="Tw Cen MT"/>
                <a:cs typeface="Tw Cen MT"/>
              </a:rPr>
              <a:t>a set of best </a:t>
            </a:r>
            <a:r>
              <a:rPr sz="2900" spc="-5" dirty="0">
                <a:latin typeface="Tw Cen MT"/>
                <a:cs typeface="Tw Cen MT"/>
              </a:rPr>
              <a:t>practices in </a:t>
            </a:r>
            <a:r>
              <a:rPr sz="2900" spc="-15" dirty="0">
                <a:latin typeface="Tw Cen MT"/>
                <a:cs typeface="Tw Cen MT"/>
              </a:rPr>
              <a:t>software  </a:t>
            </a:r>
            <a:r>
              <a:rPr sz="2900" spc="-5" dirty="0">
                <a:latin typeface="Tw Cen MT"/>
                <a:cs typeface="Tw Cen MT"/>
              </a:rPr>
              <a:t>development </a:t>
            </a:r>
            <a:r>
              <a:rPr sz="2900" dirty="0">
                <a:latin typeface="Tw Cen MT"/>
                <a:cs typeface="Tw Cen MT"/>
              </a:rPr>
              <a:t>based on </a:t>
            </a:r>
            <a:r>
              <a:rPr sz="2900" i="1" dirty="0">
                <a:latin typeface="Tw Cen MT"/>
                <a:cs typeface="Tw Cen MT"/>
              </a:rPr>
              <a:t>Scrum</a:t>
            </a:r>
            <a:r>
              <a:rPr sz="2900" dirty="0">
                <a:latin typeface="Tw Cen MT"/>
                <a:cs typeface="Tw Cen MT"/>
              </a:rPr>
              <a:t>, </a:t>
            </a:r>
            <a:r>
              <a:rPr sz="2900" i="1" dirty="0">
                <a:latin typeface="Tw Cen MT"/>
                <a:cs typeface="Tw Cen MT"/>
              </a:rPr>
              <a:t>Extreme</a:t>
            </a:r>
            <a:r>
              <a:rPr sz="2900" i="1" spc="-65" dirty="0">
                <a:latin typeface="Tw Cen MT"/>
                <a:cs typeface="Tw Cen MT"/>
              </a:rPr>
              <a:t> </a:t>
            </a:r>
            <a:r>
              <a:rPr sz="2900" i="1" dirty="0">
                <a:latin typeface="Tw Cen MT"/>
                <a:cs typeface="Tw Cen MT"/>
              </a:rPr>
              <a:t>Programming  </a:t>
            </a:r>
            <a:r>
              <a:rPr sz="2900" dirty="0">
                <a:latin typeface="Tw Cen MT"/>
                <a:cs typeface="Tw Cen MT"/>
              </a:rPr>
              <a:t>and</a:t>
            </a:r>
            <a:r>
              <a:rPr sz="2900" spc="-5" dirty="0">
                <a:latin typeface="Tw Cen MT"/>
                <a:cs typeface="Tw Cen MT"/>
              </a:rPr>
              <a:t> </a:t>
            </a:r>
            <a:r>
              <a:rPr sz="2900" i="1" dirty="0">
                <a:latin typeface="Tw Cen MT"/>
                <a:cs typeface="Tw Cen MT"/>
              </a:rPr>
              <a:t>Lean</a:t>
            </a:r>
            <a:r>
              <a:rPr sz="2900" dirty="0">
                <a:latin typeface="Tw Cen MT"/>
                <a:cs typeface="Tw Cen MT"/>
              </a:rPr>
              <a:t>.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Tw Cen MT"/>
                <a:cs typeface="Tw Cen MT"/>
              </a:rPr>
              <a:t>The set</a:t>
            </a:r>
            <a:r>
              <a:rPr sz="2900" spc="-25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includes:</a:t>
            </a:r>
            <a:endParaRPr sz="2900">
              <a:latin typeface="Tw Cen MT"/>
              <a:cs typeface="Tw Cen MT"/>
            </a:endParaRPr>
          </a:p>
          <a:p>
            <a:pPr marL="332105" marR="59690">
              <a:lnSpc>
                <a:spcPct val="100000"/>
              </a:lnSpc>
              <a:spcBef>
                <a:spcPts val="625"/>
              </a:spcBef>
            </a:pPr>
            <a:r>
              <a:rPr sz="2600" dirty="0">
                <a:latin typeface="Tw Cen MT"/>
                <a:cs typeface="Tw Cen MT"/>
              </a:rPr>
              <a:t>–Iteration, </a:t>
            </a:r>
            <a:r>
              <a:rPr sz="2600" spc="-40" dirty="0">
                <a:latin typeface="Tw Cen MT"/>
                <a:cs typeface="Tw Cen MT"/>
              </a:rPr>
              <a:t>TDD, </a:t>
            </a:r>
            <a:r>
              <a:rPr sz="2600" dirty="0">
                <a:latin typeface="Tw Cen MT"/>
                <a:cs typeface="Tw Cen MT"/>
              </a:rPr>
              <a:t>continuous </a:t>
            </a:r>
            <a:r>
              <a:rPr sz="2600" spc="-5" dirty="0">
                <a:latin typeface="Tw Cen MT"/>
                <a:cs typeface="Tw Cen MT"/>
              </a:rPr>
              <a:t>integration, refactoring, </a:t>
            </a:r>
            <a:r>
              <a:rPr sz="2600" dirty="0">
                <a:latin typeface="Tw Cen MT"/>
                <a:cs typeface="Tw Cen MT"/>
              </a:rPr>
              <a:t>pair  </a:t>
            </a:r>
            <a:r>
              <a:rPr sz="2600" spc="-10" dirty="0">
                <a:latin typeface="Tw Cen MT"/>
                <a:cs typeface="Tw Cen MT"/>
              </a:rPr>
              <a:t>programming, </a:t>
            </a:r>
            <a:r>
              <a:rPr sz="2600" dirty="0">
                <a:latin typeface="Tw Cen MT"/>
                <a:cs typeface="Tw Cen MT"/>
              </a:rPr>
              <a:t>story </a:t>
            </a:r>
            <a:r>
              <a:rPr sz="2600" spc="-10" dirty="0">
                <a:latin typeface="Tw Cen MT"/>
                <a:cs typeface="Tw Cen MT"/>
              </a:rPr>
              <a:t>card/wall, </a:t>
            </a:r>
            <a:r>
              <a:rPr sz="2600" dirty="0">
                <a:latin typeface="Tw Cen MT"/>
                <a:cs typeface="Tw Cen MT"/>
              </a:rPr>
              <a:t>automation test,</a:t>
            </a:r>
            <a:r>
              <a:rPr sz="2600" spc="-150" dirty="0">
                <a:latin typeface="Tw Cen MT"/>
                <a:cs typeface="Tw Cen MT"/>
              </a:rPr>
              <a:t> </a:t>
            </a:r>
            <a:r>
              <a:rPr sz="2600" spc="5" dirty="0">
                <a:latin typeface="Tw Cen MT"/>
                <a:cs typeface="Tw Cen MT"/>
              </a:rPr>
              <a:t>feedback,  </a:t>
            </a:r>
            <a:r>
              <a:rPr sz="2600" dirty="0">
                <a:latin typeface="Tw Cen MT"/>
                <a:cs typeface="Tw Cen MT"/>
              </a:rPr>
              <a:t>stand </a:t>
            </a:r>
            <a:r>
              <a:rPr sz="2600" spc="-40" dirty="0">
                <a:latin typeface="Tw Cen MT"/>
                <a:cs typeface="Tw Cen MT"/>
              </a:rPr>
              <a:t>up, </a:t>
            </a:r>
            <a:r>
              <a:rPr sz="2600" spc="-10" dirty="0">
                <a:latin typeface="Tw Cen MT"/>
                <a:cs typeface="Tw Cen MT"/>
              </a:rPr>
              <a:t>retrospective </a:t>
            </a:r>
            <a:r>
              <a:rPr sz="2600" dirty="0">
                <a:latin typeface="Tw Cen MT"/>
                <a:cs typeface="Tw Cen MT"/>
              </a:rPr>
              <a:t>and</a:t>
            </a:r>
            <a:r>
              <a:rPr sz="2600" spc="-30" dirty="0">
                <a:latin typeface="Tw Cen MT"/>
                <a:cs typeface="Tw Cen MT"/>
              </a:rPr>
              <a:t> </a:t>
            </a:r>
            <a:r>
              <a:rPr sz="2600" spc="-20" dirty="0">
                <a:latin typeface="Tw Cen MT"/>
                <a:cs typeface="Tw Cen MT"/>
              </a:rPr>
              <a:t>so.</a:t>
            </a:r>
            <a:endParaRPr sz="26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5" dirty="0">
                <a:latin typeface="华文隶书"/>
                <a:cs typeface="华文隶书"/>
              </a:rPr>
              <a:t>本章要点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557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485140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26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R="228600" algn="ctr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项目与软件项目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25527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项目管理与软件项目管理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0760" y="3525011"/>
            <a:ext cx="4628515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marR="120014"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PMBOK与软件项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目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管理</a:t>
            </a:r>
            <a:r>
              <a:rPr sz="2000" b="1" spc="-15" dirty="0">
                <a:solidFill>
                  <a:srgbClr val="003366"/>
                </a:solidFill>
                <a:latin typeface="微软雅黑"/>
                <a:cs typeface="微软雅黑"/>
              </a:rPr>
              <a:t>体</a:t>
            </a: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系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3840" rIns="0" bIns="0" rtlCol="0">
            <a:spAutoFit/>
          </a:bodyPr>
          <a:lstStyle/>
          <a:p>
            <a:pPr marR="406400" algn="ctr">
              <a:lnSpc>
                <a:spcPct val="100000"/>
              </a:lnSpc>
              <a:spcBef>
                <a:spcPts val="192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76298" y="5728558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86127" y="5446776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70760" y="5446776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4475" rIns="0" bIns="0" rtlCol="0">
            <a:spAutoFit/>
          </a:bodyPr>
          <a:lstStyle/>
          <a:p>
            <a:pPr marL="1089025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软件项目管理过程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568" y="448132"/>
            <a:ext cx="56184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“商品采购”项目管理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98594" y="629726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2917" y="2422398"/>
            <a:ext cx="3505200" cy="3200400"/>
          </a:xfrm>
          <a:custGeom>
            <a:avLst/>
            <a:gdLst/>
            <a:ahLst/>
            <a:cxnLst/>
            <a:rect l="l" t="t" r="r" b="b"/>
            <a:pathLst>
              <a:path w="3505200" h="3200400">
                <a:moveTo>
                  <a:pt x="0" y="640079"/>
                </a:moveTo>
                <a:lnTo>
                  <a:pt x="701040" y="0"/>
                </a:lnTo>
                <a:lnTo>
                  <a:pt x="3505200" y="0"/>
                </a:lnTo>
                <a:lnTo>
                  <a:pt x="3505200" y="3200400"/>
                </a:lnTo>
                <a:lnTo>
                  <a:pt x="0" y="3200400"/>
                </a:lnTo>
                <a:lnTo>
                  <a:pt x="0" y="64007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182236" y="2587244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采购清单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20306" y="3646170"/>
            <a:ext cx="1369060" cy="647700"/>
          </a:xfrm>
          <a:custGeom>
            <a:avLst/>
            <a:gdLst/>
            <a:ahLst/>
            <a:cxnLst/>
            <a:rect l="l" t="t" r="r" b="b"/>
            <a:pathLst>
              <a:path w="1369059" h="647700">
                <a:moveTo>
                  <a:pt x="220218" y="0"/>
                </a:moveTo>
                <a:lnTo>
                  <a:pt x="1148334" y="0"/>
                </a:lnTo>
                <a:lnTo>
                  <a:pt x="1187929" y="5219"/>
                </a:lnTo>
                <a:lnTo>
                  <a:pt x="1225192" y="20265"/>
                </a:lnTo>
                <a:lnTo>
                  <a:pt x="1259501" y="44224"/>
                </a:lnTo>
                <a:lnTo>
                  <a:pt x="1290235" y="76179"/>
                </a:lnTo>
                <a:lnTo>
                  <a:pt x="1316773" y="115214"/>
                </a:lnTo>
                <a:lnTo>
                  <a:pt x="1338495" y="160415"/>
                </a:lnTo>
                <a:lnTo>
                  <a:pt x="1354779" y="210864"/>
                </a:lnTo>
                <a:lnTo>
                  <a:pt x="1365005" y="265648"/>
                </a:lnTo>
                <a:lnTo>
                  <a:pt x="1368552" y="323849"/>
                </a:lnTo>
                <a:lnTo>
                  <a:pt x="1365005" y="382051"/>
                </a:lnTo>
                <a:lnTo>
                  <a:pt x="1354779" y="436835"/>
                </a:lnTo>
                <a:lnTo>
                  <a:pt x="1338495" y="487284"/>
                </a:lnTo>
                <a:lnTo>
                  <a:pt x="1316773" y="532485"/>
                </a:lnTo>
                <a:lnTo>
                  <a:pt x="1290235" y="571520"/>
                </a:lnTo>
                <a:lnTo>
                  <a:pt x="1259501" y="603475"/>
                </a:lnTo>
                <a:lnTo>
                  <a:pt x="1225192" y="627434"/>
                </a:lnTo>
                <a:lnTo>
                  <a:pt x="1187929" y="642480"/>
                </a:lnTo>
                <a:lnTo>
                  <a:pt x="1148334" y="647699"/>
                </a:lnTo>
                <a:lnTo>
                  <a:pt x="220218" y="647699"/>
                </a:lnTo>
                <a:lnTo>
                  <a:pt x="180622" y="642480"/>
                </a:lnTo>
                <a:lnTo>
                  <a:pt x="143359" y="627434"/>
                </a:lnTo>
                <a:lnTo>
                  <a:pt x="109050" y="603475"/>
                </a:lnTo>
                <a:lnTo>
                  <a:pt x="78316" y="571520"/>
                </a:lnTo>
                <a:lnTo>
                  <a:pt x="51778" y="532485"/>
                </a:lnTo>
                <a:lnTo>
                  <a:pt x="30056" y="487284"/>
                </a:lnTo>
                <a:lnTo>
                  <a:pt x="13772" y="436835"/>
                </a:lnTo>
                <a:lnTo>
                  <a:pt x="3546" y="382051"/>
                </a:lnTo>
                <a:lnTo>
                  <a:pt x="0" y="323849"/>
                </a:lnTo>
                <a:lnTo>
                  <a:pt x="3546" y="265648"/>
                </a:lnTo>
                <a:lnTo>
                  <a:pt x="13772" y="210864"/>
                </a:lnTo>
                <a:lnTo>
                  <a:pt x="30056" y="160415"/>
                </a:lnTo>
                <a:lnTo>
                  <a:pt x="51778" y="115214"/>
                </a:lnTo>
                <a:lnTo>
                  <a:pt x="78316" y="76179"/>
                </a:lnTo>
                <a:lnTo>
                  <a:pt x="109050" y="44224"/>
                </a:lnTo>
                <a:lnTo>
                  <a:pt x="143359" y="20265"/>
                </a:lnTo>
                <a:lnTo>
                  <a:pt x="180622" y="5219"/>
                </a:lnTo>
                <a:lnTo>
                  <a:pt x="220218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87208" y="3769614"/>
            <a:ext cx="63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2222" y="3717797"/>
            <a:ext cx="1511935" cy="719455"/>
          </a:xfrm>
          <a:custGeom>
            <a:avLst/>
            <a:gdLst/>
            <a:ahLst/>
            <a:cxnLst/>
            <a:rect l="l" t="t" r="r" b="b"/>
            <a:pathLst>
              <a:path w="1511935" h="719454">
                <a:moveTo>
                  <a:pt x="0" y="359663"/>
                </a:moveTo>
                <a:lnTo>
                  <a:pt x="302361" y="0"/>
                </a:lnTo>
                <a:lnTo>
                  <a:pt x="1209421" y="0"/>
                </a:lnTo>
                <a:lnTo>
                  <a:pt x="1511808" y="359663"/>
                </a:lnTo>
                <a:lnTo>
                  <a:pt x="1209421" y="719327"/>
                </a:lnTo>
                <a:lnTo>
                  <a:pt x="302361" y="719327"/>
                </a:lnTo>
                <a:lnTo>
                  <a:pt x="0" y="35966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9254" y="3877436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初始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64029" y="4038600"/>
            <a:ext cx="1009015" cy="78105"/>
          </a:xfrm>
          <a:custGeom>
            <a:avLst/>
            <a:gdLst/>
            <a:ahLst/>
            <a:cxnLst/>
            <a:rect l="l" t="t" r="r" b="b"/>
            <a:pathLst>
              <a:path w="1009014" h="78104">
                <a:moveTo>
                  <a:pt x="931163" y="38862"/>
                </a:moveTo>
                <a:lnTo>
                  <a:pt x="879347" y="77724"/>
                </a:lnTo>
                <a:lnTo>
                  <a:pt x="965707" y="51816"/>
                </a:lnTo>
                <a:lnTo>
                  <a:pt x="931163" y="51816"/>
                </a:lnTo>
                <a:lnTo>
                  <a:pt x="931163" y="38862"/>
                </a:lnTo>
                <a:close/>
              </a:path>
              <a:path w="1009014" h="78104">
                <a:moveTo>
                  <a:pt x="913891" y="25907"/>
                </a:moveTo>
                <a:lnTo>
                  <a:pt x="0" y="25907"/>
                </a:lnTo>
                <a:lnTo>
                  <a:pt x="0" y="51816"/>
                </a:lnTo>
                <a:lnTo>
                  <a:pt x="913891" y="51816"/>
                </a:lnTo>
                <a:lnTo>
                  <a:pt x="931163" y="38862"/>
                </a:lnTo>
                <a:lnTo>
                  <a:pt x="913891" y="25907"/>
                </a:lnTo>
                <a:close/>
              </a:path>
              <a:path w="1009014" h="78104">
                <a:moveTo>
                  <a:pt x="965707" y="25907"/>
                </a:moveTo>
                <a:lnTo>
                  <a:pt x="931163" y="25907"/>
                </a:lnTo>
                <a:lnTo>
                  <a:pt x="931163" y="51816"/>
                </a:lnTo>
                <a:lnTo>
                  <a:pt x="965707" y="51816"/>
                </a:lnTo>
                <a:lnTo>
                  <a:pt x="1008888" y="38862"/>
                </a:lnTo>
                <a:lnTo>
                  <a:pt x="965707" y="25907"/>
                </a:lnTo>
                <a:close/>
              </a:path>
              <a:path w="1009014" h="78104">
                <a:moveTo>
                  <a:pt x="879347" y="0"/>
                </a:moveTo>
                <a:lnTo>
                  <a:pt x="931163" y="38862"/>
                </a:lnTo>
                <a:lnTo>
                  <a:pt x="931163" y="25907"/>
                </a:lnTo>
                <a:lnTo>
                  <a:pt x="965707" y="25907"/>
                </a:lnTo>
                <a:lnTo>
                  <a:pt x="8793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00978" y="3966971"/>
            <a:ext cx="719455" cy="78105"/>
          </a:xfrm>
          <a:custGeom>
            <a:avLst/>
            <a:gdLst/>
            <a:ahLst/>
            <a:cxnLst/>
            <a:rect l="l" t="t" r="r" b="b"/>
            <a:pathLst>
              <a:path w="719454" h="78104">
                <a:moveTo>
                  <a:pt x="641603" y="38861"/>
                </a:moveTo>
                <a:lnTo>
                  <a:pt x="589788" y="77723"/>
                </a:lnTo>
                <a:lnTo>
                  <a:pt x="676148" y="51815"/>
                </a:lnTo>
                <a:lnTo>
                  <a:pt x="641603" y="51815"/>
                </a:lnTo>
                <a:lnTo>
                  <a:pt x="641603" y="38861"/>
                </a:lnTo>
                <a:close/>
              </a:path>
              <a:path w="719454" h="78104">
                <a:moveTo>
                  <a:pt x="624331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624331" y="51815"/>
                </a:lnTo>
                <a:lnTo>
                  <a:pt x="641603" y="38861"/>
                </a:lnTo>
                <a:lnTo>
                  <a:pt x="624331" y="25907"/>
                </a:lnTo>
                <a:close/>
              </a:path>
              <a:path w="719454" h="78104">
                <a:moveTo>
                  <a:pt x="676148" y="25907"/>
                </a:moveTo>
                <a:lnTo>
                  <a:pt x="641603" y="25907"/>
                </a:lnTo>
                <a:lnTo>
                  <a:pt x="641603" y="51815"/>
                </a:lnTo>
                <a:lnTo>
                  <a:pt x="676148" y="51815"/>
                </a:lnTo>
                <a:lnTo>
                  <a:pt x="719327" y="38861"/>
                </a:lnTo>
                <a:lnTo>
                  <a:pt x="676148" y="25907"/>
                </a:lnTo>
                <a:close/>
              </a:path>
              <a:path w="719454" h="78104">
                <a:moveTo>
                  <a:pt x="589788" y="0"/>
                </a:moveTo>
                <a:lnTo>
                  <a:pt x="641603" y="38861"/>
                </a:lnTo>
                <a:lnTo>
                  <a:pt x="641603" y="25907"/>
                </a:lnTo>
                <a:lnTo>
                  <a:pt x="676148" y="25907"/>
                </a:lnTo>
                <a:lnTo>
                  <a:pt x="5897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03853" y="3312363"/>
            <a:ext cx="1695450" cy="2040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433830" algn="l"/>
              </a:tabLst>
            </a:pPr>
            <a:r>
              <a:rPr sz="3600" spc="-5" dirty="0">
                <a:latin typeface="Arial Narrow"/>
                <a:cs typeface="Arial Narrow"/>
              </a:rPr>
              <a:t>1……..	</a:t>
            </a:r>
            <a:r>
              <a:rPr sz="4800" baseline="-2604" dirty="0">
                <a:solidFill>
                  <a:srgbClr val="DD8046"/>
                </a:solidFill>
                <a:latin typeface="Arial Narrow"/>
                <a:cs typeface="Arial Narrow"/>
              </a:rPr>
              <a:t>V</a:t>
            </a:r>
            <a:endParaRPr sz="4800" baseline="-2604">
              <a:latin typeface="Arial Narrow"/>
              <a:cs typeface="Arial Narrow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  <a:tabLst>
                <a:tab pos="1379220" algn="l"/>
              </a:tabLst>
            </a:pPr>
            <a:r>
              <a:rPr sz="3600" spc="-5" dirty="0">
                <a:latin typeface="Arial Narrow"/>
                <a:cs typeface="Arial Narrow"/>
              </a:rPr>
              <a:t>2.……	</a:t>
            </a:r>
            <a:r>
              <a:rPr sz="4800" baseline="3472" dirty="0">
                <a:solidFill>
                  <a:srgbClr val="DD8046"/>
                </a:solidFill>
                <a:latin typeface="Arial Narrow"/>
                <a:cs typeface="Arial Narrow"/>
              </a:rPr>
              <a:t>V</a:t>
            </a:r>
            <a:endParaRPr sz="4800" baseline="3472">
              <a:latin typeface="Arial Narrow"/>
              <a:cs typeface="Arial Narrow"/>
            </a:endParaRPr>
          </a:p>
          <a:p>
            <a:pPr marL="89535">
              <a:lnSpc>
                <a:spcPct val="100000"/>
              </a:lnSpc>
            </a:pPr>
            <a:r>
              <a:rPr sz="3600" spc="-5" dirty="0">
                <a:latin typeface="Arial Narrow"/>
                <a:cs typeface="Arial Narrow"/>
              </a:rPr>
              <a:t>3……..</a:t>
            </a:r>
            <a:r>
              <a:rPr sz="3600" spc="55" dirty="0">
                <a:latin typeface="Arial Narrow"/>
                <a:cs typeface="Arial Narrow"/>
              </a:rPr>
              <a:t> </a:t>
            </a:r>
            <a:r>
              <a:rPr sz="4800" baseline="9548" dirty="0">
                <a:solidFill>
                  <a:srgbClr val="DD8046"/>
                </a:solidFill>
                <a:latin typeface="Arial Narrow"/>
                <a:cs typeface="Arial Narrow"/>
              </a:rPr>
              <a:t>V</a:t>
            </a:r>
            <a:endParaRPr sz="4800" baseline="9548">
              <a:latin typeface="Arial Narrow"/>
              <a:cs typeface="Arial Narrow"/>
            </a:endParaRPr>
          </a:p>
          <a:p>
            <a:pPr marL="120014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Arial Narrow"/>
                <a:cs typeface="Arial Narrow"/>
              </a:rPr>
              <a:t>…………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项目管理过程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36859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0311" y="2688335"/>
            <a:ext cx="8933687" cy="153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软件项目管理过程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892" y="636859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0311" y="2688335"/>
            <a:ext cx="8933687" cy="153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590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项目初始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88967" y="6080861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8562" y="2219086"/>
            <a:ext cx="8075312" cy="25988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267" y="160731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项目计划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73195" y="615279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8105" y="2298466"/>
            <a:ext cx="7247878" cy="25707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4065" y="160731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项目执行控制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12641" y="622533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7706" y="2318938"/>
            <a:ext cx="8693767" cy="3206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23266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项目结束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2994" y="622533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6493" y="2678786"/>
            <a:ext cx="7882039" cy="20273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授课思路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22533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7868" y="1988820"/>
            <a:ext cx="8153400" cy="1540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9917" y="1896237"/>
            <a:ext cx="6014720" cy="13030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514984" indent="-515620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9722"/>
              <a:buAutoNum type="arabicPeriod"/>
              <a:tabLst>
                <a:tab pos="514984" algn="l"/>
                <a:tab pos="515620" algn="l"/>
              </a:tabLst>
            </a:pPr>
            <a:r>
              <a:rPr sz="3600" dirty="0">
                <a:latin typeface="华文新魏"/>
                <a:cs typeface="华文新魏"/>
              </a:rPr>
              <a:t>基于路线图的项目案例分析</a:t>
            </a:r>
            <a:endParaRPr sz="3600">
              <a:latin typeface="华文新魏"/>
              <a:cs typeface="华文新魏"/>
            </a:endParaRPr>
          </a:p>
          <a:p>
            <a:pPr marL="514984" indent="-51562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722"/>
              <a:buAutoNum type="arabicPeriod"/>
              <a:tabLst>
                <a:tab pos="514984" algn="l"/>
                <a:tab pos="515620" algn="l"/>
              </a:tabLst>
            </a:pPr>
            <a:r>
              <a:rPr sz="3600" dirty="0">
                <a:latin typeface="华文新魏"/>
                <a:cs typeface="华文新魏"/>
              </a:rPr>
              <a:t>基于路线图的项目实践</a:t>
            </a:r>
            <a:endParaRPr sz="36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11442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华文隶书"/>
                <a:cs typeface="华文隶书"/>
              </a:rPr>
              <a:t>小结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4829" y="629726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2503423"/>
            <a:ext cx="324485" cy="2511425"/>
          </a:xfrm>
          <a:custGeom>
            <a:avLst/>
            <a:gdLst/>
            <a:ahLst/>
            <a:cxnLst/>
            <a:rect l="l" t="t" r="r" b="b"/>
            <a:pathLst>
              <a:path w="324484" h="2511425">
                <a:moveTo>
                  <a:pt x="323989" y="0"/>
                </a:moveTo>
                <a:lnTo>
                  <a:pt x="243001" y="0"/>
                </a:lnTo>
                <a:lnTo>
                  <a:pt x="227233" y="3186"/>
                </a:lnTo>
                <a:lnTo>
                  <a:pt x="214360" y="11874"/>
                </a:lnTo>
                <a:lnTo>
                  <a:pt x="205682" y="24753"/>
                </a:lnTo>
                <a:lnTo>
                  <a:pt x="202501" y="40512"/>
                </a:lnTo>
                <a:lnTo>
                  <a:pt x="205682" y="56272"/>
                </a:lnTo>
                <a:lnTo>
                  <a:pt x="214360" y="69151"/>
                </a:lnTo>
                <a:lnTo>
                  <a:pt x="227233" y="77839"/>
                </a:lnTo>
                <a:lnTo>
                  <a:pt x="243001" y="81025"/>
                </a:lnTo>
                <a:lnTo>
                  <a:pt x="274526" y="74652"/>
                </a:lnTo>
                <a:lnTo>
                  <a:pt x="300269" y="57276"/>
                </a:lnTo>
                <a:lnTo>
                  <a:pt x="317625" y="31519"/>
                </a:lnTo>
                <a:lnTo>
                  <a:pt x="323989" y="0"/>
                </a:lnTo>
                <a:close/>
              </a:path>
              <a:path w="324484" h="2511425">
                <a:moveTo>
                  <a:pt x="81000" y="2349246"/>
                </a:moveTo>
                <a:lnTo>
                  <a:pt x="49468" y="2355619"/>
                </a:lnTo>
                <a:lnTo>
                  <a:pt x="23722" y="2372995"/>
                </a:lnTo>
                <a:lnTo>
                  <a:pt x="6364" y="2398752"/>
                </a:lnTo>
                <a:lnTo>
                  <a:pt x="0" y="2430272"/>
                </a:lnTo>
                <a:lnTo>
                  <a:pt x="6364" y="2461791"/>
                </a:lnTo>
                <a:lnTo>
                  <a:pt x="23722" y="2487549"/>
                </a:lnTo>
                <a:lnTo>
                  <a:pt x="49468" y="2504924"/>
                </a:lnTo>
                <a:lnTo>
                  <a:pt x="81000" y="2511298"/>
                </a:lnTo>
                <a:lnTo>
                  <a:pt x="112525" y="2504924"/>
                </a:lnTo>
                <a:lnTo>
                  <a:pt x="138268" y="2487549"/>
                </a:lnTo>
                <a:lnTo>
                  <a:pt x="155624" y="2461791"/>
                </a:lnTo>
                <a:lnTo>
                  <a:pt x="161988" y="2430272"/>
                </a:lnTo>
                <a:lnTo>
                  <a:pt x="81000" y="2430272"/>
                </a:lnTo>
                <a:lnTo>
                  <a:pt x="96761" y="2427085"/>
                </a:lnTo>
                <a:lnTo>
                  <a:pt x="109631" y="2418397"/>
                </a:lnTo>
                <a:lnTo>
                  <a:pt x="118307" y="2405518"/>
                </a:lnTo>
                <a:lnTo>
                  <a:pt x="121488" y="2389759"/>
                </a:lnTo>
                <a:lnTo>
                  <a:pt x="118307" y="2373999"/>
                </a:lnTo>
                <a:lnTo>
                  <a:pt x="109631" y="2361120"/>
                </a:lnTo>
                <a:lnTo>
                  <a:pt x="96761" y="2352432"/>
                </a:lnTo>
                <a:lnTo>
                  <a:pt x="81000" y="2349246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1886" y="2422398"/>
            <a:ext cx="8103234" cy="2592705"/>
          </a:xfrm>
          <a:custGeom>
            <a:avLst/>
            <a:gdLst/>
            <a:ahLst/>
            <a:cxnLst/>
            <a:rect l="l" t="t" r="r" b="b"/>
            <a:pathLst>
              <a:path w="8103234" h="2592704">
                <a:moveTo>
                  <a:pt x="161988" y="2430272"/>
                </a:moveTo>
                <a:lnTo>
                  <a:pt x="161988" y="81025"/>
                </a:lnTo>
                <a:lnTo>
                  <a:pt x="168354" y="49506"/>
                </a:lnTo>
                <a:lnTo>
                  <a:pt x="185715" y="23749"/>
                </a:lnTo>
                <a:lnTo>
                  <a:pt x="211462" y="6373"/>
                </a:lnTo>
                <a:lnTo>
                  <a:pt x="242989" y="0"/>
                </a:lnTo>
                <a:lnTo>
                  <a:pt x="8022082" y="0"/>
                </a:lnTo>
                <a:lnTo>
                  <a:pt x="8053601" y="6373"/>
                </a:lnTo>
                <a:lnTo>
                  <a:pt x="8079359" y="23749"/>
                </a:lnTo>
                <a:lnTo>
                  <a:pt x="8096734" y="49506"/>
                </a:lnTo>
                <a:lnTo>
                  <a:pt x="8103108" y="81025"/>
                </a:lnTo>
                <a:lnTo>
                  <a:pt x="8096734" y="112545"/>
                </a:lnTo>
                <a:lnTo>
                  <a:pt x="8079359" y="138302"/>
                </a:lnTo>
                <a:lnTo>
                  <a:pt x="8053601" y="155678"/>
                </a:lnTo>
                <a:lnTo>
                  <a:pt x="8022082" y="162051"/>
                </a:lnTo>
                <a:lnTo>
                  <a:pt x="7941056" y="162051"/>
                </a:lnTo>
                <a:lnTo>
                  <a:pt x="7941056" y="2511297"/>
                </a:lnTo>
                <a:lnTo>
                  <a:pt x="7934702" y="2542817"/>
                </a:lnTo>
                <a:lnTo>
                  <a:pt x="7917370" y="2568575"/>
                </a:lnTo>
                <a:lnTo>
                  <a:pt x="7891656" y="2585950"/>
                </a:lnTo>
                <a:lnTo>
                  <a:pt x="7860157" y="2592324"/>
                </a:lnTo>
                <a:lnTo>
                  <a:pt x="81000" y="2592324"/>
                </a:lnTo>
                <a:lnTo>
                  <a:pt x="49468" y="2585950"/>
                </a:lnTo>
                <a:lnTo>
                  <a:pt x="23722" y="2568575"/>
                </a:lnTo>
                <a:lnTo>
                  <a:pt x="6364" y="2542817"/>
                </a:lnTo>
                <a:lnTo>
                  <a:pt x="0" y="2511297"/>
                </a:lnTo>
                <a:lnTo>
                  <a:pt x="6364" y="2479778"/>
                </a:lnTo>
                <a:lnTo>
                  <a:pt x="23722" y="2454021"/>
                </a:lnTo>
                <a:lnTo>
                  <a:pt x="49468" y="2436645"/>
                </a:lnTo>
                <a:lnTo>
                  <a:pt x="81000" y="2430272"/>
                </a:lnTo>
                <a:lnTo>
                  <a:pt x="161988" y="2430272"/>
                </a:lnTo>
                <a:close/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4468" y="2412492"/>
            <a:ext cx="141312" cy="181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4875" y="2584450"/>
            <a:ext cx="7698105" cy="0"/>
          </a:xfrm>
          <a:custGeom>
            <a:avLst/>
            <a:gdLst/>
            <a:ahLst/>
            <a:cxnLst/>
            <a:rect l="l" t="t" r="r" b="b"/>
            <a:pathLst>
              <a:path w="7698105">
                <a:moveTo>
                  <a:pt x="7698066" y="0"/>
                </a:moveTo>
                <a:lnTo>
                  <a:pt x="0" y="0"/>
                </a:lnTo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2980" y="4842764"/>
            <a:ext cx="100799" cy="181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2017" y="2737815"/>
            <a:ext cx="441833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6550" indent="-32448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"/>
              <a:tabLst>
                <a:tab pos="337185" algn="l"/>
              </a:tabLst>
            </a:pPr>
            <a:r>
              <a:rPr sz="3200" b="1" spc="5" dirty="0">
                <a:solidFill>
                  <a:srgbClr val="A07B36"/>
                </a:solidFill>
                <a:latin typeface="华文新魏"/>
                <a:cs typeface="华文新魏"/>
              </a:rPr>
              <a:t>软件</a:t>
            </a:r>
            <a:r>
              <a:rPr sz="3200" b="1" dirty="0">
                <a:solidFill>
                  <a:srgbClr val="A07B36"/>
                </a:solidFill>
                <a:latin typeface="华文新魏"/>
                <a:cs typeface="华文新魏"/>
              </a:rPr>
              <a:t>项目</a:t>
            </a:r>
            <a:r>
              <a:rPr sz="3200" b="1" spc="-15" dirty="0">
                <a:solidFill>
                  <a:srgbClr val="A07B36"/>
                </a:solidFill>
                <a:latin typeface="华文新魏"/>
                <a:cs typeface="华文新魏"/>
              </a:rPr>
              <a:t>管</a:t>
            </a:r>
            <a:r>
              <a:rPr sz="3200" b="1" dirty="0">
                <a:solidFill>
                  <a:srgbClr val="A07B36"/>
                </a:solidFill>
                <a:latin typeface="华文新魏"/>
                <a:cs typeface="华文新魏"/>
              </a:rPr>
              <a:t>理基</a:t>
            </a:r>
            <a:r>
              <a:rPr sz="3200" b="1" spc="-15" dirty="0">
                <a:solidFill>
                  <a:srgbClr val="A07B36"/>
                </a:solidFill>
                <a:latin typeface="华文新魏"/>
                <a:cs typeface="华文新魏"/>
              </a:rPr>
              <a:t>本</a:t>
            </a:r>
            <a:r>
              <a:rPr sz="3200" b="1" dirty="0">
                <a:solidFill>
                  <a:srgbClr val="A07B36"/>
                </a:solidFill>
                <a:latin typeface="华文新魏"/>
                <a:cs typeface="华文新魏"/>
              </a:rPr>
              <a:t>概念</a:t>
            </a:r>
            <a:endParaRPr sz="3200">
              <a:latin typeface="华文新魏"/>
              <a:cs typeface="华文新魏"/>
            </a:endParaRPr>
          </a:p>
          <a:p>
            <a:pPr marL="336550" indent="-324485">
              <a:lnSpc>
                <a:spcPct val="100000"/>
              </a:lnSpc>
              <a:buSzPct val="96875"/>
              <a:buFont typeface="Wingdings"/>
              <a:buChar char=""/>
              <a:tabLst>
                <a:tab pos="337185" algn="l"/>
              </a:tabLst>
            </a:pPr>
            <a:r>
              <a:rPr sz="3200" b="1" spc="5" dirty="0">
                <a:solidFill>
                  <a:srgbClr val="A07B36"/>
                </a:solidFill>
                <a:latin typeface="华文新魏"/>
                <a:cs typeface="华文新魏"/>
              </a:rPr>
              <a:t>项目</a:t>
            </a:r>
            <a:r>
              <a:rPr sz="3200" b="1" dirty="0">
                <a:solidFill>
                  <a:srgbClr val="A07B36"/>
                </a:solidFill>
                <a:latin typeface="华文新魏"/>
                <a:cs typeface="华文新魏"/>
              </a:rPr>
              <a:t>管理知识体系</a:t>
            </a:r>
            <a:endParaRPr sz="3200">
              <a:latin typeface="华文新魏"/>
              <a:cs typeface="华文新魏"/>
            </a:endParaRPr>
          </a:p>
          <a:p>
            <a:pPr marL="336550" indent="-324485">
              <a:lnSpc>
                <a:spcPct val="100000"/>
              </a:lnSpc>
              <a:buSzPct val="96875"/>
              <a:buFont typeface="Wingdings"/>
              <a:buChar char=""/>
              <a:tabLst>
                <a:tab pos="337185" algn="l"/>
              </a:tabLst>
            </a:pPr>
            <a:r>
              <a:rPr sz="3200" b="1" spc="5" dirty="0">
                <a:solidFill>
                  <a:srgbClr val="A07B36"/>
                </a:solidFill>
                <a:latin typeface="华文新魏"/>
                <a:cs typeface="华文新魏"/>
              </a:rPr>
              <a:t>敏捷</a:t>
            </a:r>
            <a:r>
              <a:rPr sz="3200" b="1" dirty="0">
                <a:solidFill>
                  <a:srgbClr val="A07B36"/>
                </a:solidFill>
                <a:latin typeface="华文新魏"/>
                <a:cs typeface="华文新魏"/>
              </a:rPr>
              <a:t>思维</a:t>
            </a:r>
            <a:endParaRPr sz="3200">
              <a:latin typeface="华文新魏"/>
              <a:cs typeface="华文新魏"/>
            </a:endParaRPr>
          </a:p>
          <a:p>
            <a:pPr marL="336550" indent="-324485">
              <a:lnSpc>
                <a:spcPct val="100000"/>
              </a:lnSpc>
              <a:buSzPct val="96875"/>
              <a:buFont typeface="Wingdings"/>
              <a:buChar char=""/>
              <a:tabLst>
                <a:tab pos="337185" algn="l"/>
              </a:tabLst>
            </a:pPr>
            <a:r>
              <a:rPr sz="3200" b="1" spc="5" dirty="0">
                <a:solidFill>
                  <a:srgbClr val="A07B36"/>
                </a:solidFill>
                <a:latin typeface="华文新魏"/>
                <a:cs typeface="华文新魏"/>
              </a:rPr>
              <a:t>软件</a:t>
            </a:r>
            <a:r>
              <a:rPr sz="3200" b="1" dirty="0">
                <a:solidFill>
                  <a:srgbClr val="A07B36"/>
                </a:solidFill>
                <a:latin typeface="华文新魏"/>
                <a:cs typeface="华文新魏"/>
              </a:rPr>
              <a:t>项目</a:t>
            </a:r>
            <a:r>
              <a:rPr sz="3200" b="1" spc="-15" dirty="0">
                <a:solidFill>
                  <a:srgbClr val="A07B36"/>
                </a:solidFill>
                <a:latin typeface="华文新魏"/>
                <a:cs typeface="华文新魏"/>
              </a:rPr>
              <a:t>管</a:t>
            </a:r>
            <a:r>
              <a:rPr sz="3200" b="1" dirty="0">
                <a:solidFill>
                  <a:srgbClr val="A07B36"/>
                </a:solidFill>
                <a:latin typeface="华文新魏"/>
                <a:cs typeface="华文新魏"/>
              </a:rPr>
              <a:t>理过程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614</Words>
  <Application>Microsoft Macintosh PowerPoint</Application>
  <PresentationFormat>全屏显示(4:3)</PresentationFormat>
  <Paragraphs>360</Paragraphs>
  <Slides>52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9" baseType="lpstr">
      <vt:lpstr>方正姚体</vt:lpstr>
      <vt:lpstr>黑体</vt:lpstr>
      <vt:lpstr>华文仿宋</vt:lpstr>
      <vt:lpstr>华文琥珀</vt:lpstr>
      <vt:lpstr>华文隶书</vt:lpstr>
      <vt:lpstr>华文新魏</vt:lpstr>
      <vt:lpstr>隶书</vt:lpstr>
      <vt:lpstr>宋体</vt:lpstr>
      <vt:lpstr>微软雅黑</vt:lpstr>
      <vt:lpstr>Arial</vt:lpstr>
      <vt:lpstr>Arial Black</vt:lpstr>
      <vt:lpstr>Arial Narrow</vt:lpstr>
      <vt:lpstr>Calibri</vt:lpstr>
      <vt:lpstr>Times New Roman</vt:lpstr>
      <vt:lpstr>Tw Cen MT</vt:lpstr>
      <vt:lpstr>Wingdings</vt:lpstr>
      <vt:lpstr>Office Theme</vt:lpstr>
      <vt:lpstr>项目不成功：问题很多</vt:lpstr>
      <vt:lpstr>PowerPoint 演示文稿</vt:lpstr>
      <vt:lpstr>课程教材、实践教材</vt:lpstr>
      <vt:lpstr>PowerPoint 演示文稿</vt:lpstr>
      <vt:lpstr>本章要点</vt:lpstr>
      <vt:lpstr>哪些活动是项目？</vt:lpstr>
      <vt:lpstr>项目定义</vt:lpstr>
      <vt:lpstr>项目的特征</vt:lpstr>
      <vt:lpstr>项目与日常运作</vt:lpstr>
      <vt:lpstr>项目集(Programs)与项目(Project)</vt:lpstr>
      <vt:lpstr>软件项目的特殊性</vt:lpstr>
      <vt:lpstr>本章要点</vt:lpstr>
      <vt:lpstr>项目管理背景</vt:lpstr>
      <vt:lpstr>PowerPoint 演示文稿</vt:lpstr>
      <vt:lpstr>项目管理定义</vt:lpstr>
      <vt:lpstr>软件项目管理</vt:lpstr>
      <vt:lpstr>与传统行业的项目管理比较</vt:lpstr>
      <vt:lpstr>软件项目管理基础</vt:lpstr>
      <vt:lpstr>本章要点</vt:lpstr>
      <vt:lpstr>PMBOK(A guide to the Project management  Body Of Knowledge:项目管理知识体系指南)</vt:lpstr>
      <vt:lpstr>PMBOK 体系图</vt:lpstr>
      <vt:lpstr>项目管理五大过程组</vt:lpstr>
      <vt:lpstr>PMBOK: 10 Knowledge Areas</vt:lpstr>
      <vt:lpstr>PMBOK知识架构</vt:lpstr>
      <vt:lpstr>过程组与知识域关系</vt:lpstr>
      <vt:lpstr>德国换井盖项目的启发</vt:lpstr>
      <vt:lpstr>不关注过程图示</vt:lpstr>
      <vt:lpstr>关注过程图示</vt:lpstr>
      <vt:lpstr>软件项目管理知识体系</vt:lpstr>
      <vt:lpstr>本章要点</vt:lpstr>
      <vt:lpstr>软件项目很特殊</vt:lpstr>
      <vt:lpstr>传统软件开发面临挑战</vt:lpstr>
      <vt:lpstr>Rapid software development</vt:lpstr>
      <vt:lpstr>敏捷模型（Agile Development）</vt:lpstr>
      <vt:lpstr>一开始都不知道细节</vt:lpstr>
      <vt:lpstr>敏捷开发过程: 慢慢改进</vt:lpstr>
      <vt:lpstr>Agile Manifesto - 4 Values</vt:lpstr>
      <vt:lpstr>PowerPoint 演示文稿</vt:lpstr>
      <vt:lpstr>12 Principles</vt:lpstr>
      <vt:lpstr>PowerPoint 演示文稿</vt:lpstr>
      <vt:lpstr>《敏捷宣言》价值观、原则和通用实践之间的关系</vt:lpstr>
      <vt:lpstr>What is Agile?</vt:lpstr>
      <vt:lpstr>本章要点</vt:lpstr>
      <vt:lpstr>“商品采购”项目管理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授课思路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软件开发项目管理</dc:title>
  <dc:subject>第  0  章</dc:subject>
  <dc:creator>Casey han</dc:creator>
  <cp:lastModifiedBy>Microsoft Office 用户</cp:lastModifiedBy>
  <cp:revision>1</cp:revision>
  <dcterms:created xsi:type="dcterms:W3CDTF">2020-06-12T01:06:34Z</dcterms:created>
  <dcterms:modified xsi:type="dcterms:W3CDTF">2025-12-23T03:13:56Z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