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0"/>
    <p:restoredTop sz="94436"/>
  </p:normalViewPr>
  <p:slideViewPr>
    <p:cSldViewPr>
      <p:cViewPr varScale="1">
        <p:scale>
          <a:sx n="104" d="100"/>
          <a:sy n="104" d="100"/>
        </p:scale>
        <p:origin x="360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5602" y="315213"/>
            <a:ext cx="8692794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4065" y="305257"/>
            <a:ext cx="8195868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0594" y="1774698"/>
            <a:ext cx="8782811" cy="2546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9" Type="http://schemas.openxmlformats.org/officeDocument/2006/relationships/image" Target="../media/image66.png"/><Relationship Id="rId21" Type="http://schemas.openxmlformats.org/officeDocument/2006/relationships/image" Target="../media/image48.png"/><Relationship Id="rId34" Type="http://schemas.openxmlformats.org/officeDocument/2006/relationships/image" Target="../media/image61.png"/><Relationship Id="rId42" Type="http://schemas.openxmlformats.org/officeDocument/2006/relationships/image" Target="../media/image69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32" Type="http://schemas.openxmlformats.org/officeDocument/2006/relationships/image" Target="../media/image59.png"/><Relationship Id="rId37" Type="http://schemas.openxmlformats.org/officeDocument/2006/relationships/image" Target="../media/image64.png"/><Relationship Id="rId40" Type="http://schemas.openxmlformats.org/officeDocument/2006/relationships/image" Target="../media/image67.png"/><Relationship Id="rId45" Type="http://schemas.openxmlformats.org/officeDocument/2006/relationships/image" Target="../media/image72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36" Type="http://schemas.openxmlformats.org/officeDocument/2006/relationships/image" Target="../media/image63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4" Type="http://schemas.openxmlformats.org/officeDocument/2006/relationships/image" Target="../media/image71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35" Type="http://schemas.openxmlformats.org/officeDocument/2006/relationships/image" Target="../media/image62.png"/><Relationship Id="rId43" Type="http://schemas.openxmlformats.org/officeDocument/2006/relationships/image" Target="../media/image70.png"/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38" Type="http://schemas.openxmlformats.org/officeDocument/2006/relationships/image" Target="../media/image65.png"/><Relationship Id="rId46" Type="http://schemas.openxmlformats.org/officeDocument/2006/relationships/image" Target="../media/image73.png"/><Relationship Id="rId20" Type="http://schemas.openxmlformats.org/officeDocument/2006/relationships/image" Target="../media/image47.png"/><Relationship Id="rId41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160731"/>
            <a:ext cx="4500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路线图：范围计划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4611" y="2491739"/>
            <a:ext cx="8117275" cy="2377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2338" y="331165"/>
            <a:ext cx="4969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32810" algn="l"/>
              </a:tabLst>
            </a:pPr>
            <a:r>
              <a:rPr sz="4000" spc="-10" dirty="0">
                <a:solidFill>
                  <a:srgbClr val="775F54"/>
                </a:solidFill>
                <a:latin typeface="华文琥珀"/>
                <a:cs typeface="华文琥珀"/>
              </a:rPr>
              <a:t>软件项目管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理</a:t>
            </a:r>
            <a:r>
              <a:rPr sz="4000" dirty="0">
                <a:solidFill>
                  <a:srgbClr val="775F54"/>
                </a:solidFill>
                <a:latin typeface="华文琥珀"/>
                <a:cs typeface="华文琥珀"/>
              </a:rPr>
              <a:t>	</a:t>
            </a:r>
            <a:r>
              <a:rPr sz="4000" spc="-10" dirty="0">
                <a:solidFill>
                  <a:srgbClr val="775F54"/>
                </a:solidFill>
                <a:latin typeface="华文琥珀"/>
                <a:cs typeface="华文琥珀"/>
              </a:rPr>
              <a:t>第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二篇</a:t>
            </a:r>
            <a:endParaRPr sz="4000">
              <a:latin typeface="华文琥珀"/>
              <a:cs typeface="华文琥珀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7851" y="2556509"/>
            <a:ext cx="4906010" cy="2397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0" b="1" spc="-10" dirty="0">
                <a:solidFill>
                  <a:srgbClr val="FF66FF"/>
                </a:solidFill>
                <a:latin typeface="华文隶书"/>
                <a:cs typeface="华文隶书"/>
              </a:rPr>
              <a:t>第 5</a:t>
            </a:r>
            <a:r>
              <a:rPr sz="6000" b="1" spc="10" dirty="0">
                <a:solidFill>
                  <a:srgbClr val="FF66FF"/>
                </a:solidFill>
                <a:latin typeface="华文隶书"/>
                <a:cs typeface="华文隶书"/>
              </a:rPr>
              <a:t> </a:t>
            </a:r>
            <a:r>
              <a:rPr sz="6000" b="1" spc="-10" dirty="0">
                <a:solidFill>
                  <a:srgbClr val="FF66FF"/>
                </a:solidFill>
                <a:latin typeface="华文隶书"/>
                <a:cs typeface="华文隶书"/>
              </a:rPr>
              <a:t>章</a:t>
            </a:r>
            <a:endParaRPr sz="6000">
              <a:latin typeface="华文隶书"/>
              <a:cs typeface="华文隶书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4800" b="1" dirty="0">
                <a:solidFill>
                  <a:srgbClr val="FF66FF"/>
                </a:solidFill>
                <a:latin typeface="华文隶书"/>
                <a:cs typeface="华文隶书"/>
              </a:rPr>
              <a:t>软件项</a:t>
            </a:r>
            <a:r>
              <a:rPr sz="4800" b="1" spc="-5" dirty="0">
                <a:solidFill>
                  <a:srgbClr val="FF66FF"/>
                </a:solidFill>
                <a:latin typeface="华文隶书"/>
                <a:cs typeface="华文隶书"/>
              </a:rPr>
              <a:t>目任务分解</a:t>
            </a:r>
            <a:endParaRPr sz="48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48814" y="966977"/>
            <a:ext cx="3355975" cy="0"/>
          </a:xfrm>
          <a:custGeom>
            <a:avLst/>
            <a:gdLst/>
            <a:ahLst/>
            <a:cxnLst/>
            <a:rect l="l" t="t" r="r" b="b"/>
            <a:pathLst>
              <a:path w="3355975">
                <a:moveTo>
                  <a:pt x="0" y="0"/>
                </a:moveTo>
                <a:lnTo>
                  <a:pt x="3355848" y="0"/>
                </a:lnTo>
              </a:path>
            </a:pathLst>
          </a:custGeom>
          <a:ln w="10667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100"/>
              </a:spcBef>
            </a:pPr>
            <a:r>
              <a:rPr dirty="0"/>
              <a:t>类比：</a:t>
            </a:r>
            <a:r>
              <a:rPr dirty="0">
                <a:solidFill>
                  <a:srgbClr val="F7B615"/>
                </a:solidFill>
              </a:rPr>
              <a:t>房屋建筑工</a:t>
            </a:r>
            <a:r>
              <a:rPr spc="5" dirty="0">
                <a:solidFill>
                  <a:srgbClr val="F7B615"/>
                </a:solidFill>
              </a:rPr>
              <a:t>程</a:t>
            </a:r>
            <a:r>
              <a:rPr dirty="0"/>
              <a:t>项目</a:t>
            </a:r>
            <a:r>
              <a:rPr spc="-15" dirty="0"/>
              <a:t>的</a:t>
            </a:r>
            <a:r>
              <a:rPr i="1" spc="-5" dirty="0">
                <a:latin typeface="华文隶书"/>
                <a:cs typeface="华文隶书"/>
              </a:rPr>
              <a:t>3</a:t>
            </a:r>
            <a:r>
              <a:rPr dirty="0"/>
              <a:t>级分解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188967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5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7521" y="1707897"/>
            <a:ext cx="8324085" cy="41830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54838"/>
            <a:ext cx="72961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华文中宋"/>
                <a:cs typeface="华文中宋"/>
              </a:rPr>
              <a:t>日</a:t>
            </a:r>
            <a:r>
              <a:rPr b="1" spc="10" dirty="0">
                <a:latin typeface="华文中宋"/>
                <a:cs typeface="华文中宋"/>
              </a:rPr>
              <a:t>本</a:t>
            </a:r>
            <a:r>
              <a:rPr b="1" spc="-5" dirty="0">
                <a:latin typeface="华文中宋"/>
                <a:cs typeface="华文中宋"/>
              </a:rPr>
              <a:t>某建筑项目</a:t>
            </a:r>
            <a:r>
              <a:rPr b="1" spc="-30" dirty="0">
                <a:latin typeface="华文中宋"/>
                <a:cs typeface="华文中宋"/>
              </a:rPr>
              <a:t>任</a:t>
            </a:r>
            <a:r>
              <a:rPr b="1" spc="-5" dirty="0">
                <a:latin typeface="华文中宋"/>
                <a:cs typeface="华文中宋"/>
              </a:rPr>
              <a:t>务分解过程</a:t>
            </a:r>
          </a:p>
        </p:txBody>
      </p:sp>
      <p:sp>
        <p:nvSpPr>
          <p:cNvPr id="3" name="object 3"/>
          <p:cNvSpPr/>
          <p:nvPr/>
        </p:nvSpPr>
        <p:spPr>
          <a:xfrm>
            <a:off x="539495" y="1484375"/>
            <a:ext cx="8209788" cy="4968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258567" y="972311"/>
            <a:ext cx="3404615" cy="32598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54838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中宋"/>
                <a:cs typeface="华文中宋"/>
              </a:rPr>
              <a:t>构建厂里的生产线</a:t>
            </a:r>
          </a:p>
        </p:txBody>
      </p:sp>
      <p:sp>
        <p:nvSpPr>
          <p:cNvPr id="3" name="object 3"/>
          <p:cNvSpPr/>
          <p:nvPr/>
        </p:nvSpPr>
        <p:spPr>
          <a:xfrm>
            <a:off x="1403603" y="1557527"/>
            <a:ext cx="6248400" cy="4686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54838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中宋"/>
                <a:cs typeface="华文中宋"/>
              </a:rPr>
              <a:t>生产线上下来的楼梯</a:t>
            </a:r>
          </a:p>
        </p:txBody>
      </p:sp>
      <p:sp>
        <p:nvSpPr>
          <p:cNvPr id="3" name="object 3"/>
          <p:cNvSpPr/>
          <p:nvPr/>
        </p:nvSpPr>
        <p:spPr>
          <a:xfrm>
            <a:off x="1447800" y="1557527"/>
            <a:ext cx="6364224" cy="47289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54838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中宋"/>
                <a:cs typeface="华文中宋"/>
              </a:rPr>
              <a:t>工厂里贴墙砖</a:t>
            </a:r>
          </a:p>
        </p:txBody>
      </p:sp>
      <p:sp>
        <p:nvSpPr>
          <p:cNvPr id="3" name="object 3"/>
          <p:cNvSpPr/>
          <p:nvPr/>
        </p:nvSpPr>
        <p:spPr>
          <a:xfrm>
            <a:off x="1447800" y="1600200"/>
            <a:ext cx="6248400" cy="4686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88366"/>
            <a:ext cx="7637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5" dirty="0">
                <a:latin typeface="华文中宋"/>
                <a:cs typeface="华文中宋"/>
              </a:rPr>
              <a:t>工厂里出来的墙体就直接带着墙砖</a:t>
            </a:r>
            <a:endParaRPr sz="4000">
              <a:latin typeface="华文中宋"/>
              <a:cs typeface="华文中宋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47800" y="1600200"/>
            <a:ext cx="6248400" cy="4686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54838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中宋"/>
                <a:cs typeface="华文中宋"/>
              </a:rPr>
              <a:t>卫浴间是整体安装</a:t>
            </a:r>
          </a:p>
        </p:txBody>
      </p:sp>
      <p:sp>
        <p:nvSpPr>
          <p:cNvPr id="3" name="object 3"/>
          <p:cNvSpPr/>
          <p:nvPr/>
        </p:nvSpPr>
        <p:spPr>
          <a:xfrm>
            <a:off x="1331975" y="1557527"/>
            <a:ext cx="6364224" cy="47289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18864" y="392938"/>
            <a:ext cx="11442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黑体"/>
                <a:cs typeface="黑体"/>
              </a:rPr>
              <a:t>强调</a:t>
            </a:r>
            <a:endParaRPr sz="44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7002" y="1846326"/>
            <a:ext cx="8531860" cy="4030979"/>
          </a:xfrm>
          <a:custGeom>
            <a:avLst/>
            <a:gdLst/>
            <a:ahLst/>
            <a:cxnLst/>
            <a:rect l="l" t="t" r="r" b="b"/>
            <a:pathLst>
              <a:path w="8531860" h="4030979">
                <a:moveTo>
                  <a:pt x="4159885" y="2787142"/>
                </a:moveTo>
                <a:lnTo>
                  <a:pt x="3351276" y="4030979"/>
                </a:lnTo>
                <a:lnTo>
                  <a:pt x="5232146" y="3683254"/>
                </a:lnTo>
                <a:lnTo>
                  <a:pt x="4159885" y="2787142"/>
                </a:lnTo>
                <a:close/>
              </a:path>
              <a:path w="8531860" h="4030979">
                <a:moveTo>
                  <a:pt x="5537454" y="2697988"/>
                </a:moveTo>
                <a:lnTo>
                  <a:pt x="5232146" y="3683254"/>
                </a:lnTo>
                <a:lnTo>
                  <a:pt x="7166737" y="3376929"/>
                </a:lnTo>
                <a:lnTo>
                  <a:pt x="5537454" y="2697988"/>
                </a:lnTo>
                <a:close/>
              </a:path>
              <a:path w="8531860" h="4030979">
                <a:moveTo>
                  <a:pt x="6650101" y="2415286"/>
                </a:moveTo>
                <a:lnTo>
                  <a:pt x="7166737" y="3376929"/>
                </a:lnTo>
                <a:lnTo>
                  <a:pt x="8531352" y="2480183"/>
                </a:lnTo>
                <a:lnTo>
                  <a:pt x="6650101" y="2415286"/>
                </a:lnTo>
                <a:close/>
              </a:path>
              <a:path w="8531860" h="4030979">
                <a:moveTo>
                  <a:pt x="3047238" y="2916301"/>
                </a:moveTo>
                <a:lnTo>
                  <a:pt x="1880870" y="3287649"/>
                </a:lnTo>
                <a:lnTo>
                  <a:pt x="3148526" y="3287649"/>
                </a:lnTo>
                <a:lnTo>
                  <a:pt x="3047238" y="2916301"/>
                </a:lnTo>
                <a:close/>
              </a:path>
              <a:path w="8531860" h="4030979">
                <a:moveTo>
                  <a:pt x="96849" y="1646549"/>
                </a:moveTo>
                <a:lnTo>
                  <a:pt x="53329" y="2722239"/>
                </a:lnTo>
                <a:lnTo>
                  <a:pt x="1470024" y="2197481"/>
                </a:lnTo>
                <a:lnTo>
                  <a:pt x="96849" y="1646549"/>
                </a:lnTo>
                <a:close/>
              </a:path>
              <a:path w="8531860" h="4030979">
                <a:moveTo>
                  <a:pt x="7896062" y="1656730"/>
                </a:moveTo>
                <a:lnTo>
                  <a:pt x="6954266" y="1954784"/>
                </a:lnTo>
                <a:lnTo>
                  <a:pt x="8531352" y="2480183"/>
                </a:lnTo>
                <a:lnTo>
                  <a:pt x="7896062" y="1656730"/>
                </a:lnTo>
                <a:close/>
              </a:path>
              <a:path w="8531860" h="4030979">
                <a:moveTo>
                  <a:pt x="7749697" y="1467013"/>
                </a:moveTo>
                <a:lnTo>
                  <a:pt x="7896062" y="1656730"/>
                </a:lnTo>
                <a:lnTo>
                  <a:pt x="8332724" y="1518539"/>
                </a:lnTo>
                <a:lnTo>
                  <a:pt x="7749697" y="1467013"/>
                </a:lnTo>
                <a:close/>
              </a:path>
              <a:path w="8531860" h="4030979">
                <a:moveTo>
                  <a:pt x="98828" y="1597624"/>
                </a:moveTo>
                <a:lnTo>
                  <a:pt x="0" y="1607693"/>
                </a:lnTo>
                <a:lnTo>
                  <a:pt x="96849" y="1646549"/>
                </a:lnTo>
                <a:lnTo>
                  <a:pt x="98828" y="1597624"/>
                </a:lnTo>
                <a:close/>
              </a:path>
              <a:path w="8531860" h="4030979">
                <a:moveTo>
                  <a:pt x="146138" y="428244"/>
                </a:moveTo>
                <a:lnTo>
                  <a:pt x="98828" y="1597624"/>
                </a:lnTo>
                <a:lnTo>
                  <a:pt x="1827529" y="1421511"/>
                </a:lnTo>
                <a:lnTo>
                  <a:pt x="146138" y="428244"/>
                </a:lnTo>
                <a:close/>
              </a:path>
              <a:path w="8531860" h="4030979">
                <a:moveTo>
                  <a:pt x="7259574" y="831723"/>
                </a:moveTo>
                <a:lnTo>
                  <a:pt x="6596761" y="1365123"/>
                </a:lnTo>
                <a:lnTo>
                  <a:pt x="7749697" y="1467013"/>
                </a:lnTo>
                <a:lnTo>
                  <a:pt x="7259574" y="831723"/>
                </a:lnTo>
                <a:close/>
              </a:path>
              <a:path w="8531860" h="4030979">
                <a:moveTo>
                  <a:pt x="3298825" y="428244"/>
                </a:moveTo>
                <a:lnTo>
                  <a:pt x="146138" y="428244"/>
                </a:lnTo>
                <a:lnTo>
                  <a:pt x="2887980" y="1179449"/>
                </a:lnTo>
                <a:lnTo>
                  <a:pt x="3298825" y="428244"/>
                </a:lnTo>
                <a:close/>
              </a:path>
              <a:path w="8531860" h="4030979">
                <a:moveTo>
                  <a:pt x="5735701" y="0"/>
                </a:moveTo>
                <a:lnTo>
                  <a:pt x="3298825" y="428244"/>
                </a:lnTo>
                <a:lnTo>
                  <a:pt x="4265676" y="1082421"/>
                </a:lnTo>
                <a:lnTo>
                  <a:pt x="5735701" y="0"/>
                </a:lnTo>
                <a:close/>
              </a:path>
              <a:path w="8531860" h="4030979">
                <a:moveTo>
                  <a:pt x="5735701" y="0"/>
                </a:moveTo>
                <a:lnTo>
                  <a:pt x="5590794" y="993775"/>
                </a:lnTo>
                <a:lnTo>
                  <a:pt x="7259574" y="831723"/>
                </a:lnTo>
                <a:lnTo>
                  <a:pt x="573570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51109" y="1846326"/>
            <a:ext cx="581660" cy="428625"/>
          </a:xfrm>
          <a:custGeom>
            <a:avLst/>
            <a:gdLst/>
            <a:ahLst/>
            <a:cxnLst/>
            <a:rect l="l" t="t" r="r" b="b"/>
            <a:pathLst>
              <a:path w="581660" h="428625">
                <a:moveTo>
                  <a:pt x="0" y="428244"/>
                </a:moveTo>
                <a:lnTo>
                  <a:pt x="336589" y="180403"/>
                </a:lnTo>
                <a:lnTo>
                  <a:pt x="581593" y="0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45528" y="5133975"/>
            <a:ext cx="203200" cy="743585"/>
          </a:xfrm>
          <a:custGeom>
            <a:avLst/>
            <a:gdLst/>
            <a:ahLst/>
            <a:cxnLst/>
            <a:rect l="l" t="t" r="r" b="b"/>
            <a:pathLst>
              <a:path w="203200" h="743585">
                <a:moveTo>
                  <a:pt x="202749" y="743331"/>
                </a:moveTo>
                <a:lnTo>
                  <a:pt x="0" y="0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277872" y="4568571"/>
            <a:ext cx="294640" cy="565785"/>
          </a:xfrm>
          <a:custGeom>
            <a:avLst/>
            <a:gdLst/>
            <a:ahLst/>
            <a:cxnLst/>
            <a:rect l="l" t="t" r="r" b="b"/>
            <a:pathLst>
              <a:path w="294639" h="565785">
                <a:moveTo>
                  <a:pt x="0" y="565403"/>
                </a:moveTo>
                <a:lnTo>
                  <a:pt x="294256" y="0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7002" y="2274570"/>
            <a:ext cx="1827530" cy="2294255"/>
          </a:xfrm>
          <a:custGeom>
            <a:avLst/>
            <a:gdLst/>
            <a:ahLst/>
            <a:cxnLst/>
            <a:rect l="l" t="t" r="r" b="b"/>
            <a:pathLst>
              <a:path w="1827530" h="2294254">
                <a:moveTo>
                  <a:pt x="53329" y="2294000"/>
                </a:moveTo>
                <a:lnTo>
                  <a:pt x="1470024" y="1769237"/>
                </a:lnTo>
                <a:lnTo>
                  <a:pt x="0" y="1179449"/>
                </a:lnTo>
                <a:lnTo>
                  <a:pt x="1827529" y="993266"/>
                </a:lnTo>
                <a:lnTo>
                  <a:pt x="146138" y="0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48278" y="4633467"/>
            <a:ext cx="1880870" cy="1243965"/>
          </a:xfrm>
          <a:custGeom>
            <a:avLst/>
            <a:gdLst/>
            <a:ahLst/>
            <a:cxnLst/>
            <a:rect l="l" t="t" r="r" b="b"/>
            <a:pathLst>
              <a:path w="1880870" h="1243964">
                <a:moveTo>
                  <a:pt x="1880870" y="896111"/>
                </a:moveTo>
                <a:lnTo>
                  <a:pt x="808609" y="0"/>
                </a:lnTo>
                <a:lnTo>
                  <a:pt x="0" y="1243837"/>
                </a:lnTo>
              </a:path>
            </a:pathLst>
          </a:custGeom>
          <a:ln w="19811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629147" y="4544314"/>
            <a:ext cx="1934845" cy="985519"/>
          </a:xfrm>
          <a:custGeom>
            <a:avLst/>
            <a:gdLst/>
            <a:ahLst/>
            <a:cxnLst/>
            <a:rect l="l" t="t" r="r" b="b"/>
            <a:pathLst>
              <a:path w="1934845" h="985520">
                <a:moveTo>
                  <a:pt x="1934591" y="678942"/>
                </a:moveTo>
                <a:lnTo>
                  <a:pt x="305307" y="0"/>
                </a:lnTo>
                <a:lnTo>
                  <a:pt x="0" y="985266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47103" y="4261611"/>
            <a:ext cx="1881505" cy="962025"/>
          </a:xfrm>
          <a:custGeom>
            <a:avLst/>
            <a:gdLst/>
            <a:ahLst/>
            <a:cxnLst/>
            <a:rect l="l" t="t" r="r" b="b"/>
            <a:pathLst>
              <a:path w="1881504" h="962025">
                <a:moveTo>
                  <a:pt x="1881251" y="64896"/>
                </a:moveTo>
                <a:lnTo>
                  <a:pt x="0" y="0"/>
                </a:lnTo>
                <a:lnTo>
                  <a:pt x="516636" y="961644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44240" y="4762627"/>
            <a:ext cx="101600" cy="371475"/>
          </a:xfrm>
          <a:custGeom>
            <a:avLst/>
            <a:gdLst/>
            <a:ahLst/>
            <a:cxnLst/>
            <a:rect l="l" t="t" r="r" b="b"/>
            <a:pathLst>
              <a:path w="101600" h="371475">
                <a:moveTo>
                  <a:pt x="101288" y="371348"/>
                </a:moveTo>
                <a:lnTo>
                  <a:pt x="0" y="0"/>
                </a:lnTo>
              </a:path>
            </a:pathLst>
          </a:custGeom>
          <a:ln w="19811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77872" y="4762627"/>
            <a:ext cx="1166495" cy="371475"/>
          </a:xfrm>
          <a:custGeom>
            <a:avLst/>
            <a:gdLst/>
            <a:ahLst/>
            <a:cxnLst/>
            <a:rect l="l" t="t" r="r" b="b"/>
            <a:pathLst>
              <a:path w="1166495" h="371475">
                <a:moveTo>
                  <a:pt x="1166367" y="0"/>
                </a:moveTo>
                <a:lnTo>
                  <a:pt x="0" y="371348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572128" y="4447285"/>
            <a:ext cx="63500" cy="121285"/>
          </a:xfrm>
          <a:custGeom>
            <a:avLst/>
            <a:gdLst/>
            <a:ahLst/>
            <a:cxnLst/>
            <a:rect l="l" t="t" r="r" b="b"/>
            <a:pathLst>
              <a:path w="63500" h="121285">
                <a:moveTo>
                  <a:pt x="0" y="121284"/>
                </a:moveTo>
                <a:lnTo>
                  <a:pt x="63121" y="0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93763" y="2678048"/>
            <a:ext cx="1934845" cy="1648460"/>
          </a:xfrm>
          <a:custGeom>
            <a:avLst/>
            <a:gdLst/>
            <a:ahLst/>
            <a:cxnLst/>
            <a:rect l="l" t="t" r="r" b="b"/>
            <a:pathLst>
              <a:path w="1934845" h="1648460">
                <a:moveTo>
                  <a:pt x="662812" y="0"/>
                </a:moveTo>
                <a:lnTo>
                  <a:pt x="0" y="533400"/>
                </a:lnTo>
                <a:lnTo>
                  <a:pt x="1735962" y="686815"/>
                </a:lnTo>
                <a:lnTo>
                  <a:pt x="357504" y="1123061"/>
                </a:lnTo>
                <a:lnTo>
                  <a:pt x="1934590" y="1648459"/>
                </a:lnTo>
              </a:path>
            </a:pathLst>
          </a:custGeom>
          <a:ln w="19811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3140" y="2274570"/>
            <a:ext cx="3152775" cy="751205"/>
          </a:xfrm>
          <a:custGeom>
            <a:avLst/>
            <a:gdLst/>
            <a:ahLst/>
            <a:cxnLst/>
            <a:rect l="l" t="t" r="r" b="b"/>
            <a:pathLst>
              <a:path w="3152775" h="751205">
                <a:moveTo>
                  <a:pt x="0" y="0"/>
                </a:moveTo>
                <a:lnTo>
                  <a:pt x="2741841" y="751204"/>
                </a:lnTo>
                <a:lnTo>
                  <a:pt x="3152686" y="0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62678" y="2274570"/>
            <a:ext cx="889000" cy="654685"/>
          </a:xfrm>
          <a:custGeom>
            <a:avLst/>
            <a:gdLst/>
            <a:ahLst/>
            <a:cxnLst/>
            <a:rect l="l" t="t" r="r" b="b"/>
            <a:pathLst>
              <a:path w="889000" h="654685">
                <a:moveTo>
                  <a:pt x="0" y="654176"/>
                </a:moveTo>
                <a:lnTo>
                  <a:pt x="888431" y="0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695827" y="2274570"/>
            <a:ext cx="967105" cy="654685"/>
          </a:xfrm>
          <a:custGeom>
            <a:avLst/>
            <a:gdLst/>
            <a:ahLst/>
            <a:cxnLst/>
            <a:rect l="l" t="t" r="r" b="b"/>
            <a:pathLst>
              <a:path w="967104" h="654685">
                <a:moveTo>
                  <a:pt x="0" y="0"/>
                </a:moveTo>
                <a:lnTo>
                  <a:pt x="966851" y="654176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987796" y="1846326"/>
            <a:ext cx="1668780" cy="993775"/>
          </a:xfrm>
          <a:custGeom>
            <a:avLst/>
            <a:gdLst/>
            <a:ahLst/>
            <a:cxnLst/>
            <a:rect l="l" t="t" r="r" b="b"/>
            <a:pathLst>
              <a:path w="1668779" h="993775">
                <a:moveTo>
                  <a:pt x="144906" y="0"/>
                </a:moveTo>
                <a:lnTo>
                  <a:pt x="0" y="993775"/>
                </a:lnTo>
                <a:lnTo>
                  <a:pt x="1668779" y="831723"/>
                </a:lnTo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97002" y="1846326"/>
            <a:ext cx="8531860" cy="4030979"/>
          </a:xfrm>
          <a:custGeom>
            <a:avLst/>
            <a:gdLst/>
            <a:ahLst/>
            <a:cxnLst/>
            <a:rect l="l" t="t" r="r" b="b"/>
            <a:pathLst>
              <a:path w="8531860" h="4030979">
                <a:moveTo>
                  <a:pt x="4075919" y="2916301"/>
                </a:moveTo>
                <a:lnTo>
                  <a:pt x="3047238" y="2916301"/>
                </a:lnTo>
                <a:lnTo>
                  <a:pt x="3351276" y="4030979"/>
                </a:lnTo>
                <a:lnTo>
                  <a:pt x="4075919" y="2916301"/>
                </a:lnTo>
                <a:close/>
              </a:path>
              <a:path w="8531860" h="4030979">
                <a:moveTo>
                  <a:pt x="5509827" y="2787142"/>
                </a:moveTo>
                <a:lnTo>
                  <a:pt x="4159885" y="2787142"/>
                </a:lnTo>
                <a:lnTo>
                  <a:pt x="5232146" y="3683254"/>
                </a:lnTo>
                <a:lnTo>
                  <a:pt x="5509827" y="2787142"/>
                </a:lnTo>
                <a:close/>
              </a:path>
              <a:path w="8531860" h="4030979">
                <a:moveTo>
                  <a:pt x="6801980" y="2697988"/>
                </a:moveTo>
                <a:lnTo>
                  <a:pt x="5537454" y="2697988"/>
                </a:lnTo>
                <a:lnTo>
                  <a:pt x="7166737" y="3376929"/>
                </a:lnTo>
                <a:lnTo>
                  <a:pt x="6801980" y="2697988"/>
                </a:lnTo>
                <a:close/>
              </a:path>
              <a:path w="8531860" h="4030979">
                <a:moveTo>
                  <a:pt x="6749852" y="2600960"/>
                </a:moveTo>
                <a:lnTo>
                  <a:pt x="2238248" y="2600960"/>
                </a:lnTo>
                <a:lnTo>
                  <a:pt x="1880870" y="3287649"/>
                </a:lnTo>
                <a:lnTo>
                  <a:pt x="3047238" y="2916301"/>
                </a:lnTo>
                <a:lnTo>
                  <a:pt x="4075919" y="2916301"/>
                </a:lnTo>
                <a:lnTo>
                  <a:pt x="4159885" y="2787142"/>
                </a:lnTo>
                <a:lnTo>
                  <a:pt x="5509827" y="2787142"/>
                </a:lnTo>
                <a:lnTo>
                  <a:pt x="5537454" y="2697988"/>
                </a:lnTo>
                <a:lnTo>
                  <a:pt x="6801980" y="2697988"/>
                </a:lnTo>
                <a:lnTo>
                  <a:pt x="6749852" y="2600960"/>
                </a:lnTo>
                <a:close/>
              </a:path>
              <a:path w="8531860" h="4030979">
                <a:moveTo>
                  <a:pt x="146138" y="428244"/>
                </a:moveTo>
                <a:lnTo>
                  <a:pt x="1827529" y="1421511"/>
                </a:lnTo>
                <a:lnTo>
                  <a:pt x="0" y="1607693"/>
                </a:lnTo>
                <a:lnTo>
                  <a:pt x="1470024" y="2197481"/>
                </a:lnTo>
                <a:lnTo>
                  <a:pt x="53314" y="2722245"/>
                </a:lnTo>
                <a:lnTo>
                  <a:pt x="2238248" y="2600960"/>
                </a:lnTo>
                <a:lnTo>
                  <a:pt x="6749852" y="2600960"/>
                </a:lnTo>
                <a:lnTo>
                  <a:pt x="6650101" y="2415286"/>
                </a:lnTo>
                <a:lnTo>
                  <a:pt x="8336551" y="2415286"/>
                </a:lnTo>
                <a:lnTo>
                  <a:pt x="6954266" y="1954784"/>
                </a:lnTo>
                <a:lnTo>
                  <a:pt x="8332724" y="1518539"/>
                </a:lnTo>
                <a:lnTo>
                  <a:pt x="6596761" y="1365123"/>
                </a:lnTo>
                <a:lnTo>
                  <a:pt x="6827483" y="1179449"/>
                </a:lnTo>
                <a:lnTo>
                  <a:pt x="2887980" y="1179449"/>
                </a:lnTo>
                <a:lnTo>
                  <a:pt x="146138" y="428244"/>
                </a:lnTo>
                <a:close/>
              </a:path>
              <a:path w="8531860" h="4030979">
                <a:moveTo>
                  <a:pt x="8336551" y="2415286"/>
                </a:moveTo>
                <a:lnTo>
                  <a:pt x="6650101" y="2415286"/>
                </a:lnTo>
                <a:lnTo>
                  <a:pt x="8531352" y="2480183"/>
                </a:lnTo>
                <a:lnTo>
                  <a:pt x="8336551" y="2415286"/>
                </a:lnTo>
                <a:close/>
              </a:path>
              <a:path w="8531860" h="4030979">
                <a:moveTo>
                  <a:pt x="3298825" y="428244"/>
                </a:moveTo>
                <a:lnTo>
                  <a:pt x="2887980" y="1179449"/>
                </a:lnTo>
                <a:lnTo>
                  <a:pt x="6827483" y="1179449"/>
                </a:lnTo>
                <a:lnTo>
                  <a:pt x="6948051" y="1082421"/>
                </a:lnTo>
                <a:lnTo>
                  <a:pt x="4265676" y="1082421"/>
                </a:lnTo>
                <a:lnTo>
                  <a:pt x="3298825" y="428244"/>
                </a:lnTo>
                <a:close/>
              </a:path>
              <a:path w="8531860" h="4030979">
                <a:moveTo>
                  <a:pt x="5735701" y="0"/>
                </a:moveTo>
                <a:lnTo>
                  <a:pt x="4265676" y="1082421"/>
                </a:lnTo>
                <a:lnTo>
                  <a:pt x="6948051" y="1082421"/>
                </a:lnTo>
                <a:lnTo>
                  <a:pt x="7058205" y="993775"/>
                </a:lnTo>
                <a:lnTo>
                  <a:pt x="5590794" y="993775"/>
                </a:lnTo>
                <a:lnTo>
                  <a:pt x="5735701" y="0"/>
                </a:lnTo>
                <a:close/>
              </a:path>
              <a:path w="8531860" h="4030979">
                <a:moveTo>
                  <a:pt x="7259574" y="831723"/>
                </a:moveTo>
                <a:lnTo>
                  <a:pt x="5590794" y="993775"/>
                </a:lnTo>
                <a:lnTo>
                  <a:pt x="7058205" y="993775"/>
                </a:lnTo>
                <a:lnTo>
                  <a:pt x="7259574" y="831723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97002" y="1846326"/>
            <a:ext cx="8531860" cy="4030979"/>
          </a:xfrm>
          <a:custGeom>
            <a:avLst/>
            <a:gdLst/>
            <a:ahLst/>
            <a:cxnLst/>
            <a:rect l="l" t="t" r="r" b="b"/>
            <a:pathLst>
              <a:path w="8531860" h="4030979">
                <a:moveTo>
                  <a:pt x="4265676" y="1082421"/>
                </a:moveTo>
                <a:lnTo>
                  <a:pt x="5735701" y="0"/>
                </a:lnTo>
                <a:lnTo>
                  <a:pt x="5590794" y="993775"/>
                </a:lnTo>
                <a:lnTo>
                  <a:pt x="7259574" y="831723"/>
                </a:lnTo>
                <a:lnTo>
                  <a:pt x="6596761" y="1365123"/>
                </a:lnTo>
                <a:lnTo>
                  <a:pt x="8332724" y="1518539"/>
                </a:lnTo>
                <a:lnTo>
                  <a:pt x="6954266" y="1954784"/>
                </a:lnTo>
                <a:lnTo>
                  <a:pt x="8531352" y="2480183"/>
                </a:lnTo>
                <a:lnTo>
                  <a:pt x="6650101" y="2415286"/>
                </a:lnTo>
                <a:lnTo>
                  <a:pt x="7166737" y="3376929"/>
                </a:lnTo>
                <a:lnTo>
                  <a:pt x="5537454" y="2697988"/>
                </a:lnTo>
                <a:lnTo>
                  <a:pt x="5232146" y="3683254"/>
                </a:lnTo>
                <a:lnTo>
                  <a:pt x="4159885" y="2787142"/>
                </a:lnTo>
                <a:lnTo>
                  <a:pt x="3351276" y="4030979"/>
                </a:lnTo>
                <a:lnTo>
                  <a:pt x="3047238" y="2916301"/>
                </a:lnTo>
                <a:lnTo>
                  <a:pt x="1880870" y="3287649"/>
                </a:lnTo>
                <a:lnTo>
                  <a:pt x="2238248" y="2600960"/>
                </a:lnTo>
                <a:lnTo>
                  <a:pt x="53314" y="2722245"/>
                </a:lnTo>
                <a:lnTo>
                  <a:pt x="1470024" y="2197481"/>
                </a:lnTo>
                <a:lnTo>
                  <a:pt x="0" y="1607693"/>
                </a:lnTo>
                <a:lnTo>
                  <a:pt x="1827530" y="1421511"/>
                </a:lnTo>
                <a:lnTo>
                  <a:pt x="146138" y="428244"/>
                </a:lnTo>
                <a:lnTo>
                  <a:pt x="2887980" y="1179449"/>
                </a:lnTo>
                <a:lnTo>
                  <a:pt x="3298825" y="428244"/>
                </a:lnTo>
                <a:lnTo>
                  <a:pt x="4265676" y="1082421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459863" y="2944825"/>
            <a:ext cx="4297045" cy="149225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622300" marR="5080" indent="-609600">
              <a:lnSpc>
                <a:spcPct val="100499"/>
              </a:lnSpc>
              <a:spcBef>
                <a:spcPts val="70"/>
              </a:spcBef>
            </a:pPr>
            <a:r>
              <a:rPr sz="4800" b="1" spc="-5" dirty="0">
                <a:solidFill>
                  <a:srgbClr val="C00000"/>
                </a:solidFill>
                <a:latin typeface="华文仿宋"/>
                <a:cs typeface="华文仿宋"/>
              </a:rPr>
              <a:t>任</a:t>
            </a:r>
            <a:r>
              <a:rPr sz="4800" b="1" spc="5" dirty="0">
                <a:solidFill>
                  <a:srgbClr val="C00000"/>
                </a:solidFill>
                <a:latin typeface="华文仿宋"/>
                <a:cs typeface="华文仿宋"/>
              </a:rPr>
              <a:t>务</a:t>
            </a:r>
            <a:r>
              <a:rPr sz="4800" b="1" spc="-5" dirty="0">
                <a:solidFill>
                  <a:srgbClr val="C00000"/>
                </a:solidFill>
                <a:latin typeface="华文仿宋"/>
                <a:cs typeface="华文仿宋"/>
              </a:rPr>
              <a:t>分解是项目 </a:t>
            </a:r>
            <a:r>
              <a:rPr sz="4800" b="1" dirty="0">
                <a:solidFill>
                  <a:srgbClr val="C00000"/>
                </a:solidFill>
                <a:latin typeface="华文仿宋"/>
                <a:cs typeface="华文仿宋"/>
              </a:rPr>
              <a:t>管理的</a:t>
            </a:r>
            <a:r>
              <a:rPr sz="4800" b="1" spc="-5" dirty="0">
                <a:solidFill>
                  <a:srgbClr val="C00000"/>
                </a:solidFill>
                <a:latin typeface="华文仿宋"/>
                <a:cs typeface="华文仿宋"/>
              </a:rPr>
              <a:t>基础</a:t>
            </a:r>
            <a:endParaRPr sz="48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029" y="1268729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 Narrow"/>
                <a:cs typeface="Arial Narrow"/>
              </a:rPr>
              <a:t>11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6298" y="188627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6127" y="1604772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6298" y="28451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6127" y="2563367"/>
            <a:ext cx="483234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6298" y="380587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6127" y="3525011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59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6298" y="476752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6127" y="4485132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0572" y="1604772"/>
            <a:ext cx="4630420" cy="86423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45745" rIns="0" bIns="0" rtlCol="0">
            <a:spAutoFit/>
          </a:bodyPr>
          <a:lstStyle/>
          <a:p>
            <a:pPr marL="1177290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任务分解基本概念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9235" y="2563367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R="88265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任务分解方法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90572" y="3525011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1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敏捷任务分解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0760" y="4485132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33045" rIns="0" bIns="0" rtlCol="0">
            <a:spAutoFit/>
          </a:bodyPr>
          <a:lstStyle/>
          <a:p>
            <a:pPr marR="46990" algn="ctr">
              <a:lnSpc>
                <a:spcPct val="100000"/>
              </a:lnSpc>
              <a:spcBef>
                <a:spcPts val="18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216" y="275589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任务分解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49521" y="60768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5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78835" y="2016251"/>
            <a:ext cx="5828030" cy="1513840"/>
          </a:xfrm>
          <a:custGeom>
            <a:avLst/>
            <a:gdLst/>
            <a:ahLst/>
            <a:cxnLst/>
            <a:rect l="l" t="t" r="r" b="b"/>
            <a:pathLst>
              <a:path w="5828030" h="1513839">
                <a:moveTo>
                  <a:pt x="5635117" y="0"/>
                </a:moveTo>
                <a:lnTo>
                  <a:pt x="192658" y="0"/>
                </a:lnTo>
                <a:lnTo>
                  <a:pt x="148476" y="5087"/>
                </a:lnTo>
                <a:lnTo>
                  <a:pt x="107922" y="19577"/>
                </a:lnTo>
                <a:lnTo>
                  <a:pt x="72150" y="42317"/>
                </a:lnTo>
                <a:lnTo>
                  <a:pt x="42317" y="72150"/>
                </a:lnTo>
                <a:lnTo>
                  <a:pt x="19577" y="107922"/>
                </a:lnTo>
                <a:lnTo>
                  <a:pt x="5087" y="148476"/>
                </a:lnTo>
                <a:lnTo>
                  <a:pt x="0" y="192659"/>
                </a:lnTo>
                <a:lnTo>
                  <a:pt x="0" y="1320673"/>
                </a:lnTo>
                <a:lnTo>
                  <a:pt x="5087" y="1364855"/>
                </a:lnTo>
                <a:lnTo>
                  <a:pt x="19577" y="1405409"/>
                </a:lnTo>
                <a:lnTo>
                  <a:pt x="42317" y="1441181"/>
                </a:lnTo>
                <a:lnTo>
                  <a:pt x="72150" y="1471014"/>
                </a:lnTo>
                <a:lnTo>
                  <a:pt x="107922" y="1493754"/>
                </a:lnTo>
                <a:lnTo>
                  <a:pt x="148476" y="1508244"/>
                </a:lnTo>
                <a:lnTo>
                  <a:pt x="192658" y="1513332"/>
                </a:lnTo>
                <a:lnTo>
                  <a:pt x="5635117" y="1513332"/>
                </a:lnTo>
                <a:lnTo>
                  <a:pt x="5679299" y="1508244"/>
                </a:lnTo>
                <a:lnTo>
                  <a:pt x="5719853" y="1493754"/>
                </a:lnTo>
                <a:lnTo>
                  <a:pt x="5755625" y="1471014"/>
                </a:lnTo>
                <a:lnTo>
                  <a:pt x="5785458" y="1441181"/>
                </a:lnTo>
                <a:lnTo>
                  <a:pt x="5808198" y="1405409"/>
                </a:lnTo>
                <a:lnTo>
                  <a:pt x="5822688" y="1364855"/>
                </a:lnTo>
                <a:lnTo>
                  <a:pt x="5827775" y="1320673"/>
                </a:lnTo>
                <a:lnTo>
                  <a:pt x="5827775" y="192659"/>
                </a:lnTo>
                <a:lnTo>
                  <a:pt x="5822688" y="148476"/>
                </a:lnTo>
                <a:lnTo>
                  <a:pt x="5808198" y="107922"/>
                </a:lnTo>
                <a:lnTo>
                  <a:pt x="5785458" y="72150"/>
                </a:lnTo>
                <a:lnTo>
                  <a:pt x="5755625" y="42317"/>
                </a:lnTo>
                <a:lnTo>
                  <a:pt x="5719853" y="19577"/>
                </a:lnTo>
                <a:lnTo>
                  <a:pt x="5679299" y="5087"/>
                </a:lnTo>
                <a:lnTo>
                  <a:pt x="5635117" y="0"/>
                </a:lnTo>
                <a:close/>
              </a:path>
            </a:pathLst>
          </a:custGeom>
          <a:solidFill>
            <a:srgbClr val="CFD1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90850" y="2119440"/>
            <a:ext cx="5628640" cy="1343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457200" algn="just">
              <a:lnSpc>
                <a:spcPct val="120000"/>
              </a:lnSpc>
              <a:spcBef>
                <a:spcPts val="105"/>
              </a:spcBef>
            </a:pPr>
            <a:r>
              <a:rPr sz="2400" spc="130" dirty="0">
                <a:latin typeface="华文新魏"/>
                <a:cs typeface="华文新魏"/>
              </a:rPr>
              <a:t>将一个项目分解为更多的工作细目或 </a:t>
            </a:r>
            <a:r>
              <a:rPr sz="2400" spc="45" dirty="0">
                <a:latin typeface="华文新魏"/>
                <a:cs typeface="华文新魏"/>
              </a:rPr>
              <a:t>者子项目</a:t>
            </a:r>
            <a:r>
              <a:rPr sz="2400" spc="35" dirty="0">
                <a:latin typeface="华文新魏"/>
                <a:cs typeface="华文新魏"/>
              </a:rPr>
              <a:t>，</a:t>
            </a:r>
            <a:r>
              <a:rPr sz="2400" spc="45" dirty="0">
                <a:latin typeface="华文新魏"/>
                <a:cs typeface="华文新魏"/>
              </a:rPr>
              <a:t>使项目变</a:t>
            </a:r>
            <a:r>
              <a:rPr sz="2400" spc="30" dirty="0">
                <a:latin typeface="华文新魏"/>
                <a:cs typeface="华文新魏"/>
              </a:rPr>
              <a:t>得</a:t>
            </a:r>
            <a:r>
              <a:rPr sz="2400" spc="45" dirty="0">
                <a:latin typeface="华文新魏"/>
                <a:cs typeface="华文新魏"/>
              </a:rPr>
              <a:t>更</a:t>
            </a:r>
            <a:r>
              <a:rPr sz="2400" spc="60" dirty="0">
                <a:latin typeface="华文新魏"/>
                <a:cs typeface="华文新魏"/>
              </a:rPr>
              <a:t>小</a:t>
            </a:r>
            <a:r>
              <a:rPr sz="2400" spc="45" dirty="0">
                <a:latin typeface="华文新魏"/>
                <a:cs typeface="华文新魏"/>
              </a:rPr>
              <a:t>、更</a:t>
            </a:r>
            <a:r>
              <a:rPr sz="2400" spc="30" dirty="0">
                <a:latin typeface="华文新魏"/>
                <a:cs typeface="华文新魏"/>
              </a:rPr>
              <a:t>易</a:t>
            </a:r>
            <a:r>
              <a:rPr sz="2400" spc="45" dirty="0">
                <a:latin typeface="华文新魏"/>
                <a:cs typeface="华文新魏"/>
              </a:rPr>
              <a:t>管</a:t>
            </a:r>
            <a:r>
              <a:rPr sz="2400" spc="55" dirty="0">
                <a:latin typeface="华文新魏"/>
                <a:cs typeface="华文新魏"/>
              </a:rPr>
              <a:t>理</a:t>
            </a:r>
            <a:r>
              <a:rPr sz="2400" dirty="0">
                <a:latin typeface="华文新魏"/>
                <a:cs typeface="华文新魏"/>
              </a:rPr>
              <a:t>、 更易操作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56666" y="1887473"/>
            <a:ext cx="2123440" cy="1889760"/>
          </a:xfrm>
          <a:custGeom>
            <a:avLst/>
            <a:gdLst/>
            <a:ahLst/>
            <a:cxnLst/>
            <a:rect l="l" t="t" r="r" b="b"/>
            <a:pathLst>
              <a:path w="2123440" h="1889760">
                <a:moveTo>
                  <a:pt x="1061466" y="0"/>
                </a:moveTo>
                <a:lnTo>
                  <a:pt x="1010036" y="1089"/>
                </a:lnTo>
                <a:lnTo>
                  <a:pt x="959239" y="4325"/>
                </a:lnTo>
                <a:lnTo>
                  <a:pt x="909129" y="9657"/>
                </a:lnTo>
                <a:lnTo>
                  <a:pt x="859762" y="17037"/>
                </a:lnTo>
                <a:lnTo>
                  <a:pt x="811194" y="26415"/>
                </a:lnTo>
                <a:lnTo>
                  <a:pt x="763479" y="37740"/>
                </a:lnTo>
                <a:lnTo>
                  <a:pt x="716674" y="50964"/>
                </a:lnTo>
                <a:lnTo>
                  <a:pt x="670835" y="66038"/>
                </a:lnTo>
                <a:lnTo>
                  <a:pt x="626017" y="82911"/>
                </a:lnTo>
                <a:lnTo>
                  <a:pt x="582275" y="101535"/>
                </a:lnTo>
                <a:lnTo>
                  <a:pt x="539665" y="121859"/>
                </a:lnTo>
                <a:lnTo>
                  <a:pt x="498243" y="143835"/>
                </a:lnTo>
                <a:lnTo>
                  <a:pt x="458064" y="167412"/>
                </a:lnTo>
                <a:lnTo>
                  <a:pt x="419185" y="192541"/>
                </a:lnTo>
                <a:lnTo>
                  <a:pt x="381660" y="219174"/>
                </a:lnTo>
                <a:lnTo>
                  <a:pt x="345545" y="247259"/>
                </a:lnTo>
                <a:lnTo>
                  <a:pt x="310896" y="276748"/>
                </a:lnTo>
                <a:lnTo>
                  <a:pt x="277768" y="307592"/>
                </a:lnTo>
                <a:lnTo>
                  <a:pt x="246217" y="339740"/>
                </a:lnTo>
                <a:lnTo>
                  <a:pt x="216298" y="373144"/>
                </a:lnTo>
                <a:lnTo>
                  <a:pt x="188068" y="407753"/>
                </a:lnTo>
                <a:lnTo>
                  <a:pt x="161582" y="443519"/>
                </a:lnTo>
                <a:lnTo>
                  <a:pt x="136895" y="480391"/>
                </a:lnTo>
                <a:lnTo>
                  <a:pt x="114063" y="518321"/>
                </a:lnTo>
                <a:lnTo>
                  <a:pt x="93142" y="557258"/>
                </a:lnTo>
                <a:lnTo>
                  <a:pt x="74186" y="597154"/>
                </a:lnTo>
                <a:lnTo>
                  <a:pt x="57253" y="637959"/>
                </a:lnTo>
                <a:lnTo>
                  <a:pt x="42397" y="679623"/>
                </a:lnTo>
                <a:lnTo>
                  <a:pt x="29674" y="722096"/>
                </a:lnTo>
                <a:lnTo>
                  <a:pt x="19139" y="765330"/>
                </a:lnTo>
                <a:lnTo>
                  <a:pt x="10849" y="809275"/>
                </a:lnTo>
                <a:lnTo>
                  <a:pt x="4859" y="853881"/>
                </a:lnTo>
                <a:lnTo>
                  <a:pt x="1224" y="899099"/>
                </a:lnTo>
                <a:lnTo>
                  <a:pt x="0" y="944879"/>
                </a:lnTo>
                <a:lnTo>
                  <a:pt x="1224" y="990660"/>
                </a:lnTo>
                <a:lnTo>
                  <a:pt x="4859" y="1035878"/>
                </a:lnTo>
                <a:lnTo>
                  <a:pt x="10849" y="1080484"/>
                </a:lnTo>
                <a:lnTo>
                  <a:pt x="19139" y="1124429"/>
                </a:lnTo>
                <a:lnTo>
                  <a:pt x="29674" y="1167663"/>
                </a:lnTo>
                <a:lnTo>
                  <a:pt x="42397" y="1210136"/>
                </a:lnTo>
                <a:lnTo>
                  <a:pt x="57253" y="1251800"/>
                </a:lnTo>
                <a:lnTo>
                  <a:pt x="74186" y="1292605"/>
                </a:lnTo>
                <a:lnTo>
                  <a:pt x="93142" y="1332501"/>
                </a:lnTo>
                <a:lnTo>
                  <a:pt x="114063" y="1371438"/>
                </a:lnTo>
                <a:lnTo>
                  <a:pt x="136895" y="1409368"/>
                </a:lnTo>
                <a:lnTo>
                  <a:pt x="161582" y="1446240"/>
                </a:lnTo>
                <a:lnTo>
                  <a:pt x="188068" y="1482006"/>
                </a:lnTo>
                <a:lnTo>
                  <a:pt x="216298" y="1516615"/>
                </a:lnTo>
                <a:lnTo>
                  <a:pt x="246217" y="1550019"/>
                </a:lnTo>
                <a:lnTo>
                  <a:pt x="277768" y="1582167"/>
                </a:lnTo>
                <a:lnTo>
                  <a:pt x="310896" y="1613011"/>
                </a:lnTo>
                <a:lnTo>
                  <a:pt x="345545" y="1642500"/>
                </a:lnTo>
                <a:lnTo>
                  <a:pt x="381660" y="1670585"/>
                </a:lnTo>
                <a:lnTo>
                  <a:pt x="419185" y="1697218"/>
                </a:lnTo>
                <a:lnTo>
                  <a:pt x="458064" y="1722347"/>
                </a:lnTo>
                <a:lnTo>
                  <a:pt x="498243" y="1745924"/>
                </a:lnTo>
                <a:lnTo>
                  <a:pt x="539665" y="1767900"/>
                </a:lnTo>
                <a:lnTo>
                  <a:pt x="582275" y="1788224"/>
                </a:lnTo>
                <a:lnTo>
                  <a:pt x="626017" y="1806848"/>
                </a:lnTo>
                <a:lnTo>
                  <a:pt x="670835" y="1823721"/>
                </a:lnTo>
                <a:lnTo>
                  <a:pt x="716674" y="1838795"/>
                </a:lnTo>
                <a:lnTo>
                  <a:pt x="763479" y="1852019"/>
                </a:lnTo>
                <a:lnTo>
                  <a:pt x="811194" y="1863344"/>
                </a:lnTo>
                <a:lnTo>
                  <a:pt x="859762" y="1872722"/>
                </a:lnTo>
                <a:lnTo>
                  <a:pt x="909129" y="1880102"/>
                </a:lnTo>
                <a:lnTo>
                  <a:pt x="959239" y="1885434"/>
                </a:lnTo>
                <a:lnTo>
                  <a:pt x="1010036" y="1888670"/>
                </a:lnTo>
                <a:lnTo>
                  <a:pt x="1061466" y="1889759"/>
                </a:lnTo>
                <a:lnTo>
                  <a:pt x="1112895" y="1888670"/>
                </a:lnTo>
                <a:lnTo>
                  <a:pt x="1163692" y="1885434"/>
                </a:lnTo>
                <a:lnTo>
                  <a:pt x="1213802" y="1880102"/>
                </a:lnTo>
                <a:lnTo>
                  <a:pt x="1263169" y="1872722"/>
                </a:lnTo>
                <a:lnTo>
                  <a:pt x="1311737" y="1863344"/>
                </a:lnTo>
                <a:lnTo>
                  <a:pt x="1359452" y="1852019"/>
                </a:lnTo>
                <a:lnTo>
                  <a:pt x="1406257" y="1838795"/>
                </a:lnTo>
                <a:lnTo>
                  <a:pt x="1452096" y="1823721"/>
                </a:lnTo>
                <a:lnTo>
                  <a:pt x="1496914" y="1806848"/>
                </a:lnTo>
                <a:lnTo>
                  <a:pt x="1540656" y="1788224"/>
                </a:lnTo>
                <a:lnTo>
                  <a:pt x="1583266" y="1767900"/>
                </a:lnTo>
                <a:lnTo>
                  <a:pt x="1624688" y="1745924"/>
                </a:lnTo>
                <a:lnTo>
                  <a:pt x="1664867" y="1722347"/>
                </a:lnTo>
                <a:lnTo>
                  <a:pt x="1703746" y="1697218"/>
                </a:lnTo>
                <a:lnTo>
                  <a:pt x="1741271" y="1670585"/>
                </a:lnTo>
                <a:lnTo>
                  <a:pt x="1777386" y="1642500"/>
                </a:lnTo>
                <a:lnTo>
                  <a:pt x="1812036" y="1613011"/>
                </a:lnTo>
                <a:lnTo>
                  <a:pt x="1845163" y="1582167"/>
                </a:lnTo>
                <a:lnTo>
                  <a:pt x="1876714" y="1550019"/>
                </a:lnTo>
                <a:lnTo>
                  <a:pt x="1906633" y="1516615"/>
                </a:lnTo>
                <a:lnTo>
                  <a:pt x="1934863" y="1482006"/>
                </a:lnTo>
                <a:lnTo>
                  <a:pt x="1961349" y="1446240"/>
                </a:lnTo>
                <a:lnTo>
                  <a:pt x="1986036" y="1409368"/>
                </a:lnTo>
                <a:lnTo>
                  <a:pt x="2008868" y="1371438"/>
                </a:lnTo>
                <a:lnTo>
                  <a:pt x="2029789" y="1332501"/>
                </a:lnTo>
                <a:lnTo>
                  <a:pt x="2048745" y="1292605"/>
                </a:lnTo>
                <a:lnTo>
                  <a:pt x="2065678" y="1251800"/>
                </a:lnTo>
                <a:lnTo>
                  <a:pt x="2080534" y="1210136"/>
                </a:lnTo>
                <a:lnTo>
                  <a:pt x="2093257" y="1167663"/>
                </a:lnTo>
                <a:lnTo>
                  <a:pt x="2103792" y="1124429"/>
                </a:lnTo>
                <a:lnTo>
                  <a:pt x="2112082" y="1080484"/>
                </a:lnTo>
                <a:lnTo>
                  <a:pt x="2118072" y="1035878"/>
                </a:lnTo>
                <a:lnTo>
                  <a:pt x="2121707" y="990660"/>
                </a:lnTo>
                <a:lnTo>
                  <a:pt x="2122932" y="944879"/>
                </a:lnTo>
                <a:lnTo>
                  <a:pt x="2121707" y="899099"/>
                </a:lnTo>
                <a:lnTo>
                  <a:pt x="2118072" y="853881"/>
                </a:lnTo>
                <a:lnTo>
                  <a:pt x="2112082" y="809275"/>
                </a:lnTo>
                <a:lnTo>
                  <a:pt x="2103792" y="765330"/>
                </a:lnTo>
                <a:lnTo>
                  <a:pt x="2093257" y="722096"/>
                </a:lnTo>
                <a:lnTo>
                  <a:pt x="2080534" y="679623"/>
                </a:lnTo>
                <a:lnTo>
                  <a:pt x="2065678" y="637959"/>
                </a:lnTo>
                <a:lnTo>
                  <a:pt x="2048745" y="597154"/>
                </a:lnTo>
                <a:lnTo>
                  <a:pt x="2029789" y="557258"/>
                </a:lnTo>
                <a:lnTo>
                  <a:pt x="2008868" y="518321"/>
                </a:lnTo>
                <a:lnTo>
                  <a:pt x="1986036" y="480391"/>
                </a:lnTo>
                <a:lnTo>
                  <a:pt x="1961349" y="443519"/>
                </a:lnTo>
                <a:lnTo>
                  <a:pt x="1934863" y="407753"/>
                </a:lnTo>
                <a:lnTo>
                  <a:pt x="1906633" y="373144"/>
                </a:lnTo>
                <a:lnTo>
                  <a:pt x="1876714" y="339740"/>
                </a:lnTo>
                <a:lnTo>
                  <a:pt x="1845163" y="307592"/>
                </a:lnTo>
                <a:lnTo>
                  <a:pt x="1812035" y="276748"/>
                </a:lnTo>
                <a:lnTo>
                  <a:pt x="1777386" y="247259"/>
                </a:lnTo>
                <a:lnTo>
                  <a:pt x="1741271" y="219174"/>
                </a:lnTo>
                <a:lnTo>
                  <a:pt x="1703746" y="192541"/>
                </a:lnTo>
                <a:lnTo>
                  <a:pt x="1664867" y="167412"/>
                </a:lnTo>
                <a:lnTo>
                  <a:pt x="1624688" y="143835"/>
                </a:lnTo>
                <a:lnTo>
                  <a:pt x="1583266" y="121859"/>
                </a:lnTo>
                <a:lnTo>
                  <a:pt x="1540656" y="101535"/>
                </a:lnTo>
                <a:lnTo>
                  <a:pt x="1496914" y="82911"/>
                </a:lnTo>
                <a:lnTo>
                  <a:pt x="1452096" y="66038"/>
                </a:lnTo>
                <a:lnTo>
                  <a:pt x="1406257" y="50964"/>
                </a:lnTo>
                <a:lnTo>
                  <a:pt x="1359452" y="37740"/>
                </a:lnTo>
                <a:lnTo>
                  <a:pt x="1311737" y="26415"/>
                </a:lnTo>
                <a:lnTo>
                  <a:pt x="1263169" y="17037"/>
                </a:lnTo>
                <a:lnTo>
                  <a:pt x="1213802" y="9657"/>
                </a:lnTo>
                <a:lnTo>
                  <a:pt x="1163692" y="4325"/>
                </a:lnTo>
                <a:lnTo>
                  <a:pt x="1112895" y="1089"/>
                </a:lnTo>
                <a:lnTo>
                  <a:pt x="1061466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56666" y="1887473"/>
            <a:ext cx="2123440" cy="1889760"/>
          </a:xfrm>
          <a:custGeom>
            <a:avLst/>
            <a:gdLst/>
            <a:ahLst/>
            <a:cxnLst/>
            <a:rect l="l" t="t" r="r" b="b"/>
            <a:pathLst>
              <a:path w="2123440" h="1889760">
                <a:moveTo>
                  <a:pt x="0" y="944879"/>
                </a:moveTo>
                <a:lnTo>
                  <a:pt x="1224" y="899099"/>
                </a:lnTo>
                <a:lnTo>
                  <a:pt x="4859" y="853881"/>
                </a:lnTo>
                <a:lnTo>
                  <a:pt x="10849" y="809275"/>
                </a:lnTo>
                <a:lnTo>
                  <a:pt x="19139" y="765330"/>
                </a:lnTo>
                <a:lnTo>
                  <a:pt x="29674" y="722096"/>
                </a:lnTo>
                <a:lnTo>
                  <a:pt x="42397" y="679623"/>
                </a:lnTo>
                <a:lnTo>
                  <a:pt x="57253" y="637959"/>
                </a:lnTo>
                <a:lnTo>
                  <a:pt x="74186" y="597154"/>
                </a:lnTo>
                <a:lnTo>
                  <a:pt x="93142" y="557258"/>
                </a:lnTo>
                <a:lnTo>
                  <a:pt x="114063" y="518321"/>
                </a:lnTo>
                <a:lnTo>
                  <a:pt x="136895" y="480391"/>
                </a:lnTo>
                <a:lnTo>
                  <a:pt x="161582" y="443519"/>
                </a:lnTo>
                <a:lnTo>
                  <a:pt x="188068" y="407753"/>
                </a:lnTo>
                <a:lnTo>
                  <a:pt x="216298" y="373144"/>
                </a:lnTo>
                <a:lnTo>
                  <a:pt x="246217" y="339740"/>
                </a:lnTo>
                <a:lnTo>
                  <a:pt x="277768" y="307592"/>
                </a:lnTo>
                <a:lnTo>
                  <a:pt x="310896" y="276748"/>
                </a:lnTo>
                <a:lnTo>
                  <a:pt x="345545" y="247259"/>
                </a:lnTo>
                <a:lnTo>
                  <a:pt x="381660" y="219174"/>
                </a:lnTo>
                <a:lnTo>
                  <a:pt x="419185" y="192541"/>
                </a:lnTo>
                <a:lnTo>
                  <a:pt x="458064" y="167412"/>
                </a:lnTo>
                <a:lnTo>
                  <a:pt x="498243" y="143835"/>
                </a:lnTo>
                <a:lnTo>
                  <a:pt x="539665" y="121859"/>
                </a:lnTo>
                <a:lnTo>
                  <a:pt x="582275" y="101535"/>
                </a:lnTo>
                <a:lnTo>
                  <a:pt x="626017" y="82911"/>
                </a:lnTo>
                <a:lnTo>
                  <a:pt x="670835" y="66038"/>
                </a:lnTo>
                <a:lnTo>
                  <a:pt x="716674" y="50964"/>
                </a:lnTo>
                <a:lnTo>
                  <a:pt x="763479" y="37740"/>
                </a:lnTo>
                <a:lnTo>
                  <a:pt x="811194" y="26415"/>
                </a:lnTo>
                <a:lnTo>
                  <a:pt x="859762" y="17037"/>
                </a:lnTo>
                <a:lnTo>
                  <a:pt x="909129" y="9657"/>
                </a:lnTo>
                <a:lnTo>
                  <a:pt x="959239" y="4325"/>
                </a:lnTo>
                <a:lnTo>
                  <a:pt x="1010036" y="1089"/>
                </a:lnTo>
                <a:lnTo>
                  <a:pt x="1061466" y="0"/>
                </a:lnTo>
                <a:lnTo>
                  <a:pt x="1112895" y="1089"/>
                </a:lnTo>
                <a:lnTo>
                  <a:pt x="1163692" y="4325"/>
                </a:lnTo>
                <a:lnTo>
                  <a:pt x="1213802" y="9657"/>
                </a:lnTo>
                <a:lnTo>
                  <a:pt x="1263169" y="17037"/>
                </a:lnTo>
                <a:lnTo>
                  <a:pt x="1311737" y="26415"/>
                </a:lnTo>
                <a:lnTo>
                  <a:pt x="1359452" y="37740"/>
                </a:lnTo>
                <a:lnTo>
                  <a:pt x="1406257" y="50964"/>
                </a:lnTo>
                <a:lnTo>
                  <a:pt x="1452096" y="66038"/>
                </a:lnTo>
                <a:lnTo>
                  <a:pt x="1496914" y="82911"/>
                </a:lnTo>
                <a:lnTo>
                  <a:pt x="1540656" y="101535"/>
                </a:lnTo>
                <a:lnTo>
                  <a:pt x="1583266" y="121859"/>
                </a:lnTo>
                <a:lnTo>
                  <a:pt x="1624688" y="143835"/>
                </a:lnTo>
                <a:lnTo>
                  <a:pt x="1664867" y="167412"/>
                </a:lnTo>
                <a:lnTo>
                  <a:pt x="1703746" y="192541"/>
                </a:lnTo>
                <a:lnTo>
                  <a:pt x="1741271" y="219174"/>
                </a:lnTo>
                <a:lnTo>
                  <a:pt x="1777386" y="247259"/>
                </a:lnTo>
                <a:lnTo>
                  <a:pt x="1812035" y="276748"/>
                </a:lnTo>
                <a:lnTo>
                  <a:pt x="1845163" y="307592"/>
                </a:lnTo>
                <a:lnTo>
                  <a:pt x="1876714" y="339740"/>
                </a:lnTo>
                <a:lnTo>
                  <a:pt x="1906633" y="373144"/>
                </a:lnTo>
                <a:lnTo>
                  <a:pt x="1934863" y="407753"/>
                </a:lnTo>
                <a:lnTo>
                  <a:pt x="1961349" y="443519"/>
                </a:lnTo>
                <a:lnTo>
                  <a:pt x="1986036" y="480391"/>
                </a:lnTo>
                <a:lnTo>
                  <a:pt x="2008868" y="518321"/>
                </a:lnTo>
                <a:lnTo>
                  <a:pt x="2029789" y="557258"/>
                </a:lnTo>
                <a:lnTo>
                  <a:pt x="2048745" y="597154"/>
                </a:lnTo>
                <a:lnTo>
                  <a:pt x="2065678" y="637959"/>
                </a:lnTo>
                <a:lnTo>
                  <a:pt x="2080534" y="679623"/>
                </a:lnTo>
                <a:lnTo>
                  <a:pt x="2093257" y="722096"/>
                </a:lnTo>
                <a:lnTo>
                  <a:pt x="2103792" y="765330"/>
                </a:lnTo>
                <a:lnTo>
                  <a:pt x="2112082" y="809275"/>
                </a:lnTo>
                <a:lnTo>
                  <a:pt x="2118072" y="853881"/>
                </a:lnTo>
                <a:lnTo>
                  <a:pt x="2121707" y="899099"/>
                </a:lnTo>
                <a:lnTo>
                  <a:pt x="2122932" y="944879"/>
                </a:lnTo>
                <a:lnTo>
                  <a:pt x="2121707" y="990660"/>
                </a:lnTo>
                <a:lnTo>
                  <a:pt x="2118072" y="1035878"/>
                </a:lnTo>
                <a:lnTo>
                  <a:pt x="2112082" y="1080484"/>
                </a:lnTo>
                <a:lnTo>
                  <a:pt x="2103792" y="1124429"/>
                </a:lnTo>
                <a:lnTo>
                  <a:pt x="2093257" y="1167663"/>
                </a:lnTo>
                <a:lnTo>
                  <a:pt x="2080534" y="1210136"/>
                </a:lnTo>
                <a:lnTo>
                  <a:pt x="2065678" y="1251800"/>
                </a:lnTo>
                <a:lnTo>
                  <a:pt x="2048745" y="1292605"/>
                </a:lnTo>
                <a:lnTo>
                  <a:pt x="2029789" y="1332501"/>
                </a:lnTo>
                <a:lnTo>
                  <a:pt x="2008868" y="1371438"/>
                </a:lnTo>
                <a:lnTo>
                  <a:pt x="1986036" y="1409368"/>
                </a:lnTo>
                <a:lnTo>
                  <a:pt x="1961349" y="1446240"/>
                </a:lnTo>
                <a:lnTo>
                  <a:pt x="1934863" y="1482006"/>
                </a:lnTo>
                <a:lnTo>
                  <a:pt x="1906633" y="1516615"/>
                </a:lnTo>
                <a:lnTo>
                  <a:pt x="1876714" y="1550019"/>
                </a:lnTo>
                <a:lnTo>
                  <a:pt x="1845163" y="1582167"/>
                </a:lnTo>
                <a:lnTo>
                  <a:pt x="1812036" y="1613011"/>
                </a:lnTo>
                <a:lnTo>
                  <a:pt x="1777386" y="1642500"/>
                </a:lnTo>
                <a:lnTo>
                  <a:pt x="1741271" y="1670585"/>
                </a:lnTo>
                <a:lnTo>
                  <a:pt x="1703746" y="1697218"/>
                </a:lnTo>
                <a:lnTo>
                  <a:pt x="1664867" y="1722347"/>
                </a:lnTo>
                <a:lnTo>
                  <a:pt x="1624688" y="1745924"/>
                </a:lnTo>
                <a:lnTo>
                  <a:pt x="1583266" y="1767900"/>
                </a:lnTo>
                <a:lnTo>
                  <a:pt x="1540656" y="1788224"/>
                </a:lnTo>
                <a:lnTo>
                  <a:pt x="1496914" y="1806848"/>
                </a:lnTo>
                <a:lnTo>
                  <a:pt x="1452096" y="1823721"/>
                </a:lnTo>
                <a:lnTo>
                  <a:pt x="1406257" y="1838795"/>
                </a:lnTo>
                <a:lnTo>
                  <a:pt x="1359452" y="1852019"/>
                </a:lnTo>
                <a:lnTo>
                  <a:pt x="1311737" y="1863344"/>
                </a:lnTo>
                <a:lnTo>
                  <a:pt x="1263169" y="1872722"/>
                </a:lnTo>
                <a:lnTo>
                  <a:pt x="1213802" y="1880102"/>
                </a:lnTo>
                <a:lnTo>
                  <a:pt x="1163692" y="1885434"/>
                </a:lnTo>
                <a:lnTo>
                  <a:pt x="1112895" y="1888670"/>
                </a:lnTo>
                <a:lnTo>
                  <a:pt x="1061466" y="1889759"/>
                </a:lnTo>
                <a:lnTo>
                  <a:pt x="1010036" y="1888670"/>
                </a:lnTo>
                <a:lnTo>
                  <a:pt x="959239" y="1885434"/>
                </a:lnTo>
                <a:lnTo>
                  <a:pt x="909129" y="1880102"/>
                </a:lnTo>
                <a:lnTo>
                  <a:pt x="859762" y="1872722"/>
                </a:lnTo>
                <a:lnTo>
                  <a:pt x="811194" y="1863344"/>
                </a:lnTo>
                <a:lnTo>
                  <a:pt x="763479" y="1852019"/>
                </a:lnTo>
                <a:lnTo>
                  <a:pt x="716674" y="1838795"/>
                </a:lnTo>
                <a:lnTo>
                  <a:pt x="670835" y="1823721"/>
                </a:lnTo>
                <a:lnTo>
                  <a:pt x="626017" y="1806848"/>
                </a:lnTo>
                <a:lnTo>
                  <a:pt x="582275" y="1788224"/>
                </a:lnTo>
                <a:lnTo>
                  <a:pt x="539665" y="1767900"/>
                </a:lnTo>
                <a:lnTo>
                  <a:pt x="498243" y="1745924"/>
                </a:lnTo>
                <a:lnTo>
                  <a:pt x="458064" y="1722347"/>
                </a:lnTo>
                <a:lnTo>
                  <a:pt x="419185" y="1697218"/>
                </a:lnTo>
                <a:lnTo>
                  <a:pt x="381660" y="1670585"/>
                </a:lnTo>
                <a:lnTo>
                  <a:pt x="345545" y="1642500"/>
                </a:lnTo>
                <a:lnTo>
                  <a:pt x="310895" y="1613011"/>
                </a:lnTo>
                <a:lnTo>
                  <a:pt x="277768" y="1582167"/>
                </a:lnTo>
                <a:lnTo>
                  <a:pt x="246217" y="1550019"/>
                </a:lnTo>
                <a:lnTo>
                  <a:pt x="216298" y="1516615"/>
                </a:lnTo>
                <a:lnTo>
                  <a:pt x="188068" y="1482006"/>
                </a:lnTo>
                <a:lnTo>
                  <a:pt x="161582" y="1446240"/>
                </a:lnTo>
                <a:lnTo>
                  <a:pt x="136895" y="1409368"/>
                </a:lnTo>
                <a:lnTo>
                  <a:pt x="114063" y="1371438"/>
                </a:lnTo>
                <a:lnTo>
                  <a:pt x="93142" y="1332501"/>
                </a:lnTo>
                <a:lnTo>
                  <a:pt x="74186" y="1292605"/>
                </a:lnTo>
                <a:lnTo>
                  <a:pt x="57253" y="1251800"/>
                </a:lnTo>
                <a:lnTo>
                  <a:pt x="42397" y="1210136"/>
                </a:lnTo>
                <a:lnTo>
                  <a:pt x="29674" y="1167663"/>
                </a:lnTo>
                <a:lnTo>
                  <a:pt x="19139" y="1124429"/>
                </a:lnTo>
                <a:lnTo>
                  <a:pt x="10849" y="1080484"/>
                </a:lnTo>
                <a:lnTo>
                  <a:pt x="4859" y="1035878"/>
                </a:lnTo>
                <a:lnTo>
                  <a:pt x="1224" y="990660"/>
                </a:lnTo>
                <a:lnTo>
                  <a:pt x="0" y="944879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43533" y="1965198"/>
            <a:ext cx="1946275" cy="1734820"/>
          </a:xfrm>
          <a:custGeom>
            <a:avLst/>
            <a:gdLst/>
            <a:ahLst/>
            <a:cxnLst/>
            <a:rect l="l" t="t" r="r" b="b"/>
            <a:pathLst>
              <a:path w="1946275" h="1734820">
                <a:moveTo>
                  <a:pt x="0" y="867155"/>
                </a:moveTo>
                <a:lnTo>
                  <a:pt x="1348" y="821102"/>
                </a:lnTo>
                <a:lnTo>
                  <a:pt x="5349" y="775674"/>
                </a:lnTo>
                <a:lnTo>
                  <a:pt x="11936" y="730932"/>
                </a:lnTo>
                <a:lnTo>
                  <a:pt x="21040" y="686937"/>
                </a:lnTo>
                <a:lnTo>
                  <a:pt x="32596" y="643747"/>
                </a:lnTo>
                <a:lnTo>
                  <a:pt x="46535" y="601423"/>
                </a:lnTo>
                <a:lnTo>
                  <a:pt x="62790" y="560024"/>
                </a:lnTo>
                <a:lnTo>
                  <a:pt x="81295" y="519612"/>
                </a:lnTo>
                <a:lnTo>
                  <a:pt x="101981" y="480245"/>
                </a:lnTo>
                <a:lnTo>
                  <a:pt x="124783" y="441983"/>
                </a:lnTo>
                <a:lnTo>
                  <a:pt x="149632" y="404887"/>
                </a:lnTo>
                <a:lnTo>
                  <a:pt x="176461" y="369016"/>
                </a:lnTo>
                <a:lnTo>
                  <a:pt x="205203" y="334431"/>
                </a:lnTo>
                <a:lnTo>
                  <a:pt x="235791" y="301191"/>
                </a:lnTo>
                <a:lnTo>
                  <a:pt x="268158" y="269355"/>
                </a:lnTo>
                <a:lnTo>
                  <a:pt x="302236" y="238986"/>
                </a:lnTo>
                <a:lnTo>
                  <a:pt x="337959" y="210141"/>
                </a:lnTo>
                <a:lnTo>
                  <a:pt x="375258" y="182881"/>
                </a:lnTo>
                <a:lnTo>
                  <a:pt x="414068" y="157265"/>
                </a:lnTo>
                <a:lnTo>
                  <a:pt x="454319" y="133355"/>
                </a:lnTo>
                <a:lnTo>
                  <a:pt x="495947" y="111210"/>
                </a:lnTo>
                <a:lnTo>
                  <a:pt x="538882" y="90889"/>
                </a:lnTo>
                <a:lnTo>
                  <a:pt x="583058" y="72452"/>
                </a:lnTo>
                <a:lnTo>
                  <a:pt x="628408" y="55961"/>
                </a:lnTo>
                <a:lnTo>
                  <a:pt x="674864" y="41473"/>
                </a:lnTo>
                <a:lnTo>
                  <a:pt x="722360" y="29051"/>
                </a:lnTo>
                <a:lnTo>
                  <a:pt x="770827" y="18752"/>
                </a:lnTo>
                <a:lnTo>
                  <a:pt x="820200" y="10638"/>
                </a:lnTo>
                <a:lnTo>
                  <a:pt x="870410" y="4768"/>
                </a:lnTo>
                <a:lnTo>
                  <a:pt x="921390" y="1201"/>
                </a:lnTo>
                <a:lnTo>
                  <a:pt x="973073" y="0"/>
                </a:lnTo>
                <a:lnTo>
                  <a:pt x="1024757" y="1201"/>
                </a:lnTo>
                <a:lnTo>
                  <a:pt x="1075737" y="4768"/>
                </a:lnTo>
                <a:lnTo>
                  <a:pt x="1125947" y="10638"/>
                </a:lnTo>
                <a:lnTo>
                  <a:pt x="1175320" y="18752"/>
                </a:lnTo>
                <a:lnTo>
                  <a:pt x="1223787" y="29051"/>
                </a:lnTo>
                <a:lnTo>
                  <a:pt x="1271283" y="41473"/>
                </a:lnTo>
                <a:lnTo>
                  <a:pt x="1317739" y="55961"/>
                </a:lnTo>
                <a:lnTo>
                  <a:pt x="1363089" y="72452"/>
                </a:lnTo>
                <a:lnTo>
                  <a:pt x="1407265" y="90889"/>
                </a:lnTo>
                <a:lnTo>
                  <a:pt x="1450200" y="111210"/>
                </a:lnTo>
                <a:lnTo>
                  <a:pt x="1491828" y="133355"/>
                </a:lnTo>
                <a:lnTo>
                  <a:pt x="1532079" y="157265"/>
                </a:lnTo>
                <a:lnTo>
                  <a:pt x="1570889" y="182881"/>
                </a:lnTo>
                <a:lnTo>
                  <a:pt x="1608188" y="210141"/>
                </a:lnTo>
                <a:lnTo>
                  <a:pt x="1643911" y="238986"/>
                </a:lnTo>
                <a:lnTo>
                  <a:pt x="1677989" y="269355"/>
                </a:lnTo>
                <a:lnTo>
                  <a:pt x="1710356" y="301191"/>
                </a:lnTo>
                <a:lnTo>
                  <a:pt x="1740944" y="334431"/>
                </a:lnTo>
                <a:lnTo>
                  <a:pt x="1769686" y="369016"/>
                </a:lnTo>
                <a:lnTo>
                  <a:pt x="1796515" y="404887"/>
                </a:lnTo>
                <a:lnTo>
                  <a:pt x="1821364" y="441983"/>
                </a:lnTo>
                <a:lnTo>
                  <a:pt x="1844166" y="480245"/>
                </a:lnTo>
                <a:lnTo>
                  <a:pt x="1864852" y="519612"/>
                </a:lnTo>
                <a:lnTo>
                  <a:pt x="1883357" y="560024"/>
                </a:lnTo>
                <a:lnTo>
                  <a:pt x="1899612" y="601423"/>
                </a:lnTo>
                <a:lnTo>
                  <a:pt x="1913551" y="643747"/>
                </a:lnTo>
                <a:lnTo>
                  <a:pt x="1925107" y="686937"/>
                </a:lnTo>
                <a:lnTo>
                  <a:pt x="1934211" y="730932"/>
                </a:lnTo>
                <a:lnTo>
                  <a:pt x="1940798" y="775674"/>
                </a:lnTo>
                <a:lnTo>
                  <a:pt x="1944799" y="821102"/>
                </a:lnTo>
                <a:lnTo>
                  <a:pt x="1946148" y="867155"/>
                </a:lnTo>
                <a:lnTo>
                  <a:pt x="1944799" y="913209"/>
                </a:lnTo>
                <a:lnTo>
                  <a:pt x="1940798" y="958637"/>
                </a:lnTo>
                <a:lnTo>
                  <a:pt x="1934211" y="1003379"/>
                </a:lnTo>
                <a:lnTo>
                  <a:pt x="1925107" y="1047374"/>
                </a:lnTo>
                <a:lnTo>
                  <a:pt x="1913551" y="1090564"/>
                </a:lnTo>
                <a:lnTo>
                  <a:pt x="1899612" y="1132888"/>
                </a:lnTo>
                <a:lnTo>
                  <a:pt x="1883357" y="1174287"/>
                </a:lnTo>
                <a:lnTo>
                  <a:pt x="1864852" y="1214699"/>
                </a:lnTo>
                <a:lnTo>
                  <a:pt x="1844166" y="1254066"/>
                </a:lnTo>
                <a:lnTo>
                  <a:pt x="1821364" y="1292328"/>
                </a:lnTo>
                <a:lnTo>
                  <a:pt x="1796515" y="1329424"/>
                </a:lnTo>
                <a:lnTo>
                  <a:pt x="1769686" y="1365295"/>
                </a:lnTo>
                <a:lnTo>
                  <a:pt x="1740944" y="1399880"/>
                </a:lnTo>
                <a:lnTo>
                  <a:pt x="1710356" y="1433120"/>
                </a:lnTo>
                <a:lnTo>
                  <a:pt x="1677989" y="1464956"/>
                </a:lnTo>
                <a:lnTo>
                  <a:pt x="1643911" y="1495325"/>
                </a:lnTo>
                <a:lnTo>
                  <a:pt x="1608188" y="1524170"/>
                </a:lnTo>
                <a:lnTo>
                  <a:pt x="1570889" y="1551430"/>
                </a:lnTo>
                <a:lnTo>
                  <a:pt x="1532079" y="1577046"/>
                </a:lnTo>
                <a:lnTo>
                  <a:pt x="1491828" y="1600956"/>
                </a:lnTo>
                <a:lnTo>
                  <a:pt x="1450200" y="1623101"/>
                </a:lnTo>
                <a:lnTo>
                  <a:pt x="1407265" y="1643422"/>
                </a:lnTo>
                <a:lnTo>
                  <a:pt x="1363089" y="1661859"/>
                </a:lnTo>
                <a:lnTo>
                  <a:pt x="1317739" y="1678350"/>
                </a:lnTo>
                <a:lnTo>
                  <a:pt x="1271283" y="1692838"/>
                </a:lnTo>
                <a:lnTo>
                  <a:pt x="1223787" y="1705260"/>
                </a:lnTo>
                <a:lnTo>
                  <a:pt x="1175320" y="1715559"/>
                </a:lnTo>
                <a:lnTo>
                  <a:pt x="1125947" y="1723673"/>
                </a:lnTo>
                <a:lnTo>
                  <a:pt x="1075737" y="1729543"/>
                </a:lnTo>
                <a:lnTo>
                  <a:pt x="1024757" y="1733110"/>
                </a:lnTo>
                <a:lnTo>
                  <a:pt x="973073" y="1734312"/>
                </a:lnTo>
                <a:lnTo>
                  <a:pt x="921390" y="1733110"/>
                </a:lnTo>
                <a:lnTo>
                  <a:pt x="870410" y="1729543"/>
                </a:lnTo>
                <a:lnTo>
                  <a:pt x="820200" y="1723673"/>
                </a:lnTo>
                <a:lnTo>
                  <a:pt x="770827" y="1715559"/>
                </a:lnTo>
                <a:lnTo>
                  <a:pt x="722360" y="1705260"/>
                </a:lnTo>
                <a:lnTo>
                  <a:pt x="674864" y="1692838"/>
                </a:lnTo>
                <a:lnTo>
                  <a:pt x="628408" y="1678350"/>
                </a:lnTo>
                <a:lnTo>
                  <a:pt x="583058" y="1661859"/>
                </a:lnTo>
                <a:lnTo>
                  <a:pt x="538882" y="1643422"/>
                </a:lnTo>
                <a:lnTo>
                  <a:pt x="495947" y="1623101"/>
                </a:lnTo>
                <a:lnTo>
                  <a:pt x="454319" y="1600956"/>
                </a:lnTo>
                <a:lnTo>
                  <a:pt x="414068" y="1577046"/>
                </a:lnTo>
                <a:lnTo>
                  <a:pt x="375258" y="1551430"/>
                </a:lnTo>
                <a:lnTo>
                  <a:pt x="337959" y="1524170"/>
                </a:lnTo>
                <a:lnTo>
                  <a:pt x="302236" y="1495325"/>
                </a:lnTo>
                <a:lnTo>
                  <a:pt x="268158" y="1464956"/>
                </a:lnTo>
                <a:lnTo>
                  <a:pt x="235791" y="1433120"/>
                </a:lnTo>
                <a:lnTo>
                  <a:pt x="205203" y="1399880"/>
                </a:lnTo>
                <a:lnTo>
                  <a:pt x="176461" y="1365295"/>
                </a:lnTo>
                <a:lnTo>
                  <a:pt x="149632" y="1329424"/>
                </a:lnTo>
                <a:lnTo>
                  <a:pt x="124783" y="1292328"/>
                </a:lnTo>
                <a:lnTo>
                  <a:pt x="101981" y="1254066"/>
                </a:lnTo>
                <a:lnTo>
                  <a:pt x="81295" y="1214699"/>
                </a:lnTo>
                <a:lnTo>
                  <a:pt x="62790" y="1174287"/>
                </a:lnTo>
                <a:lnTo>
                  <a:pt x="46535" y="1132888"/>
                </a:lnTo>
                <a:lnTo>
                  <a:pt x="32596" y="1090564"/>
                </a:lnTo>
                <a:lnTo>
                  <a:pt x="21040" y="1047374"/>
                </a:lnTo>
                <a:lnTo>
                  <a:pt x="11936" y="1003379"/>
                </a:lnTo>
                <a:lnTo>
                  <a:pt x="5349" y="958637"/>
                </a:lnTo>
                <a:lnTo>
                  <a:pt x="1348" y="913209"/>
                </a:lnTo>
                <a:lnTo>
                  <a:pt x="0" y="867155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30402" y="2047494"/>
            <a:ext cx="1771014" cy="1579245"/>
          </a:xfrm>
          <a:custGeom>
            <a:avLst/>
            <a:gdLst/>
            <a:ahLst/>
            <a:cxnLst/>
            <a:rect l="l" t="t" r="r" b="b"/>
            <a:pathLst>
              <a:path w="1771014" h="1579245">
                <a:moveTo>
                  <a:pt x="0" y="789431"/>
                </a:moveTo>
                <a:lnTo>
                  <a:pt x="1401" y="744635"/>
                </a:lnTo>
                <a:lnTo>
                  <a:pt x="5556" y="700493"/>
                </a:lnTo>
                <a:lnTo>
                  <a:pt x="12389" y="657074"/>
                </a:lnTo>
                <a:lnTo>
                  <a:pt x="21825" y="614444"/>
                </a:lnTo>
                <a:lnTo>
                  <a:pt x="33791" y="572669"/>
                </a:lnTo>
                <a:lnTo>
                  <a:pt x="48211" y="531816"/>
                </a:lnTo>
                <a:lnTo>
                  <a:pt x="65011" y="491953"/>
                </a:lnTo>
                <a:lnTo>
                  <a:pt x="84115" y="453144"/>
                </a:lnTo>
                <a:lnTo>
                  <a:pt x="105450" y="415458"/>
                </a:lnTo>
                <a:lnTo>
                  <a:pt x="128940" y="378961"/>
                </a:lnTo>
                <a:lnTo>
                  <a:pt x="154511" y="343718"/>
                </a:lnTo>
                <a:lnTo>
                  <a:pt x="182088" y="309798"/>
                </a:lnTo>
                <a:lnTo>
                  <a:pt x="211597" y="277267"/>
                </a:lnTo>
                <a:lnTo>
                  <a:pt x="242962" y="246190"/>
                </a:lnTo>
                <a:lnTo>
                  <a:pt x="276109" y="216636"/>
                </a:lnTo>
                <a:lnTo>
                  <a:pt x="310964" y="188670"/>
                </a:lnTo>
                <a:lnTo>
                  <a:pt x="347451" y="162360"/>
                </a:lnTo>
                <a:lnTo>
                  <a:pt x="385496" y="137771"/>
                </a:lnTo>
                <a:lnTo>
                  <a:pt x="425024" y="114971"/>
                </a:lnTo>
                <a:lnTo>
                  <a:pt x="465960" y="94026"/>
                </a:lnTo>
                <a:lnTo>
                  <a:pt x="508230" y="75003"/>
                </a:lnTo>
                <a:lnTo>
                  <a:pt x="551760" y="57968"/>
                </a:lnTo>
                <a:lnTo>
                  <a:pt x="596473" y="42989"/>
                </a:lnTo>
                <a:lnTo>
                  <a:pt x="642297" y="30131"/>
                </a:lnTo>
                <a:lnTo>
                  <a:pt x="689155" y="19461"/>
                </a:lnTo>
                <a:lnTo>
                  <a:pt x="736974" y="11047"/>
                </a:lnTo>
                <a:lnTo>
                  <a:pt x="785678" y="4954"/>
                </a:lnTo>
                <a:lnTo>
                  <a:pt x="835192" y="1249"/>
                </a:lnTo>
                <a:lnTo>
                  <a:pt x="885443" y="0"/>
                </a:lnTo>
                <a:lnTo>
                  <a:pt x="935695" y="1249"/>
                </a:lnTo>
                <a:lnTo>
                  <a:pt x="985209" y="4954"/>
                </a:lnTo>
                <a:lnTo>
                  <a:pt x="1033913" y="11047"/>
                </a:lnTo>
                <a:lnTo>
                  <a:pt x="1081732" y="19461"/>
                </a:lnTo>
                <a:lnTo>
                  <a:pt x="1128590" y="30131"/>
                </a:lnTo>
                <a:lnTo>
                  <a:pt x="1174414" y="42989"/>
                </a:lnTo>
                <a:lnTo>
                  <a:pt x="1219127" y="57968"/>
                </a:lnTo>
                <a:lnTo>
                  <a:pt x="1262657" y="75003"/>
                </a:lnTo>
                <a:lnTo>
                  <a:pt x="1304927" y="94026"/>
                </a:lnTo>
                <a:lnTo>
                  <a:pt x="1345863" y="114971"/>
                </a:lnTo>
                <a:lnTo>
                  <a:pt x="1385391" y="137771"/>
                </a:lnTo>
                <a:lnTo>
                  <a:pt x="1423436" y="162360"/>
                </a:lnTo>
                <a:lnTo>
                  <a:pt x="1459923" y="188670"/>
                </a:lnTo>
                <a:lnTo>
                  <a:pt x="1494778" y="216636"/>
                </a:lnTo>
                <a:lnTo>
                  <a:pt x="1527925" y="246190"/>
                </a:lnTo>
                <a:lnTo>
                  <a:pt x="1559290" y="277267"/>
                </a:lnTo>
                <a:lnTo>
                  <a:pt x="1588799" y="309798"/>
                </a:lnTo>
                <a:lnTo>
                  <a:pt x="1616376" y="343718"/>
                </a:lnTo>
                <a:lnTo>
                  <a:pt x="1641947" y="378961"/>
                </a:lnTo>
                <a:lnTo>
                  <a:pt x="1665437" y="415458"/>
                </a:lnTo>
                <a:lnTo>
                  <a:pt x="1686772" y="453144"/>
                </a:lnTo>
                <a:lnTo>
                  <a:pt x="1705876" y="491953"/>
                </a:lnTo>
                <a:lnTo>
                  <a:pt x="1722676" y="531816"/>
                </a:lnTo>
                <a:lnTo>
                  <a:pt x="1737096" y="572669"/>
                </a:lnTo>
                <a:lnTo>
                  <a:pt x="1749062" y="614444"/>
                </a:lnTo>
                <a:lnTo>
                  <a:pt x="1758498" y="657074"/>
                </a:lnTo>
                <a:lnTo>
                  <a:pt x="1765331" y="700493"/>
                </a:lnTo>
                <a:lnTo>
                  <a:pt x="1769486" y="744635"/>
                </a:lnTo>
                <a:lnTo>
                  <a:pt x="1770888" y="789431"/>
                </a:lnTo>
                <a:lnTo>
                  <a:pt x="1769486" y="834228"/>
                </a:lnTo>
                <a:lnTo>
                  <a:pt x="1765331" y="878370"/>
                </a:lnTo>
                <a:lnTo>
                  <a:pt x="1758498" y="921789"/>
                </a:lnTo>
                <a:lnTo>
                  <a:pt x="1749062" y="964419"/>
                </a:lnTo>
                <a:lnTo>
                  <a:pt x="1737096" y="1006194"/>
                </a:lnTo>
                <a:lnTo>
                  <a:pt x="1722676" y="1047047"/>
                </a:lnTo>
                <a:lnTo>
                  <a:pt x="1705876" y="1086910"/>
                </a:lnTo>
                <a:lnTo>
                  <a:pt x="1686772" y="1125719"/>
                </a:lnTo>
                <a:lnTo>
                  <a:pt x="1665437" y="1163405"/>
                </a:lnTo>
                <a:lnTo>
                  <a:pt x="1641947" y="1199902"/>
                </a:lnTo>
                <a:lnTo>
                  <a:pt x="1616376" y="1235145"/>
                </a:lnTo>
                <a:lnTo>
                  <a:pt x="1588799" y="1269065"/>
                </a:lnTo>
                <a:lnTo>
                  <a:pt x="1559290" y="1301596"/>
                </a:lnTo>
                <a:lnTo>
                  <a:pt x="1527925" y="1332673"/>
                </a:lnTo>
                <a:lnTo>
                  <a:pt x="1494778" y="1362227"/>
                </a:lnTo>
                <a:lnTo>
                  <a:pt x="1459923" y="1390193"/>
                </a:lnTo>
                <a:lnTo>
                  <a:pt x="1423436" y="1416503"/>
                </a:lnTo>
                <a:lnTo>
                  <a:pt x="1385391" y="1441092"/>
                </a:lnTo>
                <a:lnTo>
                  <a:pt x="1345863" y="1463892"/>
                </a:lnTo>
                <a:lnTo>
                  <a:pt x="1304927" y="1484837"/>
                </a:lnTo>
                <a:lnTo>
                  <a:pt x="1262657" y="1503860"/>
                </a:lnTo>
                <a:lnTo>
                  <a:pt x="1219127" y="1520895"/>
                </a:lnTo>
                <a:lnTo>
                  <a:pt x="1174414" y="1535874"/>
                </a:lnTo>
                <a:lnTo>
                  <a:pt x="1128590" y="1548732"/>
                </a:lnTo>
                <a:lnTo>
                  <a:pt x="1081732" y="1559402"/>
                </a:lnTo>
                <a:lnTo>
                  <a:pt x="1033913" y="1567816"/>
                </a:lnTo>
                <a:lnTo>
                  <a:pt x="985209" y="1573909"/>
                </a:lnTo>
                <a:lnTo>
                  <a:pt x="935695" y="1577614"/>
                </a:lnTo>
                <a:lnTo>
                  <a:pt x="885443" y="1578863"/>
                </a:lnTo>
                <a:lnTo>
                  <a:pt x="835192" y="1577614"/>
                </a:lnTo>
                <a:lnTo>
                  <a:pt x="785678" y="1573909"/>
                </a:lnTo>
                <a:lnTo>
                  <a:pt x="736974" y="1567816"/>
                </a:lnTo>
                <a:lnTo>
                  <a:pt x="689155" y="1559402"/>
                </a:lnTo>
                <a:lnTo>
                  <a:pt x="642297" y="1548732"/>
                </a:lnTo>
                <a:lnTo>
                  <a:pt x="596473" y="1535874"/>
                </a:lnTo>
                <a:lnTo>
                  <a:pt x="551760" y="1520895"/>
                </a:lnTo>
                <a:lnTo>
                  <a:pt x="508230" y="1503860"/>
                </a:lnTo>
                <a:lnTo>
                  <a:pt x="465960" y="1484837"/>
                </a:lnTo>
                <a:lnTo>
                  <a:pt x="425024" y="1463892"/>
                </a:lnTo>
                <a:lnTo>
                  <a:pt x="385496" y="1441092"/>
                </a:lnTo>
                <a:lnTo>
                  <a:pt x="347451" y="1416503"/>
                </a:lnTo>
                <a:lnTo>
                  <a:pt x="310964" y="1390193"/>
                </a:lnTo>
                <a:lnTo>
                  <a:pt x="276109" y="1362227"/>
                </a:lnTo>
                <a:lnTo>
                  <a:pt x="242962" y="1332673"/>
                </a:lnTo>
                <a:lnTo>
                  <a:pt x="211597" y="1301596"/>
                </a:lnTo>
                <a:lnTo>
                  <a:pt x="182088" y="1269065"/>
                </a:lnTo>
                <a:lnTo>
                  <a:pt x="154511" y="1235145"/>
                </a:lnTo>
                <a:lnTo>
                  <a:pt x="128940" y="1199902"/>
                </a:lnTo>
                <a:lnTo>
                  <a:pt x="105450" y="1163405"/>
                </a:lnTo>
                <a:lnTo>
                  <a:pt x="84115" y="1125719"/>
                </a:lnTo>
                <a:lnTo>
                  <a:pt x="65011" y="1086910"/>
                </a:lnTo>
                <a:lnTo>
                  <a:pt x="48211" y="1047047"/>
                </a:lnTo>
                <a:lnTo>
                  <a:pt x="33791" y="1006194"/>
                </a:lnTo>
                <a:lnTo>
                  <a:pt x="21825" y="964419"/>
                </a:lnTo>
                <a:lnTo>
                  <a:pt x="12389" y="921789"/>
                </a:lnTo>
                <a:lnTo>
                  <a:pt x="5556" y="878370"/>
                </a:lnTo>
                <a:lnTo>
                  <a:pt x="1401" y="834228"/>
                </a:lnTo>
                <a:lnTo>
                  <a:pt x="0" y="789431"/>
                </a:lnTo>
                <a:close/>
              </a:path>
            </a:pathLst>
          </a:custGeom>
          <a:ln w="38100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65300" y="2167509"/>
            <a:ext cx="12446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4800">
              <a:lnSpc>
                <a:spcPct val="150000"/>
              </a:lnSpc>
              <a:spcBef>
                <a:spcPts val="100"/>
              </a:spcBef>
            </a:pPr>
            <a:r>
              <a:rPr sz="2400" b="1" dirty="0">
                <a:latin typeface="微软雅黑"/>
                <a:cs typeface="微软雅黑"/>
              </a:rPr>
              <a:t>任务分解 过程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78835" y="4256532"/>
            <a:ext cx="5828030" cy="1511935"/>
          </a:xfrm>
          <a:custGeom>
            <a:avLst/>
            <a:gdLst/>
            <a:ahLst/>
            <a:cxnLst/>
            <a:rect l="l" t="t" r="r" b="b"/>
            <a:pathLst>
              <a:path w="5828030" h="1511935">
                <a:moveTo>
                  <a:pt x="5635370" y="0"/>
                </a:moveTo>
                <a:lnTo>
                  <a:pt x="192405" y="0"/>
                </a:lnTo>
                <a:lnTo>
                  <a:pt x="148276" y="5079"/>
                </a:lnTo>
                <a:lnTo>
                  <a:pt x="107774" y="19549"/>
                </a:lnTo>
                <a:lnTo>
                  <a:pt x="72050" y="42257"/>
                </a:lnTo>
                <a:lnTo>
                  <a:pt x="42257" y="72050"/>
                </a:lnTo>
                <a:lnTo>
                  <a:pt x="19549" y="107774"/>
                </a:lnTo>
                <a:lnTo>
                  <a:pt x="5079" y="148276"/>
                </a:lnTo>
                <a:lnTo>
                  <a:pt x="0" y="192405"/>
                </a:lnTo>
                <a:lnTo>
                  <a:pt x="0" y="1319403"/>
                </a:lnTo>
                <a:lnTo>
                  <a:pt x="5079" y="1363519"/>
                </a:lnTo>
                <a:lnTo>
                  <a:pt x="19549" y="1404017"/>
                </a:lnTo>
                <a:lnTo>
                  <a:pt x="42257" y="1439741"/>
                </a:lnTo>
                <a:lnTo>
                  <a:pt x="72050" y="1469538"/>
                </a:lnTo>
                <a:lnTo>
                  <a:pt x="107774" y="1492251"/>
                </a:lnTo>
                <a:lnTo>
                  <a:pt x="148276" y="1506726"/>
                </a:lnTo>
                <a:lnTo>
                  <a:pt x="192405" y="1511808"/>
                </a:lnTo>
                <a:lnTo>
                  <a:pt x="5635370" y="1511808"/>
                </a:lnTo>
                <a:lnTo>
                  <a:pt x="5679499" y="1506726"/>
                </a:lnTo>
                <a:lnTo>
                  <a:pt x="5720001" y="1492251"/>
                </a:lnTo>
                <a:lnTo>
                  <a:pt x="5755725" y="1469538"/>
                </a:lnTo>
                <a:lnTo>
                  <a:pt x="5785518" y="1439741"/>
                </a:lnTo>
                <a:lnTo>
                  <a:pt x="5808226" y="1404017"/>
                </a:lnTo>
                <a:lnTo>
                  <a:pt x="5822696" y="1363519"/>
                </a:lnTo>
                <a:lnTo>
                  <a:pt x="5827775" y="1319403"/>
                </a:lnTo>
                <a:lnTo>
                  <a:pt x="5827775" y="192405"/>
                </a:lnTo>
                <a:lnTo>
                  <a:pt x="5822696" y="148276"/>
                </a:lnTo>
                <a:lnTo>
                  <a:pt x="5808226" y="107774"/>
                </a:lnTo>
                <a:lnTo>
                  <a:pt x="5785518" y="72050"/>
                </a:lnTo>
                <a:lnTo>
                  <a:pt x="5755725" y="42257"/>
                </a:lnTo>
                <a:lnTo>
                  <a:pt x="5720001" y="19549"/>
                </a:lnTo>
                <a:lnTo>
                  <a:pt x="5679499" y="5079"/>
                </a:lnTo>
                <a:lnTo>
                  <a:pt x="5635370" y="0"/>
                </a:lnTo>
                <a:close/>
              </a:path>
            </a:pathLst>
          </a:custGeom>
          <a:solidFill>
            <a:srgbClr val="EBE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56666" y="4126229"/>
            <a:ext cx="2123440" cy="1891664"/>
          </a:xfrm>
          <a:custGeom>
            <a:avLst/>
            <a:gdLst/>
            <a:ahLst/>
            <a:cxnLst/>
            <a:rect l="l" t="t" r="r" b="b"/>
            <a:pathLst>
              <a:path w="2123440" h="1891664">
                <a:moveTo>
                  <a:pt x="1061466" y="0"/>
                </a:moveTo>
                <a:lnTo>
                  <a:pt x="1010036" y="1090"/>
                </a:lnTo>
                <a:lnTo>
                  <a:pt x="959239" y="4329"/>
                </a:lnTo>
                <a:lnTo>
                  <a:pt x="909129" y="9666"/>
                </a:lnTo>
                <a:lnTo>
                  <a:pt x="859762" y="17052"/>
                </a:lnTo>
                <a:lnTo>
                  <a:pt x="811194" y="26438"/>
                </a:lnTo>
                <a:lnTo>
                  <a:pt x="763479" y="37774"/>
                </a:lnTo>
                <a:lnTo>
                  <a:pt x="716674" y="51010"/>
                </a:lnTo>
                <a:lnTo>
                  <a:pt x="670835" y="66096"/>
                </a:lnTo>
                <a:lnTo>
                  <a:pt x="626017" y="82984"/>
                </a:lnTo>
                <a:lnTo>
                  <a:pt x="582275" y="101624"/>
                </a:lnTo>
                <a:lnTo>
                  <a:pt x="539665" y="121966"/>
                </a:lnTo>
                <a:lnTo>
                  <a:pt x="498243" y="143960"/>
                </a:lnTo>
                <a:lnTo>
                  <a:pt x="458064" y="167558"/>
                </a:lnTo>
                <a:lnTo>
                  <a:pt x="419185" y="192709"/>
                </a:lnTo>
                <a:lnTo>
                  <a:pt x="381660" y="219363"/>
                </a:lnTo>
                <a:lnTo>
                  <a:pt x="345545" y="247473"/>
                </a:lnTo>
                <a:lnTo>
                  <a:pt x="310896" y="276987"/>
                </a:lnTo>
                <a:lnTo>
                  <a:pt x="277768" y="307856"/>
                </a:lnTo>
                <a:lnTo>
                  <a:pt x="246217" y="340031"/>
                </a:lnTo>
                <a:lnTo>
                  <a:pt x="216298" y="373462"/>
                </a:lnTo>
                <a:lnTo>
                  <a:pt x="188068" y="408099"/>
                </a:lnTo>
                <a:lnTo>
                  <a:pt x="161582" y="443894"/>
                </a:lnTo>
                <a:lnTo>
                  <a:pt x="136895" y="480796"/>
                </a:lnTo>
                <a:lnTo>
                  <a:pt x="114063" y="518756"/>
                </a:lnTo>
                <a:lnTo>
                  <a:pt x="93142" y="557725"/>
                </a:lnTo>
                <a:lnTo>
                  <a:pt x="74186" y="597652"/>
                </a:lnTo>
                <a:lnTo>
                  <a:pt x="57253" y="638489"/>
                </a:lnTo>
                <a:lnTo>
                  <a:pt x="42397" y="680185"/>
                </a:lnTo>
                <a:lnTo>
                  <a:pt x="29674" y="722691"/>
                </a:lnTo>
                <a:lnTo>
                  <a:pt x="19139" y="765958"/>
                </a:lnTo>
                <a:lnTo>
                  <a:pt x="10849" y="809936"/>
                </a:lnTo>
                <a:lnTo>
                  <a:pt x="4859" y="854576"/>
                </a:lnTo>
                <a:lnTo>
                  <a:pt x="1224" y="899828"/>
                </a:lnTo>
                <a:lnTo>
                  <a:pt x="0" y="945642"/>
                </a:lnTo>
                <a:lnTo>
                  <a:pt x="1224" y="991459"/>
                </a:lnTo>
                <a:lnTo>
                  <a:pt x="4859" y="1036713"/>
                </a:lnTo>
                <a:lnTo>
                  <a:pt x="10849" y="1081355"/>
                </a:lnTo>
                <a:lnTo>
                  <a:pt x="19139" y="1125335"/>
                </a:lnTo>
                <a:lnTo>
                  <a:pt x="29674" y="1168604"/>
                </a:lnTo>
                <a:lnTo>
                  <a:pt x="42397" y="1211112"/>
                </a:lnTo>
                <a:lnTo>
                  <a:pt x="57253" y="1252809"/>
                </a:lnTo>
                <a:lnTo>
                  <a:pt x="74186" y="1293647"/>
                </a:lnTo>
                <a:lnTo>
                  <a:pt x="93142" y="1333575"/>
                </a:lnTo>
                <a:lnTo>
                  <a:pt x="114063" y="1372543"/>
                </a:lnTo>
                <a:lnTo>
                  <a:pt x="136895" y="1410504"/>
                </a:lnTo>
                <a:lnTo>
                  <a:pt x="161582" y="1447406"/>
                </a:lnTo>
                <a:lnTo>
                  <a:pt x="188068" y="1483200"/>
                </a:lnTo>
                <a:lnTo>
                  <a:pt x="216298" y="1517838"/>
                </a:lnTo>
                <a:lnTo>
                  <a:pt x="246217" y="1551268"/>
                </a:lnTo>
                <a:lnTo>
                  <a:pt x="277768" y="1583442"/>
                </a:lnTo>
                <a:lnTo>
                  <a:pt x="310895" y="1614311"/>
                </a:lnTo>
                <a:lnTo>
                  <a:pt x="345545" y="1643824"/>
                </a:lnTo>
                <a:lnTo>
                  <a:pt x="381660" y="1671932"/>
                </a:lnTo>
                <a:lnTo>
                  <a:pt x="419185" y="1698586"/>
                </a:lnTo>
                <a:lnTo>
                  <a:pt x="458064" y="1723736"/>
                </a:lnTo>
                <a:lnTo>
                  <a:pt x="498243" y="1747332"/>
                </a:lnTo>
                <a:lnTo>
                  <a:pt x="539665" y="1769325"/>
                </a:lnTo>
                <a:lnTo>
                  <a:pt x="582275" y="1789666"/>
                </a:lnTo>
                <a:lnTo>
                  <a:pt x="626017" y="1808305"/>
                </a:lnTo>
                <a:lnTo>
                  <a:pt x="670835" y="1825191"/>
                </a:lnTo>
                <a:lnTo>
                  <a:pt x="716674" y="1840277"/>
                </a:lnTo>
                <a:lnTo>
                  <a:pt x="763479" y="1853512"/>
                </a:lnTo>
                <a:lnTo>
                  <a:pt x="811194" y="1864847"/>
                </a:lnTo>
                <a:lnTo>
                  <a:pt x="859762" y="1874232"/>
                </a:lnTo>
                <a:lnTo>
                  <a:pt x="909129" y="1881618"/>
                </a:lnTo>
                <a:lnTo>
                  <a:pt x="959239" y="1886955"/>
                </a:lnTo>
                <a:lnTo>
                  <a:pt x="1010036" y="1890193"/>
                </a:lnTo>
                <a:lnTo>
                  <a:pt x="1061466" y="1891284"/>
                </a:lnTo>
                <a:lnTo>
                  <a:pt x="1112895" y="1890193"/>
                </a:lnTo>
                <a:lnTo>
                  <a:pt x="1163692" y="1886955"/>
                </a:lnTo>
                <a:lnTo>
                  <a:pt x="1213802" y="1881618"/>
                </a:lnTo>
                <a:lnTo>
                  <a:pt x="1263169" y="1874232"/>
                </a:lnTo>
                <a:lnTo>
                  <a:pt x="1311737" y="1864847"/>
                </a:lnTo>
                <a:lnTo>
                  <a:pt x="1359452" y="1853512"/>
                </a:lnTo>
                <a:lnTo>
                  <a:pt x="1406257" y="1840277"/>
                </a:lnTo>
                <a:lnTo>
                  <a:pt x="1452096" y="1825191"/>
                </a:lnTo>
                <a:lnTo>
                  <a:pt x="1496914" y="1808305"/>
                </a:lnTo>
                <a:lnTo>
                  <a:pt x="1540656" y="1789666"/>
                </a:lnTo>
                <a:lnTo>
                  <a:pt x="1583266" y="1769325"/>
                </a:lnTo>
                <a:lnTo>
                  <a:pt x="1624688" y="1747332"/>
                </a:lnTo>
                <a:lnTo>
                  <a:pt x="1664867" y="1723736"/>
                </a:lnTo>
                <a:lnTo>
                  <a:pt x="1703746" y="1698586"/>
                </a:lnTo>
                <a:lnTo>
                  <a:pt x="1741271" y="1671932"/>
                </a:lnTo>
                <a:lnTo>
                  <a:pt x="1777386" y="1643824"/>
                </a:lnTo>
                <a:lnTo>
                  <a:pt x="1812036" y="1614311"/>
                </a:lnTo>
                <a:lnTo>
                  <a:pt x="1845163" y="1583442"/>
                </a:lnTo>
                <a:lnTo>
                  <a:pt x="1876714" y="1551268"/>
                </a:lnTo>
                <a:lnTo>
                  <a:pt x="1906633" y="1517838"/>
                </a:lnTo>
                <a:lnTo>
                  <a:pt x="1934863" y="1483200"/>
                </a:lnTo>
                <a:lnTo>
                  <a:pt x="1961349" y="1447406"/>
                </a:lnTo>
                <a:lnTo>
                  <a:pt x="1986036" y="1410504"/>
                </a:lnTo>
                <a:lnTo>
                  <a:pt x="2008868" y="1372543"/>
                </a:lnTo>
                <a:lnTo>
                  <a:pt x="2029789" y="1333575"/>
                </a:lnTo>
                <a:lnTo>
                  <a:pt x="2048745" y="1293647"/>
                </a:lnTo>
                <a:lnTo>
                  <a:pt x="2065678" y="1252809"/>
                </a:lnTo>
                <a:lnTo>
                  <a:pt x="2080534" y="1211112"/>
                </a:lnTo>
                <a:lnTo>
                  <a:pt x="2093257" y="1168604"/>
                </a:lnTo>
                <a:lnTo>
                  <a:pt x="2103792" y="1125335"/>
                </a:lnTo>
                <a:lnTo>
                  <a:pt x="2112082" y="1081355"/>
                </a:lnTo>
                <a:lnTo>
                  <a:pt x="2118072" y="1036713"/>
                </a:lnTo>
                <a:lnTo>
                  <a:pt x="2121707" y="991459"/>
                </a:lnTo>
                <a:lnTo>
                  <a:pt x="2122932" y="945642"/>
                </a:lnTo>
                <a:lnTo>
                  <a:pt x="2121707" y="899828"/>
                </a:lnTo>
                <a:lnTo>
                  <a:pt x="2118072" y="854576"/>
                </a:lnTo>
                <a:lnTo>
                  <a:pt x="2112082" y="809936"/>
                </a:lnTo>
                <a:lnTo>
                  <a:pt x="2103792" y="765958"/>
                </a:lnTo>
                <a:lnTo>
                  <a:pt x="2093257" y="722691"/>
                </a:lnTo>
                <a:lnTo>
                  <a:pt x="2080534" y="680185"/>
                </a:lnTo>
                <a:lnTo>
                  <a:pt x="2065678" y="638489"/>
                </a:lnTo>
                <a:lnTo>
                  <a:pt x="2048745" y="597652"/>
                </a:lnTo>
                <a:lnTo>
                  <a:pt x="2029789" y="557725"/>
                </a:lnTo>
                <a:lnTo>
                  <a:pt x="2008868" y="518756"/>
                </a:lnTo>
                <a:lnTo>
                  <a:pt x="1986036" y="480796"/>
                </a:lnTo>
                <a:lnTo>
                  <a:pt x="1961349" y="443894"/>
                </a:lnTo>
                <a:lnTo>
                  <a:pt x="1934863" y="408099"/>
                </a:lnTo>
                <a:lnTo>
                  <a:pt x="1906633" y="373462"/>
                </a:lnTo>
                <a:lnTo>
                  <a:pt x="1876714" y="340031"/>
                </a:lnTo>
                <a:lnTo>
                  <a:pt x="1845163" y="307856"/>
                </a:lnTo>
                <a:lnTo>
                  <a:pt x="1812036" y="276987"/>
                </a:lnTo>
                <a:lnTo>
                  <a:pt x="1777386" y="247473"/>
                </a:lnTo>
                <a:lnTo>
                  <a:pt x="1741271" y="219363"/>
                </a:lnTo>
                <a:lnTo>
                  <a:pt x="1703746" y="192709"/>
                </a:lnTo>
                <a:lnTo>
                  <a:pt x="1664867" y="167558"/>
                </a:lnTo>
                <a:lnTo>
                  <a:pt x="1624688" y="143960"/>
                </a:lnTo>
                <a:lnTo>
                  <a:pt x="1583266" y="121966"/>
                </a:lnTo>
                <a:lnTo>
                  <a:pt x="1540656" y="101624"/>
                </a:lnTo>
                <a:lnTo>
                  <a:pt x="1496914" y="82984"/>
                </a:lnTo>
                <a:lnTo>
                  <a:pt x="1452096" y="66096"/>
                </a:lnTo>
                <a:lnTo>
                  <a:pt x="1406257" y="51010"/>
                </a:lnTo>
                <a:lnTo>
                  <a:pt x="1359452" y="37774"/>
                </a:lnTo>
                <a:lnTo>
                  <a:pt x="1311737" y="26438"/>
                </a:lnTo>
                <a:lnTo>
                  <a:pt x="1263169" y="17052"/>
                </a:lnTo>
                <a:lnTo>
                  <a:pt x="1213802" y="9666"/>
                </a:lnTo>
                <a:lnTo>
                  <a:pt x="1163692" y="4329"/>
                </a:lnTo>
                <a:lnTo>
                  <a:pt x="1112895" y="1090"/>
                </a:lnTo>
                <a:lnTo>
                  <a:pt x="1061466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56666" y="4126229"/>
            <a:ext cx="2123440" cy="1891664"/>
          </a:xfrm>
          <a:custGeom>
            <a:avLst/>
            <a:gdLst/>
            <a:ahLst/>
            <a:cxnLst/>
            <a:rect l="l" t="t" r="r" b="b"/>
            <a:pathLst>
              <a:path w="2123440" h="1891664">
                <a:moveTo>
                  <a:pt x="0" y="945642"/>
                </a:moveTo>
                <a:lnTo>
                  <a:pt x="1224" y="899828"/>
                </a:lnTo>
                <a:lnTo>
                  <a:pt x="4859" y="854576"/>
                </a:lnTo>
                <a:lnTo>
                  <a:pt x="10849" y="809936"/>
                </a:lnTo>
                <a:lnTo>
                  <a:pt x="19139" y="765958"/>
                </a:lnTo>
                <a:lnTo>
                  <a:pt x="29674" y="722691"/>
                </a:lnTo>
                <a:lnTo>
                  <a:pt x="42397" y="680185"/>
                </a:lnTo>
                <a:lnTo>
                  <a:pt x="57253" y="638489"/>
                </a:lnTo>
                <a:lnTo>
                  <a:pt x="74186" y="597652"/>
                </a:lnTo>
                <a:lnTo>
                  <a:pt x="93142" y="557725"/>
                </a:lnTo>
                <a:lnTo>
                  <a:pt x="114063" y="518756"/>
                </a:lnTo>
                <a:lnTo>
                  <a:pt x="136895" y="480796"/>
                </a:lnTo>
                <a:lnTo>
                  <a:pt x="161582" y="443894"/>
                </a:lnTo>
                <a:lnTo>
                  <a:pt x="188068" y="408099"/>
                </a:lnTo>
                <a:lnTo>
                  <a:pt x="216298" y="373462"/>
                </a:lnTo>
                <a:lnTo>
                  <a:pt x="246217" y="340031"/>
                </a:lnTo>
                <a:lnTo>
                  <a:pt x="277768" y="307856"/>
                </a:lnTo>
                <a:lnTo>
                  <a:pt x="310896" y="276987"/>
                </a:lnTo>
                <a:lnTo>
                  <a:pt x="345545" y="247473"/>
                </a:lnTo>
                <a:lnTo>
                  <a:pt x="381660" y="219363"/>
                </a:lnTo>
                <a:lnTo>
                  <a:pt x="419185" y="192709"/>
                </a:lnTo>
                <a:lnTo>
                  <a:pt x="458064" y="167558"/>
                </a:lnTo>
                <a:lnTo>
                  <a:pt x="498243" y="143960"/>
                </a:lnTo>
                <a:lnTo>
                  <a:pt x="539665" y="121966"/>
                </a:lnTo>
                <a:lnTo>
                  <a:pt x="582275" y="101624"/>
                </a:lnTo>
                <a:lnTo>
                  <a:pt x="626017" y="82984"/>
                </a:lnTo>
                <a:lnTo>
                  <a:pt x="670835" y="66096"/>
                </a:lnTo>
                <a:lnTo>
                  <a:pt x="716674" y="51010"/>
                </a:lnTo>
                <a:lnTo>
                  <a:pt x="763479" y="37774"/>
                </a:lnTo>
                <a:lnTo>
                  <a:pt x="811194" y="26438"/>
                </a:lnTo>
                <a:lnTo>
                  <a:pt x="859762" y="17052"/>
                </a:lnTo>
                <a:lnTo>
                  <a:pt x="909129" y="9666"/>
                </a:lnTo>
                <a:lnTo>
                  <a:pt x="959239" y="4329"/>
                </a:lnTo>
                <a:lnTo>
                  <a:pt x="1010036" y="1090"/>
                </a:lnTo>
                <a:lnTo>
                  <a:pt x="1061466" y="0"/>
                </a:lnTo>
                <a:lnTo>
                  <a:pt x="1112895" y="1090"/>
                </a:lnTo>
                <a:lnTo>
                  <a:pt x="1163692" y="4329"/>
                </a:lnTo>
                <a:lnTo>
                  <a:pt x="1213802" y="9666"/>
                </a:lnTo>
                <a:lnTo>
                  <a:pt x="1263169" y="17052"/>
                </a:lnTo>
                <a:lnTo>
                  <a:pt x="1311737" y="26438"/>
                </a:lnTo>
                <a:lnTo>
                  <a:pt x="1359452" y="37774"/>
                </a:lnTo>
                <a:lnTo>
                  <a:pt x="1406257" y="51010"/>
                </a:lnTo>
                <a:lnTo>
                  <a:pt x="1452096" y="66096"/>
                </a:lnTo>
                <a:lnTo>
                  <a:pt x="1496914" y="82984"/>
                </a:lnTo>
                <a:lnTo>
                  <a:pt x="1540656" y="101624"/>
                </a:lnTo>
                <a:lnTo>
                  <a:pt x="1583266" y="121966"/>
                </a:lnTo>
                <a:lnTo>
                  <a:pt x="1624688" y="143960"/>
                </a:lnTo>
                <a:lnTo>
                  <a:pt x="1664867" y="167558"/>
                </a:lnTo>
                <a:lnTo>
                  <a:pt x="1703746" y="192709"/>
                </a:lnTo>
                <a:lnTo>
                  <a:pt x="1741271" y="219363"/>
                </a:lnTo>
                <a:lnTo>
                  <a:pt x="1777386" y="247473"/>
                </a:lnTo>
                <a:lnTo>
                  <a:pt x="1812035" y="276987"/>
                </a:lnTo>
                <a:lnTo>
                  <a:pt x="1845163" y="307856"/>
                </a:lnTo>
                <a:lnTo>
                  <a:pt x="1876714" y="340031"/>
                </a:lnTo>
                <a:lnTo>
                  <a:pt x="1906633" y="373462"/>
                </a:lnTo>
                <a:lnTo>
                  <a:pt x="1934863" y="408099"/>
                </a:lnTo>
                <a:lnTo>
                  <a:pt x="1961349" y="443894"/>
                </a:lnTo>
                <a:lnTo>
                  <a:pt x="1986036" y="480796"/>
                </a:lnTo>
                <a:lnTo>
                  <a:pt x="2008868" y="518756"/>
                </a:lnTo>
                <a:lnTo>
                  <a:pt x="2029789" y="557725"/>
                </a:lnTo>
                <a:lnTo>
                  <a:pt x="2048745" y="597652"/>
                </a:lnTo>
                <a:lnTo>
                  <a:pt x="2065678" y="638489"/>
                </a:lnTo>
                <a:lnTo>
                  <a:pt x="2080534" y="680185"/>
                </a:lnTo>
                <a:lnTo>
                  <a:pt x="2093257" y="722691"/>
                </a:lnTo>
                <a:lnTo>
                  <a:pt x="2103792" y="765958"/>
                </a:lnTo>
                <a:lnTo>
                  <a:pt x="2112082" y="809936"/>
                </a:lnTo>
                <a:lnTo>
                  <a:pt x="2118072" y="854576"/>
                </a:lnTo>
                <a:lnTo>
                  <a:pt x="2121707" y="899828"/>
                </a:lnTo>
                <a:lnTo>
                  <a:pt x="2122932" y="945642"/>
                </a:lnTo>
                <a:lnTo>
                  <a:pt x="2121707" y="991459"/>
                </a:lnTo>
                <a:lnTo>
                  <a:pt x="2118072" y="1036713"/>
                </a:lnTo>
                <a:lnTo>
                  <a:pt x="2112082" y="1081355"/>
                </a:lnTo>
                <a:lnTo>
                  <a:pt x="2103792" y="1125335"/>
                </a:lnTo>
                <a:lnTo>
                  <a:pt x="2093257" y="1168604"/>
                </a:lnTo>
                <a:lnTo>
                  <a:pt x="2080534" y="1211112"/>
                </a:lnTo>
                <a:lnTo>
                  <a:pt x="2065678" y="1252809"/>
                </a:lnTo>
                <a:lnTo>
                  <a:pt x="2048745" y="1293647"/>
                </a:lnTo>
                <a:lnTo>
                  <a:pt x="2029789" y="1333575"/>
                </a:lnTo>
                <a:lnTo>
                  <a:pt x="2008868" y="1372543"/>
                </a:lnTo>
                <a:lnTo>
                  <a:pt x="1986036" y="1410504"/>
                </a:lnTo>
                <a:lnTo>
                  <a:pt x="1961349" y="1447406"/>
                </a:lnTo>
                <a:lnTo>
                  <a:pt x="1934863" y="1483200"/>
                </a:lnTo>
                <a:lnTo>
                  <a:pt x="1906633" y="1517838"/>
                </a:lnTo>
                <a:lnTo>
                  <a:pt x="1876714" y="1551268"/>
                </a:lnTo>
                <a:lnTo>
                  <a:pt x="1845163" y="1583442"/>
                </a:lnTo>
                <a:lnTo>
                  <a:pt x="1812036" y="1614311"/>
                </a:lnTo>
                <a:lnTo>
                  <a:pt x="1777386" y="1643824"/>
                </a:lnTo>
                <a:lnTo>
                  <a:pt x="1741271" y="1671932"/>
                </a:lnTo>
                <a:lnTo>
                  <a:pt x="1703746" y="1698586"/>
                </a:lnTo>
                <a:lnTo>
                  <a:pt x="1664867" y="1723736"/>
                </a:lnTo>
                <a:lnTo>
                  <a:pt x="1624688" y="1747332"/>
                </a:lnTo>
                <a:lnTo>
                  <a:pt x="1583266" y="1769325"/>
                </a:lnTo>
                <a:lnTo>
                  <a:pt x="1540656" y="1789666"/>
                </a:lnTo>
                <a:lnTo>
                  <a:pt x="1496914" y="1808305"/>
                </a:lnTo>
                <a:lnTo>
                  <a:pt x="1452096" y="1825191"/>
                </a:lnTo>
                <a:lnTo>
                  <a:pt x="1406257" y="1840277"/>
                </a:lnTo>
                <a:lnTo>
                  <a:pt x="1359452" y="1853512"/>
                </a:lnTo>
                <a:lnTo>
                  <a:pt x="1311737" y="1864847"/>
                </a:lnTo>
                <a:lnTo>
                  <a:pt x="1263169" y="1874232"/>
                </a:lnTo>
                <a:lnTo>
                  <a:pt x="1213802" y="1881618"/>
                </a:lnTo>
                <a:lnTo>
                  <a:pt x="1163692" y="1886955"/>
                </a:lnTo>
                <a:lnTo>
                  <a:pt x="1112895" y="1890193"/>
                </a:lnTo>
                <a:lnTo>
                  <a:pt x="1061466" y="1891284"/>
                </a:lnTo>
                <a:lnTo>
                  <a:pt x="1010036" y="1890193"/>
                </a:lnTo>
                <a:lnTo>
                  <a:pt x="959239" y="1886955"/>
                </a:lnTo>
                <a:lnTo>
                  <a:pt x="909129" y="1881618"/>
                </a:lnTo>
                <a:lnTo>
                  <a:pt x="859762" y="1874232"/>
                </a:lnTo>
                <a:lnTo>
                  <a:pt x="811194" y="1864847"/>
                </a:lnTo>
                <a:lnTo>
                  <a:pt x="763479" y="1853512"/>
                </a:lnTo>
                <a:lnTo>
                  <a:pt x="716674" y="1840277"/>
                </a:lnTo>
                <a:lnTo>
                  <a:pt x="670835" y="1825191"/>
                </a:lnTo>
                <a:lnTo>
                  <a:pt x="626017" y="1808305"/>
                </a:lnTo>
                <a:lnTo>
                  <a:pt x="582275" y="1789666"/>
                </a:lnTo>
                <a:lnTo>
                  <a:pt x="539665" y="1769325"/>
                </a:lnTo>
                <a:lnTo>
                  <a:pt x="498243" y="1747332"/>
                </a:lnTo>
                <a:lnTo>
                  <a:pt x="458064" y="1723736"/>
                </a:lnTo>
                <a:lnTo>
                  <a:pt x="419185" y="1698586"/>
                </a:lnTo>
                <a:lnTo>
                  <a:pt x="381660" y="1671932"/>
                </a:lnTo>
                <a:lnTo>
                  <a:pt x="345545" y="1643824"/>
                </a:lnTo>
                <a:lnTo>
                  <a:pt x="310895" y="1614311"/>
                </a:lnTo>
                <a:lnTo>
                  <a:pt x="277768" y="1583442"/>
                </a:lnTo>
                <a:lnTo>
                  <a:pt x="246217" y="1551268"/>
                </a:lnTo>
                <a:lnTo>
                  <a:pt x="216298" y="1517838"/>
                </a:lnTo>
                <a:lnTo>
                  <a:pt x="188068" y="1483200"/>
                </a:lnTo>
                <a:lnTo>
                  <a:pt x="161582" y="1447406"/>
                </a:lnTo>
                <a:lnTo>
                  <a:pt x="136895" y="1410504"/>
                </a:lnTo>
                <a:lnTo>
                  <a:pt x="114063" y="1372543"/>
                </a:lnTo>
                <a:lnTo>
                  <a:pt x="93142" y="1333575"/>
                </a:lnTo>
                <a:lnTo>
                  <a:pt x="74186" y="1293647"/>
                </a:lnTo>
                <a:lnTo>
                  <a:pt x="57253" y="1252809"/>
                </a:lnTo>
                <a:lnTo>
                  <a:pt x="42397" y="1211112"/>
                </a:lnTo>
                <a:lnTo>
                  <a:pt x="29674" y="1168604"/>
                </a:lnTo>
                <a:lnTo>
                  <a:pt x="19139" y="1125335"/>
                </a:lnTo>
                <a:lnTo>
                  <a:pt x="10849" y="1081355"/>
                </a:lnTo>
                <a:lnTo>
                  <a:pt x="4859" y="1036713"/>
                </a:lnTo>
                <a:lnTo>
                  <a:pt x="1224" y="991459"/>
                </a:lnTo>
                <a:lnTo>
                  <a:pt x="0" y="945642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43533" y="4203953"/>
            <a:ext cx="1946275" cy="1736089"/>
          </a:xfrm>
          <a:custGeom>
            <a:avLst/>
            <a:gdLst/>
            <a:ahLst/>
            <a:cxnLst/>
            <a:rect l="l" t="t" r="r" b="b"/>
            <a:pathLst>
              <a:path w="1946275" h="1736089">
                <a:moveTo>
                  <a:pt x="0" y="867918"/>
                </a:moveTo>
                <a:lnTo>
                  <a:pt x="1266" y="823258"/>
                </a:lnTo>
                <a:lnTo>
                  <a:pt x="5023" y="779184"/>
                </a:lnTo>
                <a:lnTo>
                  <a:pt x="11210" y="735751"/>
                </a:lnTo>
                <a:lnTo>
                  <a:pt x="19767" y="693013"/>
                </a:lnTo>
                <a:lnTo>
                  <a:pt x="30631" y="651025"/>
                </a:lnTo>
                <a:lnTo>
                  <a:pt x="43743" y="609840"/>
                </a:lnTo>
                <a:lnTo>
                  <a:pt x="59040" y="569514"/>
                </a:lnTo>
                <a:lnTo>
                  <a:pt x="76461" y="530101"/>
                </a:lnTo>
                <a:lnTo>
                  <a:pt x="95947" y="491657"/>
                </a:lnTo>
                <a:lnTo>
                  <a:pt x="117434" y="454234"/>
                </a:lnTo>
                <a:lnTo>
                  <a:pt x="140863" y="417888"/>
                </a:lnTo>
                <a:lnTo>
                  <a:pt x="166172" y="382674"/>
                </a:lnTo>
                <a:lnTo>
                  <a:pt x="193300" y="348645"/>
                </a:lnTo>
                <a:lnTo>
                  <a:pt x="222186" y="315858"/>
                </a:lnTo>
                <a:lnTo>
                  <a:pt x="252769" y="284365"/>
                </a:lnTo>
                <a:lnTo>
                  <a:pt x="284988" y="254222"/>
                </a:lnTo>
                <a:lnTo>
                  <a:pt x="318781" y="225483"/>
                </a:lnTo>
                <a:lnTo>
                  <a:pt x="354087" y="198203"/>
                </a:lnTo>
                <a:lnTo>
                  <a:pt x="390846" y="172436"/>
                </a:lnTo>
                <a:lnTo>
                  <a:pt x="428997" y="148237"/>
                </a:lnTo>
                <a:lnTo>
                  <a:pt x="468477" y="125660"/>
                </a:lnTo>
                <a:lnTo>
                  <a:pt x="509226" y="104761"/>
                </a:lnTo>
                <a:lnTo>
                  <a:pt x="551184" y="85592"/>
                </a:lnTo>
                <a:lnTo>
                  <a:pt x="594288" y="68210"/>
                </a:lnTo>
                <a:lnTo>
                  <a:pt x="638478" y="52669"/>
                </a:lnTo>
                <a:lnTo>
                  <a:pt x="683692" y="39023"/>
                </a:lnTo>
                <a:lnTo>
                  <a:pt x="729870" y="27326"/>
                </a:lnTo>
                <a:lnTo>
                  <a:pt x="776951" y="17634"/>
                </a:lnTo>
                <a:lnTo>
                  <a:pt x="824872" y="10001"/>
                </a:lnTo>
                <a:lnTo>
                  <a:pt x="873574" y="4481"/>
                </a:lnTo>
                <a:lnTo>
                  <a:pt x="922995" y="1129"/>
                </a:lnTo>
                <a:lnTo>
                  <a:pt x="973073" y="0"/>
                </a:lnTo>
                <a:lnTo>
                  <a:pt x="1023152" y="1129"/>
                </a:lnTo>
                <a:lnTo>
                  <a:pt x="1072573" y="4481"/>
                </a:lnTo>
                <a:lnTo>
                  <a:pt x="1121275" y="10001"/>
                </a:lnTo>
                <a:lnTo>
                  <a:pt x="1169196" y="17634"/>
                </a:lnTo>
                <a:lnTo>
                  <a:pt x="1216277" y="27326"/>
                </a:lnTo>
                <a:lnTo>
                  <a:pt x="1262455" y="39023"/>
                </a:lnTo>
                <a:lnTo>
                  <a:pt x="1307669" y="52669"/>
                </a:lnTo>
                <a:lnTo>
                  <a:pt x="1351859" y="68210"/>
                </a:lnTo>
                <a:lnTo>
                  <a:pt x="1394963" y="85592"/>
                </a:lnTo>
                <a:lnTo>
                  <a:pt x="1436921" y="104761"/>
                </a:lnTo>
                <a:lnTo>
                  <a:pt x="1477670" y="125660"/>
                </a:lnTo>
                <a:lnTo>
                  <a:pt x="1517150" y="148237"/>
                </a:lnTo>
                <a:lnTo>
                  <a:pt x="1555301" y="172436"/>
                </a:lnTo>
                <a:lnTo>
                  <a:pt x="1592060" y="198203"/>
                </a:lnTo>
                <a:lnTo>
                  <a:pt x="1627366" y="225483"/>
                </a:lnTo>
                <a:lnTo>
                  <a:pt x="1661159" y="254222"/>
                </a:lnTo>
                <a:lnTo>
                  <a:pt x="1693378" y="284365"/>
                </a:lnTo>
                <a:lnTo>
                  <a:pt x="1723961" y="315858"/>
                </a:lnTo>
                <a:lnTo>
                  <a:pt x="1752847" y="348645"/>
                </a:lnTo>
                <a:lnTo>
                  <a:pt x="1779975" y="382674"/>
                </a:lnTo>
                <a:lnTo>
                  <a:pt x="1805284" y="417888"/>
                </a:lnTo>
                <a:lnTo>
                  <a:pt x="1828713" y="454234"/>
                </a:lnTo>
                <a:lnTo>
                  <a:pt x="1850200" y="491657"/>
                </a:lnTo>
                <a:lnTo>
                  <a:pt x="1869686" y="530101"/>
                </a:lnTo>
                <a:lnTo>
                  <a:pt x="1887107" y="569514"/>
                </a:lnTo>
                <a:lnTo>
                  <a:pt x="1902404" y="609840"/>
                </a:lnTo>
                <a:lnTo>
                  <a:pt x="1915516" y="651025"/>
                </a:lnTo>
                <a:lnTo>
                  <a:pt x="1926380" y="693013"/>
                </a:lnTo>
                <a:lnTo>
                  <a:pt x="1934937" y="735751"/>
                </a:lnTo>
                <a:lnTo>
                  <a:pt x="1941124" y="779184"/>
                </a:lnTo>
                <a:lnTo>
                  <a:pt x="1944881" y="823258"/>
                </a:lnTo>
                <a:lnTo>
                  <a:pt x="1946148" y="867918"/>
                </a:lnTo>
                <a:lnTo>
                  <a:pt x="1944881" y="912577"/>
                </a:lnTo>
                <a:lnTo>
                  <a:pt x="1941124" y="956651"/>
                </a:lnTo>
                <a:lnTo>
                  <a:pt x="1934937" y="1000084"/>
                </a:lnTo>
                <a:lnTo>
                  <a:pt x="1926380" y="1042822"/>
                </a:lnTo>
                <a:lnTo>
                  <a:pt x="1915516" y="1084810"/>
                </a:lnTo>
                <a:lnTo>
                  <a:pt x="1902404" y="1125995"/>
                </a:lnTo>
                <a:lnTo>
                  <a:pt x="1887107" y="1166321"/>
                </a:lnTo>
                <a:lnTo>
                  <a:pt x="1869686" y="1205734"/>
                </a:lnTo>
                <a:lnTo>
                  <a:pt x="1850200" y="1244178"/>
                </a:lnTo>
                <a:lnTo>
                  <a:pt x="1828713" y="1281601"/>
                </a:lnTo>
                <a:lnTo>
                  <a:pt x="1805284" y="1317947"/>
                </a:lnTo>
                <a:lnTo>
                  <a:pt x="1779975" y="1353161"/>
                </a:lnTo>
                <a:lnTo>
                  <a:pt x="1752847" y="1387190"/>
                </a:lnTo>
                <a:lnTo>
                  <a:pt x="1723961" y="1419977"/>
                </a:lnTo>
                <a:lnTo>
                  <a:pt x="1693378" y="1451470"/>
                </a:lnTo>
                <a:lnTo>
                  <a:pt x="1661159" y="1481613"/>
                </a:lnTo>
                <a:lnTo>
                  <a:pt x="1627366" y="1510352"/>
                </a:lnTo>
                <a:lnTo>
                  <a:pt x="1592060" y="1537632"/>
                </a:lnTo>
                <a:lnTo>
                  <a:pt x="1555301" y="1563399"/>
                </a:lnTo>
                <a:lnTo>
                  <a:pt x="1517150" y="1587598"/>
                </a:lnTo>
                <a:lnTo>
                  <a:pt x="1477670" y="1610175"/>
                </a:lnTo>
                <a:lnTo>
                  <a:pt x="1436921" y="1631074"/>
                </a:lnTo>
                <a:lnTo>
                  <a:pt x="1394963" y="1650243"/>
                </a:lnTo>
                <a:lnTo>
                  <a:pt x="1351859" y="1667625"/>
                </a:lnTo>
                <a:lnTo>
                  <a:pt x="1307669" y="1683166"/>
                </a:lnTo>
                <a:lnTo>
                  <a:pt x="1262455" y="1696812"/>
                </a:lnTo>
                <a:lnTo>
                  <a:pt x="1216277" y="1708509"/>
                </a:lnTo>
                <a:lnTo>
                  <a:pt x="1169196" y="1718201"/>
                </a:lnTo>
                <a:lnTo>
                  <a:pt x="1121275" y="1725834"/>
                </a:lnTo>
                <a:lnTo>
                  <a:pt x="1072573" y="1731354"/>
                </a:lnTo>
                <a:lnTo>
                  <a:pt x="1023152" y="1734706"/>
                </a:lnTo>
                <a:lnTo>
                  <a:pt x="973073" y="1735836"/>
                </a:lnTo>
                <a:lnTo>
                  <a:pt x="922995" y="1734706"/>
                </a:lnTo>
                <a:lnTo>
                  <a:pt x="873574" y="1731354"/>
                </a:lnTo>
                <a:lnTo>
                  <a:pt x="824872" y="1725834"/>
                </a:lnTo>
                <a:lnTo>
                  <a:pt x="776951" y="1718201"/>
                </a:lnTo>
                <a:lnTo>
                  <a:pt x="729870" y="1708509"/>
                </a:lnTo>
                <a:lnTo>
                  <a:pt x="683692" y="1696812"/>
                </a:lnTo>
                <a:lnTo>
                  <a:pt x="638478" y="1683166"/>
                </a:lnTo>
                <a:lnTo>
                  <a:pt x="594288" y="1667625"/>
                </a:lnTo>
                <a:lnTo>
                  <a:pt x="551184" y="1650243"/>
                </a:lnTo>
                <a:lnTo>
                  <a:pt x="509226" y="1631074"/>
                </a:lnTo>
                <a:lnTo>
                  <a:pt x="468477" y="1610175"/>
                </a:lnTo>
                <a:lnTo>
                  <a:pt x="428997" y="1587598"/>
                </a:lnTo>
                <a:lnTo>
                  <a:pt x="390846" y="1563399"/>
                </a:lnTo>
                <a:lnTo>
                  <a:pt x="354087" y="1537632"/>
                </a:lnTo>
                <a:lnTo>
                  <a:pt x="318781" y="1510352"/>
                </a:lnTo>
                <a:lnTo>
                  <a:pt x="284987" y="1481613"/>
                </a:lnTo>
                <a:lnTo>
                  <a:pt x="252769" y="1451470"/>
                </a:lnTo>
                <a:lnTo>
                  <a:pt x="222186" y="1419977"/>
                </a:lnTo>
                <a:lnTo>
                  <a:pt x="193300" y="1387190"/>
                </a:lnTo>
                <a:lnTo>
                  <a:pt x="166172" y="1353161"/>
                </a:lnTo>
                <a:lnTo>
                  <a:pt x="140863" y="1317947"/>
                </a:lnTo>
                <a:lnTo>
                  <a:pt x="117434" y="1281601"/>
                </a:lnTo>
                <a:lnTo>
                  <a:pt x="95947" y="1244178"/>
                </a:lnTo>
                <a:lnTo>
                  <a:pt x="76461" y="1205734"/>
                </a:lnTo>
                <a:lnTo>
                  <a:pt x="59040" y="1166321"/>
                </a:lnTo>
                <a:lnTo>
                  <a:pt x="43743" y="1125995"/>
                </a:lnTo>
                <a:lnTo>
                  <a:pt x="30631" y="1084810"/>
                </a:lnTo>
                <a:lnTo>
                  <a:pt x="19767" y="1042822"/>
                </a:lnTo>
                <a:lnTo>
                  <a:pt x="11210" y="1000084"/>
                </a:lnTo>
                <a:lnTo>
                  <a:pt x="5023" y="956651"/>
                </a:lnTo>
                <a:lnTo>
                  <a:pt x="1266" y="912577"/>
                </a:lnTo>
                <a:lnTo>
                  <a:pt x="0" y="867918"/>
                </a:lnTo>
                <a:close/>
              </a:path>
            </a:pathLst>
          </a:custGeom>
          <a:ln w="38100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0402" y="4286250"/>
            <a:ext cx="1771014" cy="1580515"/>
          </a:xfrm>
          <a:custGeom>
            <a:avLst/>
            <a:gdLst/>
            <a:ahLst/>
            <a:cxnLst/>
            <a:rect l="l" t="t" r="r" b="b"/>
            <a:pathLst>
              <a:path w="1771014" h="1580514">
                <a:moveTo>
                  <a:pt x="0" y="790194"/>
                </a:moveTo>
                <a:lnTo>
                  <a:pt x="1401" y="745357"/>
                </a:lnTo>
                <a:lnTo>
                  <a:pt x="5556" y="701177"/>
                </a:lnTo>
                <a:lnTo>
                  <a:pt x="12389" y="657718"/>
                </a:lnTo>
                <a:lnTo>
                  <a:pt x="21825" y="615049"/>
                </a:lnTo>
                <a:lnTo>
                  <a:pt x="33791" y="573236"/>
                </a:lnTo>
                <a:lnTo>
                  <a:pt x="48211" y="532345"/>
                </a:lnTo>
                <a:lnTo>
                  <a:pt x="65011" y="492444"/>
                </a:lnTo>
                <a:lnTo>
                  <a:pt x="84115" y="453599"/>
                </a:lnTo>
                <a:lnTo>
                  <a:pt x="105450" y="415877"/>
                </a:lnTo>
                <a:lnTo>
                  <a:pt x="128940" y="379344"/>
                </a:lnTo>
                <a:lnTo>
                  <a:pt x="154511" y="344068"/>
                </a:lnTo>
                <a:lnTo>
                  <a:pt x="182088" y="310114"/>
                </a:lnTo>
                <a:lnTo>
                  <a:pt x="211597" y="277551"/>
                </a:lnTo>
                <a:lnTo>
                  <a:pt x="242962" y="246443"/>
                </a:lnTo>
                <a:lnTo>
                  <a:pt x="276109" y="216860"/>
                </a:lnTo>
                <a:lnTo>
                  <a:pt x="310964" y="188866"/>
                </a:lnTo>
                <a:lnTo>
                  <a:pt x="347451" y="162529"/>
                </a:lnTo>
                <a:lnTo>
                  <a:pt x="385496" y="137915"/>
                </a:lnTo>
                <a:lnTo>
                  <a:pt x="425024" y="115092"/>
                </a:lnTo>
                <a:lnTo>
                  <a:pt x="465960" y="94125"/>
                </a:lnTo>
                <a:lnTo>
                  <a:pt x="508230" y="75082"/>
                </a:lnTo>
                <a:lnTo>
                  <a:pt x="551760" y="58030"/>
                </a:lnTo>
                <a:lnTo>
                  <a:pt x="596473" y="43034"/>
                </a:lnTo>
                <a:lnTo>
                  <a:pt x="642297" y="30163"/>
                </a:lnTo>
                <a:lnTo>
                  <a:pt x="689155" y="19482"/>
                </a:lnTo>
                <a:lnTo>
                  <a:pt x="736974" y="11059"/>
                </a:lnTo>
                <a:lnTo>
                  <a:pt x="785678" y="4959"/>
                </a:lnTo>
                <a:lnTo>
                  <a:pt x="835192" y="1251"/>
                </a:lnTo>
                <a:lnTo>
                  <a:pt x="885443" y="0"/>
                </a:lnTo>
                <a:lnTo>
                  <a:pt x="935695" y="1251"/>
                </a:lnTo>
                <a:lnTo>
                  <a:pt x="985209" y="4959"/>
                </a:lnTo>
                <a:lnTo>
                  <a:pt x="1033913" y="11059"/>
                </a:lnTo>
                <a:lnTo>
                  <a:pt x="1081732" y="19482"/>
                </a:lnTo>
                <a:lnTo>
                  <a:pt x="1128590" y="30163"/>
                </a:lnTo>
                <a:lnTo>
                  <a:pt x="1174414" y="43034"/>
                </a:lnTo>
                <a:lnTo>
                  <a:pt x="1219127" y="58030"/>
                </a:lnTo>
                <a:lnTo>
                  <a:pt x="1262657" y="75082"/>
                </a:lnTo>
                <a:lnTo>
                  <a:pt x="1304927" y="94125"/>
                </a:lnTo>
                <a:lnTo>
                  <a:pt x="1345863" y="115092"/>
                </a:lnTo>
                <a:lnTo>
                  <a:pt x="1385391" y="137915"/>
                </a:lnTo>
                <a:lnTo>
                  <a:pt x="1423436" y="162529"/>
                </a:lnTo>
                <a:lnTo>
                  <a:pt x="1459923" y="188866"/>
                </a:lnTo>
                <a:lnTo>
                  <a:pt x="1494778" y="216860"/>
                </a:lnTo>
                <a:lnTo>
                  <a:pt x="1527925" y="246443"/>
                </a:lnTo>
                <a:lnTo>
                  <a:pt x="1559290" y="277551"/>
                </a:lnTo>
                <a:lnTo>
                  <a:pt x="1588799" y="310114"/>
                </a:lnTo>
                <a:lnTo>
                  <a:pt x="1616376" y="344068"/>
                </a:lnTo>
                <a:lnTo>
                  <a:pt x="1641947" y="379344"/>
                </a:lnTo>
                <a:lnTo>
                  <a:pt x="1665437" y="415877"/>
                </a:lnTo>
                <a:lnTo>
                  <a:pt x="1686772" y="453599"/>
                </a:lnTo>
                <a:lnTo>
                  <a:pt x="1705876" y="492444"/>
                </a:lnTo>
                <a:lnTo>
                  <a:pt x="1722676" y="532345"/>
                </a:lnTo>
                <a:lnTo>
                  <a:pt x="1737096" y="573236"/>
                </a:lnTo>
                <a:lnTo>
                  <a:pt x="1749062" y="615049"/>
                </a:lnTo>
                <a:lnTo>
                  <a:pt x="1758498" y="657718"/>
                </a:lnTo>
                <a:lnTo>
                  <a:pt x="1765331" y="701177"/>
                </a:lnTo>
                <a:lnTo>
                  <a:pt x="1769486" y="745357"/>
                </a:lnTo>
                <a:lnTo>
                  <a:pt x="1770888" y="790194"/>
                </a:lnTo>
                <a:lnTo>
                  <a:pt x="1769486" y="835030"/>
                </a:lnTo>
                <a:lnTo>
                  <a:pt x="1765331" y="879210"/>
                </a:lnTo>
                <a:lnTo>
                  <a:pt x="1758498" y="922669"/>
                </a:lnTo>
                <a:lnTo>
                  <a:pt x="1749062" y="965338"/>
                </a:lnTo>
                <a:lnTo>
                  <a:pt x="1737096" y="1007151"/>
                </a:lnTo>
                <a:lnTo>
                  <a:pt x="1722676" y="1048042"/>
                </a:lnTo>
                <a:lnTo>
                  <a:pt x="1705876" y="1087943"/>
                </a:lnTo>
                <a:lnTo>
                  <a:pt x="1686772" y="1126788"/>
                </a:lnTo>
                <a:lnTo>
                  <a:pt x="1665437" y="1164510"/>
                </a:lnTo>
                <a:lnTo>
                  <a:pt x="1641947" y="1201043"/>
                </a:lnTo>
                <a:lnTo>
                  <a:pt x="1616376" y="1236319"/>
                </a:lnTo>
                <a:lnTo>
                  <a:pt x="1588799" y="1270273"/>
                </a:lnTo>
                <a:lnTo>
                  <a:pt x="1559290" y="1302836"/>
                </a:lnTo>
                <a:lnTo>
                  <a:pt x="1527925" y="1333944"/>
                </a:lnTo>
                <a:lnTo>
                  <a:pt x="1494778" y="1363527"/>
                </a:lnTo>
                <a:lnTo>
                  <a:pt x="1459923" y="1391521"/>
                </a:lnTo>
                <a:lnTo>
                  <a:pt x="1423436" y="1417858"/>
                </a:lnTo>
                <a:lnTo>
                  <a:pt x="1385391" y="1442472"/>
                </a:lnTo>
                <a:lnTo>
                  <a:pt x="1345863" y="1465295"/>
                </a:lnTo>
                <a:lnTo>
                  <a:pt x="1304927" y="1486262"/>
                </a:lnTo>
                <a:lnTo>
                  <a:pt x="1262657" y="1505305"/>
                </a:lnTo>
                <a:lnTo>
                  <a:pt x="1219127" y="1522357"/>
                </a:lnTo>
                <a:lnTo>
                  <a:pt x="1174414" y="1537353"/>
                </a:lnTo>
                <a:lnTo>
                  <a:pt x="1128590" y="1550224"/>
                </a:lnTo>
                <a:lnTo>
                  <a:pt x="1081732" y="1560905"/>
                </a:lnTo>
                <a:lnTo>
                  <a:pt x="1033913" y="1569328"/>
                </a:lnTo>
                <a:lnTo>
                  <a:pt x="985209" y="1575428"/>
                </a:lnTo>
                <a:lnTo>
                  <a:pt x="935695" y="1579136"/>
                </a:lnTo>
                <a:lnTo>
                  <a:pt x="885443" y="1580388"/>
                </a:lnTo>
                <a:lnTo>
                  <a:pt x="835192" y="1579136"/>
                </a:lnTo>
                <a:lnTo>
                  <a:pt x="785678" y="1575428"/>
                </a:lnTo>
                <a:lnTo>
                  <a:pt x="736974" y="1569328"/>
                </a:lnTo>
                <a:lnTo>
                  <a:pt x="689155" y="1560905"/>
                </a:lnTo>
                <a:lnTo>
                  <a:pt x="642297" y="1550224"/>
                </a:lnTo>
                <a:lnTo>
                  <a:pt x="596473" y="1537353"/>
                </a:lnTo>
                <a:lnTo>
                  <a:pt x="551760" y="1522357"/>
                </a:lnTo>
                <a:lnTo>
                  <a:pt x="508230" y="1505305"/>
                </a:lnTo>
                <a:lnTo>
                  <a:pt x="465960" y="1486262"/>
                </a:lnTo>
                <a:lnTo>
                  <a:pt x="425024" y="1465295"/>
                </a:lnTo>
                <a:lnTo>
                  <a:pt x="385496" y="1442472"/>
                </a:lnTo>
                <a:lnTo>
                  <a:pt x="347451" y="1417858"/>
                </a:lnTo>
                <a:lnTo>
                  <a:pt x="310964" y="1391521"/>
                </a:lnTo>
                <a:lnTo>
                  <a:pt x="276109" y="1363527"/>
                </a:lnTo>
                <a:lnTo>
                  <a:pt x="242962" y="1333944"/>
                </a:lnTo>
                <a:lnTo>
                  <a:pt x="211597" y="1302836"/>
                </a:lnTo>
                <a:lnTo>
                  <a:pt x="182088" y="1270273"/>
                </a:lnTo>
                <a:lnTo>
                  <a:pt x="154511" y="1236319"/>
                </a:lnTo>
                <a:lnTo>
                  <a:pt x="128940" y="1201043"/>
                </a:lnTo>
                <a:lnTo>
                  <a:pt x="105450" y="1164510"/>
                </a:lnTo>
                <a:lnTo>
                  <a:pt x="84115" y="1126788"/>
                </a:lnTo>
                <a:lnTo>
                  <a:pt x="65011" y="1087943"/>
                </a:lnTo>
                <a:lnTo>
                  <a:pt x="48211" y="1048042"/>
                </a:lnTo>
                <a:lnTo>
                  <a:pt x="33791" y="1007151"/>
                </a:lnTo>
                <a:lnTo>
                  <a:pt x="21825" y="965338"/>
                </a:lnTo>
                <a:lnTo>
                  <a:pt x="12389" y="922669"/>
                </a:lnTo>
                <a:lnTo>
                  <a:pt x="5556" y="879210"/>
                </a:lnTo>
                <a:lnTo>
                  <a:pt x="1401" y="835030"/>
                </a:lnTo>
                <a:lnTo>
                  <a:pt x="0" y="790194"/>
                </a:lnTo>
                <a:close/>
              </a:path>
            </a:pathLst>
          </a:custGeom>
          <a:ln w="38099">
            <a:solidFill>
              <a:srgbClr val="F7B61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94308" y="4495038"/>
            <a:ext cx="12446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4800">
              <a:lnSpc>
                <a:spcPct val="150100"/>
              </a:lnSpc>
              <a:spcBef>
                <a:spcPts val="100"/>
              </a:spcBef>
            </a:pPr>
            <a:r>
              <a:rPr sz="2400" b="1" dirty="0">
                <a:latin typeface="微软雅黑"/>
                <a:cs typeface="微软雅黑"/>
              </a:rPr>
              <a:t>任务分解 结果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97200" y="4520692"/>
            <a:ext cx="5434965" cy="904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57200">
              <a:lnSpc>
                <a:spcPct val="120100"/>
              </a:lnSpc>
              <a:spcBef>
                <a:spcPts val="100"/>
              </a:spcBef>
              <a:tabLst>
                <a:tab pos="1568450" algn="l"/>
                <a:tab pos="2479675" algn="l"/>
                <a:tab pos="4161154" algn="l"/>
              </a:tabLst>
            </a:pPr>
            <a:r>
              <a:rPr sz="2400" dirty="0">
                <a:latin typeface="华文新魏"/>
                <a:cs typeface="华文新魏"/>
              </a:rPr>
              <a:t>WB</a:t>
            </a:r>
            <a:r>
              <a:rPr sz="2400" spc="60" dirty="0">
                <a:latin typeface="华文新魏"/>
                <a:cs typeface="华文新魏"/>
              </a:rPr>
              <a:t>S</a:t>
            </a:r>
            <a:r>
              <a:rPr sz="2400" dirty="0">
                <a:latin typeface="华文新魏"/>
                <a:cs typeface="华文新魏"/>
              </a:rPr>
              <a:t>（	</a:t>
            </a:r>
            <a:r>
              <a:rPr sz="2400" spc="-10" dirty="0">
                <a:latin typeface="华文新魏"/>
                <a:cs typeface="华文新魏"/>
              </a:rPr>
              <a:t>W</a:t>
            </a:r>
            <a:r>
              <a:rPr sz="2400" dirty="0">
                <a:latin typeface="华文新魏"/>
                <a:cs typeface="华文新魏"/>
              </a:rPr>
              <a:t>ork	Brea</a:t>
            </a:r>
            <a:r>
              <a:rPr sz="2400" spc="-15" dirty="0">
                <a:latin typeface="华文新魏"/>
                <a:cs typeface="华文新魏"/>
              </a:rPr>
              <a:t>k</a:t>
            </a:r>
            <a:r>
              <a:rPr sz="2400" spc="-10" dirty="0">
                <a:latin typeface="华文新魏"/>
                <a:cs typeface="华文新魏"/>
              </a:rPr>
              <a:t>d</a:t>
            </a:r>
            <a:r>
              <a:rPr sz="2400" dirty="0">
                <a:latin typeface="华文新魏"/>
                <a:cs typeface="华文新魏"/>
              </a:rPr>
              <a:t>own	</a:t>
            </a:r>
            <a:r>
              <a:rPr sz="2400" spc="5" dirty="0">
                <a:latin typeface="华文新魏"/>
                <a:cs typeface="华文新魏"/>
              </a:rPr>
              <a:t>S</a:t>
            </a:r>
            <a:r>
              <a:rPr sz="2400" dirty="0">
                <a:latin typeface="华文新魏"/>
                <a:cs typeface="华文新魏"/>
              </a:rPr>
              <a:t>tr</a:t>
            </a:r>
            <a:r>
              <a:rPr sz="2400" spc="-10" dirty="0">
                <a:latin typeface="华文新魏"/>
                <a:cs typeface="华文新魏"/>
              </a:rPr>
              <a:t>u</a:t>
            </a:r>
            <a:r>
              <a:rPr sz="2400" dirty="0">
                <a:latin typeface="华文新魏"/>
                <a:cs typeface="华文新魏"/>
              </a:rPr>
              <a:t>c</a:t>
            </a:r>
            <a:r>
              <a:rPr sz="2400" spc="5" dirty="0">
                <a:latin typeface="华文新魏"/>
                <a:cs typeface="华文新魏"/>
              </a:rPr>
              <a:t>t</a:t>
            </a:r>
            <a:r>
              <a:rPr sz="2400" dirty="0">
                <a:latin typeface="华文新魏"/>
                <a:cs typeface="华文新魏"/>
              </a:rPr>
              <a:t>ur</a:t>
            </a:r>
            <a:r>
              <a:rPr sz="2400" spc="-5" dirty="0">
                <a:latin typeface="华文新魏"/>
                <a:cs typeface="华文新魏"/>
              </a:rPr>
              <a:t>e</a:t>
            </a:r>
            <a:r>
              <a:rPr sz="2400" dirty="0">
                <a:latin typeface="华文新魏"/>
                <a:cs typeface="华文新魏"/>
              </a:rPr>
              <a:t>: </a:t>
            </a:r>
            <a:r>
              <a:rPr sz="2400" dirty="0">
                <a:solidFill>
                  <a:srgbClr val="080808"/>
                </a:solidFill>
                <a:latin typeface="华文新魏"/>
                <a:cs typeface="华文新魏"/>
              </a:rPr>
              <a:t>任务分解结构）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软件需求分解</a:t>
            </a:r>
          </a:p>
        </p:txBody>
      </p:sp>
      <p:sp>
        <p:nvSpPr>
          <p:cNvPr id="3" name="object 3"/>
          <p:cNvSpPr/>
          <p:nvPr/>
        </p:nvSpPr>
        <p:spPr>
          <a:xfrm>
            <a:off x="182879" y="1931586"/>
            <a:ext cx="8939784" cy="44082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13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11106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WBS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412747"/>
            <a:ext cx="9143999" cy="39944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4018" y="5446012"/>
            <a:ext cx="8784590" cy="1297305"/>
          </a:xfrm>
          <a:prstGeom prst="rect">
            <a:avLst/>
          </a:prstGeom>
          <a:ln w="28955">
            <a:solidFill>
              <a:srgbClr val="000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314325" indent="-224790">
              <a:lnSpc>
                <a:spcPct val="100000"/>
              </a:lnSpc>
              <a:spcBef>
                <a:spcPts val="170"/>
              </a:spcBef>
              <a:buClr>
                <a:srgbClr val="FF0000"/>
              </a:buClr>
              <a:buSzPct val="54166"/>
              <a:buFont typeface="Wingdings"/>
              <a:buChar char=""/>
              <a:tabLst>
                <a:tab pos="314960" algn="l"/>
              </a:tabLst>
            </a:pPr>
            <a:r>
              <a:rPr sz="2400" b="1" spc="5" dirty="0">
                <a:solidFill>
                  <a:srgbClr val="A07B36"/>
                </a:solidFill>
                <a:latin typeface="华文新魏"/>
                <a:cs typeface="华文新魏"/>
              </a:rPr>
              <a:t>WBS</a:t>
            </a:r>
            <a:r>
              <a:rPr sz="2400" b="1" dirty="0">
                <a:solidFill>
                  <a:srgbClr val="A07B36"/>
                </a:solidFill>
                <a:latin typeface="华文新魏"/>
                <a:cs typeface="华文新魏"/>
              </a:rPr>
              <a:t>是对项目由粗到细的分解过程。</a:t>
            </a:r>
            <a:endParaRPr sz="2400">
              <a:latin typeface="华文新魏"/>
              <a:cs typeface="华文新魏"/>
            </a:endParaRPr>
          </a:p>
          <a:p>
            <a:pPr marL="314325" indent="-22479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54166"/>
              <a:buFont typeface="Wingdings"/>
              <a:buChar char=""/>
              <a:tabLst>
                <a:tab pos="314960" algn="l"/>
              </a:tabLst>
            </a:pPr>
            <a:r>
              <a:rPr sz="2400" b="1" dirty="0">
                <a:solidFill>
                  <a:srgbClr val="A07B36"/>
                </a:solidFill>
                <a:latin typeface="华文新魏"/>
                <a:cs typeface="华文新魏"/>
              </a:rPr>
              <a:t>面向交</a:t>
            </a:r>
            <a:r>
              <a:rPr sz="2400" b="1" spc="-5" dirty="0">
                <a:solidFill>
                  <a:srgbClr val="A07B36"/>
                </a:solidFill>
                <a:latin typeface="华文新魏"/>
                <a:cs typeface="华文新魏"/>
              </a:rPr>
              <a:t>付成果的</a:t>
            </a:r>
            <a:endParaRPr sz="2400">
              <a:latin typeface="华文新魏"/>
              <a:cs typeface="华文新魏"/>
            </a:endParaRPr>
          </a:p>
          <a:p>
            <a:pPr marL="314325" indent="-22479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"/>
              <a:tabLst>
                <a:tab pos="314960" algn="l"/>
              </a:tabLst>
            </a:pPr>
            <a:r>
              <a:rPr sz="2400" b="1" spc="5" dirty="0">
                <a:solidFill>
                  <a:srgbClr val="A07B36"/>
                </a:solidFill>
                <a:latin typeface="华文新魏"/>
                <a:cs typeface="华文新魏"/>
              </a:rPr>
              <a:t>WBS</a:t>
            </a:r>
            <a:r>
              <a:rPr sz="2400" b="1" spc="-5" dirty="0">
                <a:solidFill>
                  <a:srgbClr val="A07B36"/>
                </a:solidFill>
                <a:latin typeface="华文新魏"/>
                <a:cs typeface="华文新魏"/>
              </a:rPr>
              <a:t>组织并定义了整个项目范围</a:t>
            </a:r>
            <a:endParaRPr sz="24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513" y="160731"/>
            <a:ext cx="5969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工作包（</a:t>
            </a:r>
            <a:r>
              <a:rPr spc="-60" dirty="0"/>
              <a:t> </a:t>
            </a:r>
            <a:r>
              <a:rPr i="1" dirty="0">
                <a:latin typeface="华文隶书"/>
                <a:cs typeface="华文隶书"/>
              </a:rPr>
              <a:t>Work</a:t>
            </a:r>
            <a:r>
              <a:rPr i="1" spc="-3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packages</a:t>
            </a:r>
            <a:r>
              <a:rPr dirty="0"/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8965" y="5877305"/>
            <a:ext cx="8959850" cy="878205"/>
          </a:xfrm>
          <a:custGeom>
            <a:avLst/>
            <a:gdLst/>
            <a:ahLst/>
            <a:cxnLst/>
            <a:rect l="l" t="t" r="r" b="b"/>
            <a:pathLst>
              <a:path w="8959850" h="878204">
                <a:moveTo>
                  <a:pt x="0" y="877824"/>
                </a:moveTo>
                <a:lnTo>
                  <a:pt x="8959596" y="877824"/>
                </a:lnTo>
                <a:lnTo>
                  <a:pt x="8959596" y="0"/>
                </a:lnTo>
                <a:lnTo>
                  <a:pt x="0" y="0"/>
                </a:lnTo>
                <a:lnTo>
                  <a:pt x="0" y="877824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6639" y="5815076"/>
            <a:ext cx="4812665" cy="8553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9259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700" spc="-5" dirty="0">
                <a:latin typeface="华文新魏"/>
                <a:cs typeface="华文新魏"/>
              </a:rPr>
              <a:t>WBS的最低层次的可交付成果</a:t>
            </a:r>
            <a:endParaRPr sz="27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50"/>
              </a:spcBef>
              <a:buClr>
                <a:srgbClr val="DD8046"/>
              </a:buClr>
              <a:buSzPct val="59259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700" dirty="0">
                <a:latin typeface="华文新魏"/>
                <a:cs typeface="华文新魏"/>
              </a:rPr>
              <a:t>工作包应当由唯一主体负责</a:t>
            </a:r>
            <a:endParaRPr sz="27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4007" y="1484375"/>
            <a:ext cx="9079991" cy="4247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1063" y="3137916"/>
            <a:ext cx="9026651" cy="26807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305257"/>
            <a:ext cx="6997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组织结构</a:t>
            </a:r>
            <a:r>
              <a:rPr spc="5" dirty="0"/>
              <a:t>图</a:t>
            </a:r>
            <a:r>
              <a:rPr i="1" spc="-10" dirty="0">
                <a:latin typeface="华文隶书"/>
                <a:cs typeface="华文隶书"/>
              </a:rPr>
              <a:t>(</a:t>
            </a:r>
            <a:r>
              <a:rPr spc="5" dirty="0"/>
              <a:t>图</a:t>
            </a:r>
            <a:r>
              <a:rPr dirty="0"/>
              <a:t>表</a:t>
            </a:r>
            <a:r>
              <a:rPr i="1" dirty="0">
                <a:latin typeface="华文隶书"/>
                <a:cs typeface="华文隶书"/>
              </a:rPr>
              <a:t>)</a:t>
            </a:r>
            <a:r>
              <a:rPr dirty="0"/>
              <a:t>形式</a:t>
            </a:r>
            <a:r>
              <a:rPr spc="5" dirty="0"/>
              <a:t>的</a:t>
            </a:r>
            <a:r>
              <a:rPr i="1" dirty="0">
                <a:latin typeface="华文隶书"/>
                <a:cs typeface="华文隶书"/>
              </a:rPr>
              <a:t>WBS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629155"/>
            <a:ext cx="9143999" cy="47236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9590" y="97663"/>
            <a:ext cx="48952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提纲</a:t>
            </a:r>
            <a:r>
              <a:rPr sz="4400" i="1" spc="-5" dirty="0">
                <a:solidFill>
                  <a:srgbClr val="775F54"/>
                </a:solidFill>
                <a:latin typeface="华文隶书"/>
                <a:cs typeface="华文隶书"/>
              </a:rPr>
              <a:t>(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清单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)</a:t>
            </a:r>
            <a:r>
              <a:rPr sz="4400" i="1" spc="-7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式的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WBS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7594" y="6222898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5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44322" y="1705355"/>
            <a:ext cx="4247291" cy="3971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22301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WBS</a:t>
            </a:r>
            <a:r>
              <a:rPr dirty="0"/>
              <a:t>字典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4276" y="1557527"/>
            <a:ext cx="7848600" cy="52348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6298" y="188627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6127" y="1604772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6298" y="28451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6127" y="2563367"/>
            <a:ext cx="483234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6298" y="380587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6127" y="3525011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59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6298" y="476752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6127" y="4485132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0572" y="1604772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L="1177290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任务分解基本概念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9235" y="2563367"/>
            <a:ext cx="4628515" cy="8661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46379" rIns="0" bIns="0" rtlCol="0">
            <a:spAutoFit/>
          </a:bodyPr>
          <a:lstStyle/>
          <a:p>
            <a:pPr marL="97790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任务分解方法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90572" y="3525011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1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敏捷任务分解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0760" y="4485132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33045" rIns="0" bIns="0" rtlCol="0">
            <a:spAutoFit/>
          </a:bodyPr>
          <a:lstStyle/>
          <a:p>
            <a:pPr marR="46990" algn="ctr">
              <a:lnSpc>
                <a:spcPct val="100000"/>
              </a:lnSpc>
              <a:spcBef>
                <a:spcPts val="18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分解方法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31970" y="60814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5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4162" y="1916429"/>
            <a:ext cx="8153400" cy="276479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410845" indent="-321310">
              <a:lnSpc>
                <a:spcPct val="100000"/>
              </a:lnSpc>
              <a:spcBef>
                <a:spcPts val="12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dirty="0">
                <a:latin typeface="华文仿宋"/>
                <a:cs typeface="华文仿宋"/>
              </a:rPr>
              <a:t>类比</a:t>
            </a:r>
            <a:endParaRPr sz="3200">
              <a:latin typeface="华文仿宋"/>
              <a:cs typeface="华文仿宋"/>
            </a:endParaRPr>
          </a:p>
          <a:p>
            <a:pPr marL="410845" indent="-32131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spc="-5" dirty="0">
                <a:latin typeface="华文仿宋"/>
                <a:cs typeface="华文仿宋"/>
              </a:rPr>
              <a:t>模</a:t>
            </a:r>
            <a:r>
              <a:rPr sz="3200" dirty="0">
                <a:latin typeface="华文仿宋"/>
                <a:cs typeface="华文仿宋"/>
              </a:rPr>
              <a:t>板参照</a:t>
            </a:r>
            <a:endParaRPr sz="3200">
              <a:latin typeface="华文仿宋"/>
              <a:cs typeface="华文仿宋"/>
            </a:endParaRPr>
          </a:p>
          <a:p>
            <a:pPr marL="410845" indent="-32131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dirty="0">
                <a:latin typeface="华文仿宋"/>
                <a:cs typeface="华文仿宋"/>
              </a:rPr>
              <a:t>自上而下</a:t>
            </a:r>
            <a:endParaRPr sz="3200">
              <a:latin typeface="华文仿宋"/>
              <a:cs typeface="华文仿宋"/>
            </a:endParaRPr>
          </a:p>
          <a:p>
            <a:pPr marL="410845" indent="-32131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1480" algn="l"/>
              </a:tabLst>
            </a:pPr>
            <a:r>
              <a:rPr sz="3200" dirty="0">
                <a:latin typeface="华文仿宋"/>
                <a:cs typeface="华文仿宋"/>
              </a:rPr>
              <a:t>自下而上</a:t>
            </a:r>
            <a:endParaRPr sz="32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269239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模板参照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5681" y="1291252"/>
            <a:ext cx="140335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200" b="1" dirty="0">
                <a:latin typeface="Arial Narrow"/>
                <a:cs typeface="Arial Narrow"/>
              </a:rPr>
              <a:t>21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003" y="1341119"/>
            <a:ext cx="9111995" cy="5330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771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自上而下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71544" y="1447800"/>
            <a:ext cx="1788160" cy="360045"/>
          </a:xfrm>
          <a:custGeom>
            <a:avLst/>
            <a:gdLst/>
            <a:ahLst/>
            <a:cxnLst/>
            <a:rect l="l" t="t" r="r" b="b"/>
            <a:pathLst>
              <a:path w="1788160" h="360044">
                <a:moveTo>
                  <a:pt x="0" y="359663"/>
                </a:moveTo>
                <a:lnTo>
                  <a:pt x="1787652" y="359663"/>
                </a:lnTo>
                <a:lnTo>
                  <a:pt x="1787652" y="0"/>
                </a:lnTo>
                <a:lnTo>
                  <a:pt x="0" y="0"/>
                </a:lnTo>
                <a:lnTo>
                  <a:pt x="0" y="3596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71544" y="1447800"/>
            <a:ext cx="1788160" cy="36004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0"/>
              </a:spcBef>
            </a:pPr>
            <a:r>
              <a:rPr sz="1000" spc="-20" dirty="0">
                <a:latin typeface="Times New Roman"/>
                <a:cs typeface="Times New Roman"/>
              </a:rPr>
              <a:t>“</a:t>
            </a:r>
            <a:r>
              <a:rPr sz="1400" dirty="0">
                <a:latin typeface="宋体"/>
                <a:cs typeface="宋体"/>
              </a:rPr>
              <a:t>变化计数器”系统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7611" y="2406395"/>
            <a:ext cx="7332345" cy="0"/>
          </a:xfrm>
          <a:custGeom>
            <a:avLst/>
            <a:gdLst/>
            <a:ahLst/>
            <a:cxnLst/>
            <a:rect l="l" t="t" r="r" b="b"/>
            <a:pathLst>
              <a:path w="7332345">
                <a:moveTo>
                  <a:pt x="0" y="0"/>
                </a:moveTo>
                <a:lnTo>
                  <a:pt x="7331963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28032" y="1807464"/>
            <a:ext cx="76200" cy="599440"/>
          </a:xfrm>
          <a:custGeom>
            <a:avLst/>
            <a:gdLst/>
            <a:ahLst/>
            <a:cxnLst/>
            <a:rect l="l" t="t" r="r" b="b"/>
            <a:pathLst>
              <a:path w="76200" h="599439">
                <a:moveTo>
                  <a:pt x="31750" y="522732"/>
                </a:moveTo>
                <a:lnTo>
                  <a:pt x="0" y="522732"/>
                </a:lnTo>
                <a:lnTo>
                  <a:pt x="38100" y="598932"/>
                </a:lnTo>
                <a:lnTo>
                  <a:pt x="69850" y="535432"/>
                </a:lnTo>
                <a:lnTo>
                  <a:pt x="31750" y="535432"/>
                </a:lnTo>
                <a:lnTo>
                  <a:pt x="31750" y="522732"/>
                </a:lnTo>
                <a:close/>
              </a:path>
              <a:path w="76200" h="599439">
                <a:moveTo>
                  <a:pt x="44450" y="0"/>
                </a:moveTo>
                <a:lnTo>
                  <a:pt x="31750" y="0"/>
                </a:lnTo>
                <a:lnTo>
                  <a:pt x="31750" y="535432"/>
                </a:lnTo>
                <a:lnTo>
                  <a:pt x="44450" y="535432"/>
                </a:lnTo>
                <a:lnTo>
                  <a:pt x="44450" y="0"/>
                </a:lnTo>
                <a:close/>
              </a:path>
              <a:path w="76200" h="599439">
                <a:moveTo>
                  <a:pt x="76200" y="522732"/>
                </a:moveTo>
                <a:lnTo>
                  <a:pt x="44450" y="522732"/>
                </a:lnTo>
                <a:lnTo>
                  <a:pt x="44450" y="535432"/>
                </a:lnTo>
                <a:lnTo>
                  <a:pt x="69850" y="535432"/>
                </a:lnTo>
                <a:lnTo>
                  <a:pt x="76200" y="5227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38855" y="2406395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31750" y="403859"/>
                </a:moveTo>
                <a:lnTo>
                  <a:pt x="0" y="403859"/>
                </a:lnTo>
                <a:lnTo>
                  <a:pt x="38100" y="480059"/>
                </a:lnTo>
                <a:lnTo>
                  <a:pt x="69850" y="416559"/>
                </a:lnTo>
                <a:lnTo>
                  <a:pt x="31750" y="416559"/>
                </a:lnTo>
                <a:lnTo>
                  <a:pt x="31750" y="403859"/>
                </a:lnTo>
                <a:close/>
              </a:path>
              <a:path w="76200" h="480060">
                <a:moveTo>
                  <a:pt x="44450" y="0"/>
                </a:moveTo>
                <a:lnTo>
                  <a:pt x="31750" y="0"/>
                </a:lnTo>
                <a:lnTo>
                  <a:pt x="31750" y="416559"/>
                </a:lnTo>
                <a:lnTo>
                  <a:pt x="44450" y="416559"/>
                </a:lnTo>
                <a:lnTo>
                  <a:pt x="44450" y="0"/>
                </a:lnTo>
                <a:close/>
              </a:path>
              <a:path w="76200" h="480060">
                <a:moveTo>
                  <a:pt x="76200" y="403859"/>
                </a:moveTo>
                <a:lnTo>
                  <a:pt x="44450" y="403859"/>
                </a:lnTo>
                <a:lnTo>
                  <a:pt x="44450" y="416559"/>
                </a:lnTo>
                <a:lnTo>
                  <a:pt x="69850" y="416559"/>
                </a:lnTo>
                <a:lnTo>
                  <a:pt x="76200" y="4038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429511" y="2406395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31750" y="403859"/>
                </a:moveTo>
                <a:lnTo>
                  <a:pt x="0" y="403859"/>
                </a:lnTo>
                <a:lnTo>
                  <a:pt x="38100" y="480059"/>
                </a:lnTo>
                <a:lnTo>
                  <a:pt x="69850" y="416559"/>
                </a:lnTo>
                <a:lnTo>
                  <a:pt x="31750" y="416559"/>
                </a:lnTo>
                <a:lnTo>
                  <a:pt x="31750" y="403859"/>
                </a:lnTo>
                <a:close/>
              </a:path>
              <a:path w="76200" h="480060">
                <a:moveTo>
                  <a:pt x="44450" y="0"/>
                </a:moveTo>
                <a:lnTo>
                  <a:pt x="31750" y="0"/>
                </a:lnTo>
                <a:lnTo>
                  <a:pt x="31750" y="416559"/>
                </a:lnTo>
                <a:lnTo>
                  <a:pt x="44450" y="416559"/>
                </a:lnTo>
                <a:lnTo>
                  <a:pt x="44450" y="0"/>
                </a:lnTo>
                <a:close/>
              </a:path>
              <a:path w="76200" h="480060">
                <a:moveTo>
                  <a:pt x="76200" y="403859"/>
                </a:moveTo>
                <a:lnTo>
                  <a:pt x="44450" y="403859"/>
                </a:lnTo>
                <a:lnTo>
                  <a:pt x="44450" y="416559"/>
                </a:lnTo>
                <a:lnTo>
                  <a:pt x="69850" y="416559"/>
                </a:lnTo>
                <a:lnTo>
                  <a:pt x="76200" y="4038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42788" y="2406395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31750" y="403859"/>
                </a:moveTo>
                <a:lnTo>
                  <a:pt x="0" y="403859"/>
                </a:lnTo>
                <a:lnTo>
                  <a:pt x="38100" y="480059"/>
                </a:lnTo>
                <a:lnTo>
                  <a:pt x="69850" y="416559"/>
                </a:lnTo>
                <a:lnTo>
                  <a:pt x="31750" y="416559"/>
                </a:lnTo>
                <a:lnTo>
                  <a:pt x="31750" y="403859"/>
                </a:lnTo>
                <a:close/>
              </a:path>
              <a:path w="76200" h="480060">
                <a:moveTo>
                  <a:pt x="44450" y="0"/>
                </a:moveTo>
                <a:lnTo>
                  <a:pt x="31750" y="0"/>
                </a:lnTo>
                <a:lnTo>
                  <a:pt x="31750" y="416559"/>
                </a:lnTo>
                <a:lnTo>
                  <a:pt x="44450" y="416559"/>
                </a:lnTo>
                <a:lnTo>
                  <a:pt x="44450" y="0"/>
                </a:lnTo>
                <a:close/>
              </a:path>
              <a:path w="76200" h="480060">
                <a:moveTo>
                  <a:pt x="76200" y="403859"/>
                </a:moveTo>
                <a:lnTo>
                  <a:pt x="44450" y="403859"/>
                </a:lnTo>
                <a:lnTo>
                  <a:pt x="44450" y="416559"/>
                </a:lnTo>
                <a:lnTo>
                  <a:pt x="69850" y="416559"/>
                </a:lnTo>
                <a:lnTo>
                  <a:pt x="76200" y="4038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761476" y="2406395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31750" y="403859"/>
                </a:moveTo>
                <a:lnTo>
                  <a:pt x="0" y="403859"/>
                </a:lnTo>
                <a:lnTo>
                  <a:pt x="38100" y="480059"/>
                </a:lnTo>
                <a:lnTo>
                  <a:pt x="69850" y="416559"/>
                </a:lnTo>
                <a:lnTo>
                  <a:pt x="31750" y="416559"/>
                </a:lnTo>
                <a:lnTo>
                  <a:pt x="31750" y="403859"/>
                </a:lnTo>
                <a:close/>
              </a:path>
              <a:path w="76200" h="480060">
                <a:moveTo>
                  <a:pt x="44450" y="0"/>
                </a:moveTo>
                <a:lnTo>
                  <a:pt x="31750" y="0"/>
                </a:lnTo>
                <a:lnTo>
                  <a:pt x="31750" y="416559"/>
                </a:lnTo>
                <a:lnTo>
                  <a:pt x="44450" y="416559"/>
                </a:lnTo>
                <a:lnTo>
                  <a:pt x="44450" y="0"/>
                </a:lnTo>
                <a:close/>
              </a:path>
              <a:path w="76200" h="480060">
                <a:moveTo>
                  <a:pt x="76200" y="403859"/>
                </a:moveTo>
                <a:lnTo>
                  <a:pt x="44450" y="403859"/>
                </a:lnTo>
                <a:lnTo>
                  <a:pt x="44450" y="416559"/>
                </a:lnTo>
                <a:lnTo>
                  <a:pt x="69850" y="416559"/>
                </a:lnTo>
                <a:lnTo>
                  <a:pt x="76200" y="4038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6408" y="5202935"/>
            <a:ext cx="536575" cy="1198245"/>
          </a:xfrm>
          <a:custGeom>
            <a:avLst/>
            <a:gdLst/>
            <a:ahLst/>
            <a:cxnLst/>
            <a:rect l="l" t="t" r="r" b="b"/>
            <a:pathLst>
              <a:path w="536575" h="1198245">
                <a:moveTo>
                  <a:pt x="0" y="1197864"/>
                </a:moveTo>
                <a:lnTo>
                  <a:pt x="536448" y="1197864"/>
                </a:lnTo>
                <a:lnTo>
                  <a:pt x="536448" y="0"/>
                </a:lnTo>
                <a:lnTo>
                  <a:pt x="0" y="0"/>
                </a:lnTo>
                <a:lnTo>
                  <a:pt x="0" y="119786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26313" y="5244465"/>
            <a:ext cx="521970" cy="836294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80645" marR="204470" algn="just">
              <a:lnSpc>
                <a:spcPct val="97800"/>
              </a:lnSpc>
              <a:spcBef>
                <a:spcPts val="145"/>
              </a:spcBef>
            </a:pPr>
            <a:r>
              <a:rPr sz="1800" dirty="0">
                <a:latin typeface="宋体"/>
                <a:cs typeface="宋体"/>
              </a:rPr>
              <a:t>预 处 理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402579" y="2924555"/>
            <a:ext cx="536575" cy="1198245"/>
          </a:xfrm>
          <a:custGeom>
            <a:avLst/>
            <a:gdLst/>
            <a:ahLst/>
            <a:cxnLst/>
            <a:rect l="l" t="t" r="r" b="b"/>
            <a:pathLst>
              <a:path w="536575" h="1198245">
                <a:moveTo>
                  <a:pt x="0" y="1197864"/>
                </a:moveTo>
                <a:lnTo>
                  <a:pt x="536448" y="1197864"/>
                </a:lnTo>
                <a:lnTo>
                  <a:pt x="536448" y="0"/>
                </a:lnTo>
                <a:lnTo>
                  <a:pt x="0" y="0"/>
                </a:lnTo>
                <a:lnTo>
                  <a:pt x="0" y="119786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94715" y="4722876"/>
            <a:ext cx="1967864" cy="0"/>
          </a:xfrm>
          <a:custGeom>
            <a:avLst/>
            <a:gdLst/>
            <a:ahLst/>
            <a:cxnLst/>
            <a:rect l="l" t="t" r="r" b="b"/>
            <a:pathLst>
              <a:path w="1967864">
                <a:moveTo>
                  <a:pt x="0" y="0"/>
                </a:moveTo>
                <a:lnTo>
                  <a:pt x="1967484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429511" y="4003547"/>
            <a:ext cx="76200" cy="719455"/>
          </a:xfrm>
          <a:custGeom>
            <a:avLst/>
            <a:gdLst/>
            <a:ahLst/>
            <a:cxnLst/>
            <a:rect l="l" t="t" r="r" b="b"/>
            <a:pathLst>
              <a:path w="76200" h="719454">
                <a:moveTo>
                  <a:pt x="31750" y="643127"/>
                </a:moveTo>
                <a:lnTo>
                  <a:pt x="0" y="643127"/>
                </a:lnTo>
                <a:lnTo>
                  <a:pt x="38100" y="719327"/>
                </a:lnTo>
                <a:lnTo>
                  <a:pt x="69850" y="655827"/>
                </a:lnTo>
                <a:lnTo>
                  <a:pt x="31750" y="655827"/>
                </a:lnTo>
                <a:lnTo>
                  <a:pt x="31750" y="643127"/>
                </a:lnTo>
                <a:close/>
              </a:path>
              <a:path w="76200" h="719454">
                <a:moveTo>
                  <a:pt x="44450" y="0"/>
                </a:moveTo>
                <a:lnTo>
                  <a:pt x="31750" y="0"/>
                </a:lnTo>
                <a:lnTo>
                  <a:pt x="31750" y="655827"/>
                </a:lnTo>
                <a:lnTo>
                  <a:pt x="44450" y="655827"/>
                </a:lnTo>
                <a:lnTo>
                  <a:pt x="44450" y="0"/>
                </a:lnTo>
                <a:close/>
              </a:path>
              <a:path w="76200" h="719454">
                <a:moveTo>
                  <a:pt x="76200" y="643127"/>
                </a:moveTo>
                <a:lnTo>
                  <a:pt x="44450" y="643127"/>
                </a:lnTo>
                <a:lnTo>
                  <a:pt x="44450" y="655827"/>
                </a:lnTo>
                <a:lnTo>
                  <a:pt x="69850" y="655827"/>
                </a:lnTo>
                <a:lnTo>
                  <a:pt x="76200" y="64312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29511" y="4722876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31750" y="403860"/>
                </a:moveTo>
                <a:lnTo>
                  <a:pt x="0" y="403860"/>
                </a:lnTo>
                <a:lnTo>
                  <a:pt x="38100" y="480060"/>
                </a:lnTo>
                <a:lnTo>
                  <a:pt x="69850" y="416560"/>
                </a:lnTo>
                <a:lnTo>
                  <a:pt x="31750" y="416560"/>
                </a:lnTo>
                <a:lnTo>
                  <a:pt x="31750" y="403860"/>
                </a:lnTo>
                <a:close/>
              </a:path>
              <a:path w="76200" h="480060">
                <a:moveTo>
                  <a:pt x="44450" y="0"/>
                </a:moveTo>
                <a:lnTo>
                  <a:pt x="31750" y="0"/>
                </a:lnTo>
                <a:lnTo>
                  <a:pt x="31750" y="416560"/>
                </a:lnTo>
                <a:lnTo>
                  <a:pt x="44450" y="416560"/>
                </a:lnTo>
                <a:lnTo>
                  <a:pt x="44450" y="0"/>
                </a:lnTo>
                <a:close/>
              </a:path>
              <a:path w="76200" h="480060">
                <a:moveTo>
                  <a:pt x="76200" y="403860"/>
                </a:moveTo>
                <a:lnTo>
                  <a:pt x="44450" y="403860"/>
                </a:lnTo>
                <a:lnTo>
                  <a:pt x="44450" y="416560"/>
                </a:lnTo>
                <a:lnTo>
                  <a:pt x="69850" y="416560"/>
                </a:lnTo>
                <a:lnTo>
                  <a:pt x="76200" y="403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94715" y="4722876"/>
            <a:ext cx="1967864" cy="0"/>
          </a:xfrm>
          <a:custGeom>
            <a:avLst/>
            <a:gdLst/>
            <a:ahLst/>
            <a:cxnLst/>
            <a:rect l="l" t="t" r="r" b="b"/>
            <a:pathLst>
              <a:path w="1967864">
                <a:moveTo>
                  <a:pt x="0" y="0"/>
                </a:moveTo>
                <a:lnTo>
                  <a:pt x="1967484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6615" y="4722876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31750" y="403860"/>
                </a:moveTo>
                <a:lnTo>
                  <a:pt x="0" y="403860"/>
                </a:lnTo>
                <a:lnTo>
                  <a:pt x="38100" y="480060"/>
                </a:lnTo>
                <a:lnTo>
                  <a:pt x="69850" y="416560"/>
                </a:lnTo>
                <a:lnTo>
                  <a:pt x="31750" y="416560"/>
                </a:lnTo>
                <a:lnTo>
                  <a:pt x="31750" y="403860"/>
                </a:lnTo>
                <a:close/>
              </a:path>
              <a:path w="76200" h="480060">
                <a:moveTo>
                  <a:pt x="44450" y="0"/>
                </a:moveTo>
                <a:lnTo>
                  <a:pt x="31750" y="0"/>
                </a:lnTo>
                <a:lnTo>
                  <a:pt x="31750" y="416560"/>
                </a:lnTo>
                <a:lnTo>
                  <a:pt x="44450" y="416560"/>
                </a:lnTo>
                <a:lnTo>
                  <a:pt x="44450" y="0"/>
                </a:lnTo>
                <a:close/>
              </a:path>
              <a:path w="76200" h="480060">
                <a:moveTo>
                  <a:pt x="76200" y="403860"/>
                </a:moveTo>
                <a:lnTo>
                  <a:pt x="44450" y="403860"/>
                </a:lnTo>
                <a:lnTo>
                  <a:pt x="44450" y="416560"/>
                </a:lnTo>
                <a:lnTo>
                  <a:pt x="69850" y="416560"/>
                </a:lnTo>
                <a:lnTo>
                  <a:pt x="76200" y="403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324100" y="4722876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31750" y="403860"/>
                </a:moveTo>
                <a:lnTo>
                  <a:pt x="0" y="403860"/>
                </a:lnTo>
                <a:lnTo>
                  <a:pt x="38100" y="480060"/>
                </a:lnTo>
                <a:lnTo>
                  <a:pt x="69850" y="416560"/>
                </a:lnTo>
                <a:lnTo>
                  <a:pt x="31750" y="416560"/>
                </a:lnTo>
                <a:lnTo>
                  <a:pt x="31750" y="403860"/>
                </a:lnTo>
                <a:close/>
              </a:path>
              <a:path w="76200" h="480060">
                <a:moveTo>
                  <a:pt x="44450" y="0"/>
                </a:moveTo>
                <a:lnTo>
                  <a:pt x="31750" y="0"/>
                </a:lnTo>
                <a:lnTo>
                  <a:pt x="31750" y="416560"/>
                </a:lnTo>
                <a:lnTo>
                  <a:pt x="44450" y="416560"/>
                </a:lnTo>
                <a:lnTo>
                  <a:pt x="44450" y="0"/>
                </a:lnTo>
                <a:close/>
              </a:path>
              <a:path w="76200" h="480060">
                <a:moveTo>
                  <a:pt x="76200" y="403860"/>
                </a:moveTo>
                <a:lnTo>
                  <a:pt x="44450" y="403860"/>
                </a:lnTo>
                <a:lnTo>
                  <a:pt x="44450" y="416560"/>
                </a:lnTo>
                <a:lnTo>
                  <a:pt x="69850" y="416560"/>
                </a:lnTo>
                <a:lnTo>
                  <a:pt x="76200" y="403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60548" y="4722876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31750" y="403860"/>
                </a:moveTo>
                <a:lnTo>
                  <a:pt x="0" y="403860"/>
                </a:lnTo>
                <a:lnTo>
                  <a:pt x="38100" y="480060"/>
                </a:lnTo>
                <a:lnTo>
                  <a:pt x="69850" y="416560"/>
                </a:lnTo>
                <a:lnTo>
                  <a:pt x="31750" y="416560"/>
                </a:lnTo>
                <a:lnTo>
                  <a:pt x="31750" y="403860"/>
                </a:lnTo>
                <a:close/>
              </a:path>
              <a:path w="76200" h="480060">
                <a:moveTo>
                  <a:pt x="44450" y="0"/>
                </a:moveTo>
                <a:lnTo>
                  <a:pt x="31750" y="0"/>
                </a:lnTo>
                <a:lnTo>
                  <a:pt x="31750" y="416560"/>
                </a:lnTo>
                <a:lnTo>
                  <a:pt x="44450" y="416560"/>
                </a:lnTo>
                <a:lnTo>
                  <a:pt x="44450" y="0"/>
                </a:lnTo>
                <a:close/>
              </a:path>
              <a:path w="76200" h="480060">
                <a:moveTo>
                  <a:pt x="76200" y="403860"/>
                </a:moveTo>
                <a:lnTo>
                  <a:pt x="44450" y="403860"/>
                </a:lnTo>
                <a:lnTo>
                  <a:pt x="44450" y="416560"/>
                </a:lnTo>
                <a:lnTo>
                  <a:pt x="69850" y="416560"/>
                </a:lnTo>
                <a:lnTo>
                  <a:pt x="76200" y="403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933444" y="4722876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31750" y="403860"/>
                </a:moveTo>
                <a:lnTo>
                  <a:pt x="0" y="403860"/>
                </a:lnTo>
                <a:lnTo>
                  <a:pt x="38100" y="480060"/>
                </a:lnTo>
                <a:lnTo>
                  <a:pt x="69850" y="416560"/>
                </a:lnTo>
                <a:lnTo>
                  <a:pt x="31750" y="416560"/>
                </a:lnTo>
                <a:lnTo>
                  <a:pt x="31750" y="403860"/>
                </a:lnTo>
                <a:close/>
              </a:path>
              <a:path w="76200" h="480060">
                <a:moveTo>
                  <a:pt x="44450" y="0"/>
                </a:moveTo>
                <a:lnTo>
                  <a:pt x="31750" y="0"/>
                </a:lnTo>
                <a:lnTo>
                  <a:pt x="31750" y="416560"/>
                </a:lnTo>
                <a:lnTo>
                  <a:pt x="44450" y="416560"/>
                </a:lnTo>
                <a:lnTo>
                  <a:pt x="44450" y="0"/>
                </a:lnTo>
                <a:close/>
              </a:path>
              <a:path w="76200" h="480060">
                <a:moveTo>
                  <a:pt x="76200" y="403860"/>
                </a:moveTo>
                <a:lnTo>
                  <a:pt x="44450" y="403860"/>
                </a:lnTo>
                <a:lnTo>
                  <a:pt x="44450" y="416560"/>
                </a:lnTo>
                <a:lnTo>
                  <a:pt x="69850" y="416560"/>
                </a:lnTo>
                <a:lnTo>
                  <a:pt x="76200" y="403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98648" y="4722876"/>
            <a:ext cx="1073150" cy="0"/>
          </a:xfrm>
          <a:custGeom>
            <a:avLst/>
            <a:gdLst/>
            <a:ahLst/>
            <a:cxnLst/>
            <a:rect l="l" t="t" r="r" b="b"/>
            <a:pathLst>
              <a:path w="1073150">
                <a:moveTo>
                  <a:pt x="0" y="0"/>
                </a:moveTo>
                <a:lnTo>
                  <a:pt x="107289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833616" y="2924555"/>
            <a:ext cx="536575" cy="1198245"/>
          </a:xfrm>
          <a:custGeom>
            <a:avLst/>
            <a:gdLst/>
            <a:ahLst/>
            <a:cxnLst/>
            <a:rect l="l" t="t" r="r" b="b"/>
            <a:pathLst>
              <a:path w="536575" h="1198245">
                <a:moveTo>
                  <a:pt x="0" y="1197864"/>
                </a:moveTo>
                <a:lnTo>
                  <a:pt x="536448" y="1197864"/>
                </a:lnTo>
                <a:lnTo>
                  <a:pt x="536448" y="0"/>
                </a:lnTo>
                <a:lnTo>
                  <a:pt x="0" y="0"/>
                </a:lnTo>
                <a:lnTo>
                  <a:pt x="0" y="119786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8442959" y="2924555"/>
            <a:ext cx="536575" cy="1198245"/>
          </a:xfrm>
          <a:custGeom>
            <a:avLst/>
            <a:gdLst/>
            <a:ahLst/>
            <a:cxnLst/>
            <a:rect l="l" t="t" r="r" b="b"/>
            <a:pathLst>
              <a:path w="536575" h="1198245">
                <a:moveTo>
                  <a:pt x="0" y="1197864"/>
                </a:moveTo>
                <a:lnTo>
                  <a:pt x="536448" y="1197864"/>
                </a:lnTo>
                <a:lnTo>
                  <a:pt x="536448" y="0"/>
                </a:lnTo>
                <a:lnTo>
                  <a:pt x="0" y="0"/>
                </a:lnTo>
                <a:lnTo>
                  <a:pt x="0" y="119786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469891" y="2446020"/>
            <a:ext cx="76200" cy="478790"/>
          </a:xfrm>
          <a:custGeom>
            <a:avLst/>
            <a:gdLst/>
            <a:ahLst/>
            <a:cxnLst/>
            <a:rect l="l" t="t" r="r" b="b"/>
            <a:pathLst>
              <a:path w="76200" h="478789">
                <a:moveTo>
                  <a:pt x="31750" y="402335"/>
                </a:moveTo>
                <a:lnTo>
                  <a:pt x="0" y="402335"/>
                </a:lnTo>
                <a:lnTo>
                  <a:pt x="38100" y="478535"/>
                </a:lnTo>
                <a:lnTo>
                  <a:pt x="69850" y="415035"/>
                </a:lnTo>
                <a:lnTo>
                  <a:pt x="31750" y="415035"/>
                </a:lnTo>
                <a:lnTo>
                  <a:pt x="31750" y="402335"/>
                </a:lnTo>
                <a:close/>
              </a:path>
              <a:path w="76200" h="478789">
                <a:moveTo>
                  <a:pt x="44450" y="0"/>
                </a:moveTo>
                <a:lnTo>
                  <a:pt x="31750" y="0"/>
                </a:lnTo>
                <a:lnTo>
                  <a:pt x="31750" y="415035"/>
                </a:lnTo>
                <a:lnTo>
                  <a:pt x="44450" y="415035"/>
                </a:lnTo>
                <a:lnTo>
                  <a:pt x="44450" y="0"/>
                </a:lnTo>
                <a:close/>
              </a:path>
              <a:path w="76200" h="478789">
                <a:moveTo>
                  <a:pt x="76200" y="402335"/>
                </a:moveTo>
                <a:lnTo>
                  <a:pt x="44450" y="402335"/>
                </a:lnTo>
                <a:lnTo>
                  <a:pt x="44450" y="415035"/>
                </a:lnTo>
                <a:lnTo>
                  <a:pt x="69850" y="415035"/>
                </a:lnTo>
                <a:lnTo>
                  <a:pt x="76200" y="4023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289303" y="2924555"/>
            <a:ext cx="536575" cy="1198245"/>
          </a:xfrm>
          <a:custGeom>
            <a:avLst/>
            <a:gdLst/>
            <a:ahLst/>
            <a:cxnLst/>
            <a:rect l="l" t="t" r="r" b="b"/>
            <a:pathLst>
              <a:path w="536575" h="1198245">
                <a:moveTo>
                  <a:pt x="0" y="1197864"/>
                </a:moveTo>
                <a:lnTo>
                  <a:pt x="536447" y="1197864"/>
                </a:lnTo>
                <a:lnTo>
                  <a:pt x="536447" y="0"/>
                </a:lnTo>
                <a:lnTo>
                  <a:pt x="0" y="0"/>
                </a:lnTo>
                <a:lnTo>
                  <a:pt x="0" y="11978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289303" y="2924555"/>
            <a:ext cx="536575" cy="1198245"/>
          </a:xfrm>
          <a:custGeom>
            <a:avLst/>
            <a:gdLst/>
            <a:ahLst/>
            <a:cxnLst/>
            <a:rect l="l" t="t" r="r" b="b"/>
            <a:pathLst>
              <a:path w="536575" h="1198245">
                <a:moveTo>
                  <a:pt x="0" y="1197864"/>
                </a:moveTo>
                <a:lnTo>
                  <a:pt x="536447" y="1197864"/>
                </a:lnTo>
                <a:lnTo>
                  <a:pt x="536447" y="0"/>
                </a:lnTo>
                <a:lnTo>
                  <a:pt x="0" y="0"/>
                </a:lnTo>
                <a:lnTo>
                  <a:pt x="0" y="119786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898648" y="2924555"/>
            <a:ext cx="536575" cy="1198245"/>
          </a:xfrm>
          <a:custGeom>
            <a:avLst/>
            <a:gdLst/>
            <a:ahLst/>
            <a:cxnLst/>
            <a:rect l="l" t="t" r="r" b="b"/>
            <a:pathLst>
              <a:path w="536575" h="1198245">
                <a:moveTo>
                  <a:pt x="0" y="1197864"/>
                </a:moveTo>
                <a:lnTo>
                  <a:pt x="536448" y="1197864"/>
                </a:lnTo>
                <a:lnTo>
                  <a:pt x="536448" y="0"/>
                </a:lnTo>
                <a:lnTo>
                  <a:pt x="0" y="0"/>
                </a:lnTo>
                <a:lnTo>
                  <a:pt x="0" y="119786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329684" y="2924555"/>
            <a:ext cx="536575" cy="1198245"/>
          </a:xfrm>
          <a:custGeom>
            <a:avLst/>
            <a:gdLst/>
            <a:ahLst/>
            <a:cxnLst/>
            <a:rect l="l" t="t" r="r" b="b"/>
            <a:pathLst>
              <a:path w="536575" h="1198245">
                <a:moveTo>
                  <a:pt x="0" y="1197864"/>
                </a:moveTo>
                <a:lnTo>
                  <a:pt x="536448" y="1197864"/>
                </a:lnTo>
                <a:lnTo>
                  <a:pt x="536448" y="0"/>
                </a:lnTo>
                <a:lnTo>
                  <a:pt x="0" y="0"/>
                </a:lnTo>
                <a:lnTo>
                  <a:pt x="0" y="119786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973823" y="2446020"/>
            <a:ext cx="76200" cy="478790"/>
          </a:xfrm>
          <a:custGeom>
            <a:avLst/>
            <a:gdLst/>
            <a:ahLst/>
            <a:cxnLst/>
            <a:rect l="l" t="t" r="r" b="b"/>
            <a:pathLst>
              <a:path w="76200" h="478789">
                <a:moveTo>
                  <a:pt x="31750" y="402335"/>
                </a:moveTo>
                <a:lnTo>
                  <a:pt x="0" y="402335"/>
                </a:lnTo>
                <a:lnTo>
                  <a:pt x="38100" y="478535"/>
                </a:lnTo>
                <a:lnTo>
                  <a:pt x="69850" y="415035"/>
                </a:lnTo>
                <a:lnTo>
                  <a:pt x="31750" y="415035"/>
                </a:lnTo>
                <a:lnTo>
                  <a:pt x="31750" y="402335"/>
                </a:lnTo>
                <a:close/>
              </a:path>
              <a:path w="76200" h="478789">
                <a:moveTo>
                  <a:pt x="44450" y="0"/>
                </a:moveTo>
                <a:lnTo>
                  <a:pt x="31750" y="0"/>
                </a:lnTo>
                <a:lnTo>
                  <a:pt x="31750" y="415035"/>
                </a:lnTo>
                <a:lnTo>
                  <a:pt x="44450" y="415035"/>
                </a:lnTo>
                <a:lnTo>
                  <a:pt x="44450" y="0"/>
                </a:lnTo>
                <a:close/>
              </a:path>
              <a:path w="76200" h="478789">
                <a:moveTo>
                  <a:pt x="76200" y="402335"/>
                </a:moveTo>
                <a:lnTo>
                  <a:pt x="44450" y="402335"/>
                </a:lnTo>
                <a:lnTo>
                  <a:pt x="44450" y="415035"/>
                </a:lnTo>
                <a:lnTo>
                  <a:pt x="69850" y="415035"/>
                </a:lnTo>
                <a:lnTo>
                  <a:pt x="76200" y="4023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648200" y="4122420"/>
            <a:ext cx="76200" cy="600710"/>
          </a:xfrm>
          <a:custGeom>
            <a:avLst/>
            <a:gdLst/>
            <a:ahLst/>
            <a:cxnLst/>
            <a:rect l="l" t="t" r="r" b="b"/>
            <a:pathLst>
              <a:path w="76200" h="600710">
                <a:moveTo>
                  <a:pt x="31750" y="524255"/>
                </a:moveTo>
                <a:lnTo>
                  <a:pt x="0" y="524255"/>
                </a:lnTo>
                <a:lnTo>
                  <a:pt x="38100" y="600455"/>
                </a:lnTo>
                <a:lnTo>
                  <a:pt x="69850" y="536955"/>
                </a:lnTo>
                <a:lnTo>
                  <a:pt x="31750" y="536955"/>
                </a:lnTo>
                <a:lnTo>
                  <a:pt x="31750" y="524255"/>
                </a:lnTo>
                <a:close/>
              </a:path>
              <a:path w="76200" h="600710">
                <a:moveTo>
                  <a:pt x="44450" y="0"/>
                </a:moveTo>
                <a:lnTo>
                  <a:pt x="31750" y="0"/>
                </a:lnTo>
                <a:lnTo>
                  <a:pt x="31750" y="536955"/>
                </a:lnTo>
                <a:lnTo>
                  <a:pt x="44450" y="536955"/>
                </a:lnTo>
                <a:lnTo>
                  <a:pt x="44450" y="0"/>
                </a:lnTo>
                <a:close/>
              </a:path>
              <a:path w="76200" h="600710">
                <a:moveTo>
                  <a:pt x="76200" y="524255"/>
                </a:moveTo>
                <a:lnTo>
                  <a:pt x="44450" y="524255"/>
                </a:lnTo>
                <a:lnTo>
                  <a:pt x="44450" y="536955"/>
                </a:lnTo>
                <a:lnTo>
                  <a:pt x="69850" y="536955"/>
                </a:lnTo>
                <a:lnTo>
                  <a:pt x="76200" y="524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038855" y="4122420"/>
            <a:ext cx="76200" cy="600710"/>
          </a:xfrm>
          <a:custGeom>
            <a:avLst/>
            <a:gdLst/>
            <a:ahLst/>
            <a:cxnLst/>
            <a:rect l="l" t="t" r="r" b="b"/>
            <a:pathLst>
              <a:path w="76200" h="600710">
                <a:moveTo>
                  <a:pt x="31750" y="524255"/>
                </a:moveTo>
                <a:lnTo>
                  <a:pt x="0" y="524255"/>
                </a:lnTo>
                <a:lnTo>
                  <a:pt x="38100" y="600455"/>
                </a:lnTo>
                <a:lnTo>
                  <a:pt x="69850" y="536955"/>
                </a:lnTo>
                <a:lnTo>
                  <a:pt x="31750" y="536955"/>
                </a:lnTo>
                <a:lnTo>
                  <a:pt x="31750" y="524255"/>
                </a:lnTo>
                <a:close/>
              </a:path>
              <a:path w="76200" h="600710">
                <a:moveTo>
                  <a:pt x="44450" y="0"/>
                </a:moveTo>
                <a:lnTo>
                  <a:pt x="31750" y="0"/>
                </a:lnTo>
                <a:lnTo>
                  <a:pt x="31750" y="536955"/>
                </a:lnTo>
                <a:lnTo>
                  <a:pt x="44450" y="536955"/>
                </a:lnTo>
                <a:lnTo>
                  <a:pt x="44450" y="0"/>
                </a:lnTo>
                <a:close/>
              </a:path>
              <a:path w="76200" h="600710">
                <a:moveTo>
                  <a:pt x="76200" y="524255"/>
                </a:moveTo>
                <a:lnTo>
                  <a:pt x="44450" y="524255"/>
                </a:lnTo>
                <a:lnTo>
                  <a:pt x="44450" y="536955"/>
                </a:lnTo>
                <a:lnTo>
                  <a:pt x="69850" y="536955"/>
                </a:lnTo>
                <a:lnTo>
                  <a:pt x="76200" y="524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648200" y="4722876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31750" y="403860"/>
                </a:moveTo>
                <a:lnTo>
                  <a:pt x="0" y="403860"/>
                </a:lnTo>
                <a:lnTo>
                  <a:pt x="38100" y="480060"/>
                </a:lnTo>
                <a:lnTo>
                  <a:pt x="69850" y="416560"/>
                </a:lnTo>
                <a:lnTo>
                  <a:pt x="31750" y="416560"/>
                </a:lnTo>
                <a:lnTo>
                  <a:pt x="31750" y="403860"/>
                </a:lnTo>
                <a:close/>
              </a:path>
              <a:path w="76200" h="480060">
                <a:moveTo>
                  <a:pt x="44450" y="0"/>
                </a:moveTo>
                <a:lnTo>
                  <a:pt x="31750" y="0"/>
                </a:lnTo>
                <a:lnTo>
                  <a:pt x="31750" y="416560"/>
                </a:lnTo>
                <a:lnTo>
                  <a:pt x="44450" y="416560"/>
                </a:lnTo>
                <a:lnTo>
                  <a:pt x="44450" y="0"/>
                </a:lnTo>
                <a:close/>
              </a:path>
              <a:path w="76200" h="480060">
                <a:moveTo>
                  <a:pt x="76200" y="403860"/>
                </a:moveTo>
                <a:lnTo>
                  <a:pt x="44450" y="403860"/>
                </a:lnTo>
                <a:lnTo>
                  <a:pt x="44450" y="416560"/>
                </a:lnTo>
                <a:lnTo>
                  <a:pt x="69850" y="416560"/>
                </a:lnTo>
                <a:lnTo>
                  <a:pt x="76200" y="403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721096" y="4722876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31750" y="403860"/>
                </a:moveTo>
                <a:lnTo>
                  <a:pt x="0" y="403860"/>
                </a:lnTo>
                <a:lnTo>
                  <a:pt x="38100" y="480060"/>
                </a:lnTo>
                <a:lnTo>
                  <a:pt x="69850" y="416560"/>
                </a:lnTo>
                <a:lnTo>
                  <a:pt x="31750" y="416560"/>
                </a:lnTo>
                <a:lnTo>
                  <a:pt x="31750" y="403860"/>
                </a:lnTo>
                <a:close/>
              </a:path>
              <a:path w="76200" h="480060">
                <a:moveTo>
                  <a:pt x="44450" y="0"/>
                </a:moveTo>
                <a:lnTo>
                  <a:pt x="31750" y="0"/>
                </a:lnTo>
                <a:lnTo>
                  <a:pt x="31750" y="416560"/>
                </a:lnTo>
                <a:lnTo>
                  <a:pt x="44450" y="416560"/>
                </a:lnTo>
                <a:lnTo>
                  <a:pt x="44450" y="0"/>
                </a:lnTo>
                <a:close/>
              </a:path>
              <a:path w="76200" h="480060">
                <a:moveTo>
                  <a:pt x="76200" y="403860"/>
                </a:moveTo>
                <a:lnTo>
                  <a:pt x="44450" y="403860"/>
                </a:lnTo>
                <a:lnTo>
                  <a:pt x="44450" y="416560"/>
                </a:lnTo>
                <a:lnTo>
                  <a:pt x="69850" y="416560"/>
                </a:lnTo>
                <a:lnTo>
                  <a:pt x="76200" y="4038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686300" y="4722876"/>
            <a:ext cx="1073150" cy="0"/>
          </a:xfrm>
          <a:custGeom>
            <a:avLst/>
            <a:gdLst/>
            <a:ahLst/>
            <a:cxnLst/>
            <a:rect l="l" t="t" r="r" b="b"/>
            <a:pathLst>
              <a:path w="1073150">
                <a:moveTo>
                  <a:pt x="0" y="0"/>
                </a:moveTo>
                <a:lnTo>
                  <a:pt x="107289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1104900" y="5202935"/>
          <a:ext cx="5008880" cy="11978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84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9915">
                <a:tc>
                  <a:txBody>
                    <a:bodyPr/>
                    <a:lstStyle/>
                    <a:p>
                      <a:pPr marL="92075">
                        <a:lnSpc>
                          <a:spcPts val="1839"/>
                        </a:lnSpc>
                        <a:spcBef>
                          <a:spcPts val="42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文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39"/>
                        </a:lnSpc>
                        <a:spcBef>
                          <a:spcPts val="42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结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839"/>
                        </a:lnSpc>
                        <a:spcBef>
                          <a:spcPts val="42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增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839"/>
                        </a:lnSpc>
                        <a:spcBef>
                          <a:spcPts val="42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删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39"/>
                        </a:lnSpc>
                        <a:spcBef>
                          <a:spcPts val="42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增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839"/>
                        </a:lnSpc>
                        <a:spcBef>
                          <a:spcPts val="42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删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948">
                <a:tc>
                  <a:txBody>
                    <a:bodyPr/>
                    <a:lstStyle/>
                    <a:p>
                      <a:pPr marL="92075">
                        <a:lnSpc>
                          <a:spcPts val="187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件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7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果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805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加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87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除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05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加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805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除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92075">
                        <a:lnSpc>
                          <a:spcPts val="177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比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7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处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77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代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77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代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77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行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77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行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256">
                <a:tc>
                  <a:txBody>
                    <a:bodyPr/>
                    <a:lstStyle/>
                    <a:p>
                      <a:pPr marL="92075">
                        <a:lnSpc>
                          <a:spcPts val="1805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较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05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理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805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码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805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码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05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数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ts val="1805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数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object 38"/>
          <p:cNvSpPr/>
          <p:nvPr/>
        </p:nvSpPr>
        <p:spPr>
          <a:xfrm>
            <a:off x="540258" y="1774698"/>
            <a:ext cx="288290" cy="2662555"/>
          </a:xfrm>
          <a:custGeom>
            <a:avLst/>
            <a:gdLst/>
            <a:ahLst/>
            <a:cxnLst/>
            <a:rect l="l" t="t" r="r" b="b"/>
            <a:pathLst>
              <a:path w="288290" h="2662554">
                <a:moveTo>
                  <a:pt x="288036" y="1994915"/>
                </a:moveTo>
                <a:lnTo>
                  <a:pt x="0" y="1994915"/>
                </a:lnTo>
                <a:lnTo>
                  <a:pt x="144018" y="2662428"/>
                </a:lnTo>
                <a:lnTo>
                  <a:pt x="288036" y="1994915"/>
                </a:lnTo>
                <a:close/>
              </a:path>
              <a:path w="288290" h="2662554">
                <a:moveTo>
                  <a:pt x="216026" y="0"/>
                </a:moveTo>
                <a:lnTo>
                  <a:pt x="72009" y="0"/>
                </a:lnTo>
                <a:lnTo>
                  <a:pt x="72009" y="1994915"/>
                </a:lnTo>
                <a:lnTo>
                  <a:pt x="216026" y="1994915"/>
                </a:lnTo>
                <a:lnTo>
                  <a:pt x="216026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40258" y="1774698"/>
            <a:ext cx="288290" cy="2662555"/>
          </a:xfrm>
          <a:custGeom>
            <a:avLst/>
            <a:gdLst/>
            <a:ahLst/>
            <a:cxnLst/>
            <a:rect l="l" t="t" r="r" b="b"/>
            <a:pathLst>
              <a:path w="288290" h="2662554">
                <a:moveTo>
                  <a:pt x="0" y="1994915"/>
                </a:moveTo>
                <a:lnTo>
                  <a:pt x="72009" y="1994915"/>
                </a:lnTo>
                <a:lnTo>
                  <a:pt x="72009" y="0"/>
                </a:lnTo>
                <a:lnTo>
                  <a:pt x="216026" y="0"/>
                </a:lnTo>
                <a:lnTo>
                  <a:pt x="216026" y="1994915"/>
                </a:lnTo>
                <a:lnTo>
                  <a:pt x="288036" y="1994915"/>
                </a:lnTo>
                <a:lnTo>
                  <a:pt x="144018" y="2662428"/>
                </a:lnTo>
                <a:lnTo>
                  <a:pt x="0" y="1994915"/>
                </a:lnTo>
                <a:close/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50697" y="4808982"/>
            <a:ext cx="6122035" cy="1716405"/>
          </a:xfrm>
          <a:custGeom>
            <a:avLst/>
            <a:gdLst/>
            <a:ahLst/>
            <a:cxnLst/>
            <a:rect l="l" t="t" r="r" b="b"/>
            <a:pathLst>
              <a:path w="6122035" h="1716404">
                <a:moveTo>
                  <a:pt x="0" y="1716024"/>
                </a:moveTo>
                <a:lnTo>
                  <a:pt x="6121908" y="1716024"/>
                </a:lnTo>
                <a:lnTo>
                  <a:pt x="6121908" y="0"/>
                </a:lnTo>
                <a:lnTo>
                  <a:pt x="0" y="0"/>
                </a:lnTo>
                <a:lnTo>
                  <a:pt x="0" y="1716024"/>
                </a:lnTo>
                <a:close/>
              </a:path>
            </a:pathLst>
          </a:custGeom>
          <a:ln w="2895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1095755" y="2642616"/>
          <a:ext cx="8037193" cy="17160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4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4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28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25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71602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53035" marR="454025" algn="just">
                        <a:lnSpc>
                          <a:spcPct val="98600"/>
                        </a:lnSpc>
                        <a:spcBef>
                          <a:spcPts val="925"/>
                        </a:spcBef>
                      </a:pPr>
                      <a:r>
                        <a:rPr sz="1400" dirty="0">
                          <a:latin typeface="宋体"/>
                          <a:cs typeface="宋体"/>
                        </a:rPr>
                        <a:t>版 本 比 较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68375" marR="618490" algn="just">
                        <a:lnSpc>
                          <a:spcPct val="99000"/>
                        </a:lnSpc>
                        <a:spcBef>
                          <a:spcPts val="920"/>
                        </a:spcBef>
                      </a:pPr>
                      <a:r>
                        <a:rPr sz="1400" dirty="0">
                          <a:latin typeface="宋体"/>
                          <a:cs typeface="宋体"/>
                        </a:rPr>
                        <a:t>找 出 增 删 行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626110" marR="439420" algn="just">
                        <a:lnSpc>
                          <a:spcPct val="99000"/>
                        </a:lnSpc>
                        <a:spcBef>
                          <a:spcPts val="920"/>
                        </a:spcBef>
                      </a:pPr>
                      <a:r>
                        <a:rPr sz="1400" dirty="0">
                          <a:latin typeface="宋体"/>
                          <a:cs typeface="宋体"/>
                        </a:rPr>
                        <a:t>统 计 增 删 行</a:t>
                      </a:r>
                      <a:endParaRPr sz="1400">
                        <a:latin typeface="宋体"/>
                        <a:cs typeface="宋体"/>
                      </a:endParaRPr>
                    </a:p>
                  </a:txBody>
                  <a:tcPr marL="0" marR="0" marT="0" marB="0"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447040" marR="605790" algn="just">
                        <a:lnSpc>
                          <a:spcPct val="984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统 计 总 行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175" marB="0"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13410" marR="695325" algn="just">
                        <a:lnSpc>
                          <a:spcPct val="984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标 记 修 改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175" marB="0"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702945" marR="397510" algn="just">
                        <a:lnSpc>
                          <a:spcPct val="984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记 录 修 改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3175" marB="0"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" name="object 42"/>
          <p:cNvSpPr/>
          <p:nvPr/>
        </p:nvSpPr>
        <p:spPr>
          <a:xfrm>
            <a:off x="172973" y="4808982"/>
            <a:ext cx="2468880" cy="1716405"/>
          </a:xfrm>
          <a:custGeom>
            <a:avLst/>
            <a:gdLst/>
            <a:ahLst/>
            <a:cxnLst/>
            <a:rect l="l" t="t" r="r" b="b"/>
            <a:pathLst>
              <a:path w="2468880" h="1716404">
                <a:moveTo>
                  <a:pt x="0" y="1716024"/>
                </a:moveTo>
                <a:lnTo>
                  <a:pt x="2468880" y="1716024"/>
                </a:lnTo>
                <a:lnTo>
                  <a:pt x="2468880" y="0"/>
                </a:lnTo>
                <a:lnTo>
                  <a:pt x="0" y="0"/>
                </a:lnTo>
                <a:lnTo>
                  <a:pt x="0" y="1716024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2771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自下而上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56659" y="1447800"/>
            <a:ext cx="1788160" cy="358140"/>
          </a:xfrm>
          <a:custGeom>
            <a:avLst/>
            <a:gdLst/>
            <a:ahLst/>
            <a:cxnLst/>
            <a:rect l="l" t="t" r="r" b="b"/>
            <a:pathLst>
              <a:path w="1788160" h="358139">
                <a:moveTo>
                  <a:pt x="0" y="358139"/>
                </a:moveTo>
                <a:lnTo>
                  <a:pt x="1787652" y="358139"/>
                </a:lnTo>
                <a:lnTo>
                  <a:pt x="1787652" y="0"/>
                </a:lnTo>
                <a:lnTo>
                  <a:pt x="0" y="0"/>
                </a:lnTo>
                <a:lnTo>
                  <a:pt x="0" y="3581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56659" y="1447800"/>
            <a:ext cx="1788160" cy="3581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000" spc="-20" dirty="0">
                <a:latin typeface="Times New Roman"/>
                <a:cs typeface="Times New Roman"/>
              </a:rPr>
              <a:t>“</a:t>
            </a:r>
            <a:r>
              <a:rPr sz="1400" dirty="0">
                <a:latin typeface="宋体"/>
                <a:cs typeface="宋体"/>
              </a:rPr>
              <a:t>变化计数器”系统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52727" y="2406395"/>
            <a:ext cx="7330440" cy="0"/>
          </a:xfrm>
          <a:custGeom>
            <a:avLst/>
            <a:gdLst/>
            <a:ahLst/>
            <a:cxnLst/>
            <a:rect l="l" t="t" r="r" b="b"/>
            <a:pathLst>
              <a:path w="7330440">
                <a:moveTo>
                  <a:pt x="0" y="0"/>
                </a:moveTo>
                <a:lnTo>
                  <a:pt x="733044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11623" y="1805939"/>
            <a:ext cx="76200" cy="600710"/>
          </a:xfrm>
          <a:custGeom>
            <a:avLst/>
            <a:gdLst/>
            <a:ahLst/>
            <a:cxnLst/>
            <a:rect l="l" t="t" r="r" b="b"/>
            <a:pathLst>
              <a:path w="76200" h="600710">
                <a:moveTo>
                  <a:pt x="44450" y="63500"/>
                </a:moveTo>
                <a:lnTo>
                  <a:pt x="31750" y="63500"/>
                </a:lnTo>
                <a:lnTo>
                  <a:pt x="31750" y="600456"/>
                </a:lnTo>
                <a:lnTo>
                  <a:pt x="44450" y="600456"/>
                </a:lnTo>
                <a:lnTo>
                  <a:pt x="44450" y="63500"/>
                </a:lnTo>
                <a:close/>
              </a:path>
              <a:path w="76200" h="60071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60071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822448" y="2406395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44450" y="63500"/>
                </a:moveTo>
                <a:lnTo>
                  <a:pt x="31750" y="63500"/>
                </a:lnTo>
                <a:lnTo>
                  <a:pt x="31750" y="480059"/>
                </a:lnTo>
                <a:lnTo>
                  <a:pt x="44450" y="480059"/>
                </a:lnTo>
                <a:lnTo>
                  <a:pt x="44450" y="63500"/>
                </a:lnTo>
                <a:close/>
              </a:path>
              <a:path w="76200" h="48006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8006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20724" y="2372867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44450" y="63500"/>
                </a:moveTo>
                <a:lnTo>
                  <a:pt x="31750" y="63500"/>
                </a:lnTo>
                <a:lnTo>
                  <a:pt x="31750" y="480060"/>
                </a:lnTo>
                <a:lnTo>
                  <a:pt x="44450" y="480060"/>
                </a:lnTo>
                <a:lnTo>
                  <a:pt x="44450" y="63500"/>
                </a:lnTo>
                <a:close/>
              </a:path>
              <a:path w="76200" h="48006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8006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7828" y="5202935"/>
            <a:ext cx="536575" cy="1198245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59690" rIns="0" bIns="0" rtlCol="0">
            <a:spAutoFit/>
          </a:bodyPr>
          <a:lstStyle/>
          <a:p>
            <a:pPr marL="90805" marR="208279" algn="just">
              <a:lnSpc>
                <a:spcPct val="97800"/>
              </a:lnSpc>
              <a:spcBef>
                <a:spcPts val="470"/>
              </a:spcBef>
            </a:pPr>
            <a:r>
              <a:rPr sz="1800" dirty="0">
                <a:latin typeface="宋体"/>
                <a:cs typeface="宋体"/>
              </a:rPr>
              <a:t>预 处 理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17207" y="2924555"/>
            <a:ext cx="536575" cy="119824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92075" marR="233679" algn="just">
              <a:lnSpc>
                <a:spcPct val="98400"/>
              </a:lnSpc>
              <a:spcBef>
                <a:spcPts val="445"/>
              </a:spcBef>
            </a:pPr>
            <a:r>
              <a:rPr sz="1600" spc="-5" dirty="0">
                <a:latin typeface="宋体"/>
                <a:cs typeface="宋体"/>
              </a:rPr>
              <a:t>标 记 修 改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26552" y="2852927"/>
            <a:ext cx="536575" cy="119824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92075" marR="233045" algn="just">
              <a:lnSpc>
                <a:spcPct val="98300"/>
              </a:lnSpc>
              <a:spcBef>
                <a:spcPts val="450"/>
              </a:spcBef>
            </a:pPr>
            <a:r>
              <a:rPr sz="1600" spc="-5" dirty="0">
                <a:latin typeface="宋体"/>
                <a:cs typeface="宋体"/>
              </a:rPr>
              <a:t>记 录 修 改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72896" y="2924555"/>
            <a:ext cx="536575" cy="1198245"/>
          </a:xfrm>
          <a:custGeom>
            <a:avLst/>
            <a:gdLst/>
            <a:ahLst/>
            <a:cxnLst/>
            <a:rect l="l" t="t" r="r" b="b"/>
            <a:pathLst>
              <a:path w="536575" h="1198245">
                <a:moveTo>
                  <a:pt x="0" y="1197864"/>
                </a:moveTo>
                <a:lnTo>
                  <a:pt x="536447" y="1197864"/>
                </a:lnTo>
                <a:lnTo>
                  <a:pt x="536447" y="0"/>
                </a:lnTo>
                <a:lnTo>
                  <a:pt x="0" y="0"/>
                </a:lnTo>
                <a:lnTo>
                  <a:pt x="0" y="119786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52245" y="2962401"/>
            <a:ext cx="204470" cy="87121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98600"/>
              </a:lnSpc>
              <a:spcBef>
                <a:spcPts val="125"/>
              </a:spcBef>
            </a:pPr>
            <a:r>
              <a:rPr sz="1400" dirty="0">
                <a:latin typeface="宋体"/>
                <a:cs typeface="宋体"/>
              </a:rPr>
              <a:t>版 本 比 较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82239" y="2852927"/>
            <a:ext cx="538480" cy="1198245"/>
          </a:xfrm>
          <a:custGeom>
            <a:avLst/>
            <a:gdLst/>
            <a:ahLst/>
            <a:cxnLst/>
            <a:rect l="l" t="t" r="r" b="b"/>
            <a:pathLst>
              <a:path w="538480" h="1198245">
                <a:moveTo>
                  <a:pt x="0" y="1197864"/>
                </a:moveTo>
                <a:lnTo>
                  <a:pt x="537972" y="1197864"/>
                </a:lnTo>
                <a:lnTo>
                  <a:pt x="537972" y="0"/>
                </a:lnTo>
                <a:lnTo>
                  <a:pt x="0" y="0"/>
                </a:lnTo>
                <a:lnTo>
                  <a:pt x="0" y="11978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007363" y="5202935"/>
          <a:ext cx="3101338" cy="11978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1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9732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文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0805">
                        <a:lnSpc>
                          <a:spcPts val="1889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件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结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果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870"/>
                        </a:lnSpc>
                        <a:spcBef>
                          <a:spcPts val="42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增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2075">
                        <a:lnSpc>
                          <a:spcPts val="1870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加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删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91440">
                        <a:lnSpc>
                          <a:spcPts val="1889"/>
                        </a:lnSpc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除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533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131">
                <a:tc>
                  <a:txBody>
                    <a:bodyPr/>
                    <a:lstStyle/>
                    <a:p>
                      <a:pPr marL="90805" marR="234950">
                        <a:lnSpc>
                          <a:spcPts val="182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比 较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 marR="232410">
                        <a:lnSpc>
                          <a:spcPts val="182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处 理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 marR="233679">
                        <a:lnSpc>
                          <a:spcPts val="182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代 码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1440" marR="234315">
                        <a:lnSpc>
                          <a:spcPts val="1820"/>
                        </a:lnSpc>
                        <a:spcBef>
                          <a:spcPts val="75"/>
                        </a:spcBef>
                      </a:pPr>
                      <a:r>
                        <a:rPr sz="1600" dirty="0">
                          <a:latin typeface="宋体"/>
                          <a:cs typeface="宋体"/>
                        </a:rPr>
                        <a:t>代 码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2682239" y="2852927"/>
            <a:ext cx="538480" cy="119824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92710" marR="258445" algn="just">
              <a:lnSpc>
                <a:spcPct val="99000"/>
              </a:lnSpc>
              <a:spcBef>
                <a:spcPts val="420"/>
              </a:spcBef>
            </a:pPr>
            <a:r>
              <a:rPr sz="1400" dirty="0">
                <a:latin typeface="宋体"/>
                <a:cs typeface="宋体"/>
              </a:rPr>
              <a:t>找 出 增 删 行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644139" y="4722876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44450" y="63500"/>
                </a:moveTo>
                <a:lnTo>
                  <a:pt x="31750" y="63500"/>
                </a:lnTo>
                <a:lnTo>
                  <a:pt x="31750" y="480060"/>
                </a:lnTo>
                <a:lnTo>
                  <a:pt x="44450" y="480060"/>
                </a:lnTo>
                <a:lnTo>
                  <a:pt x="44450" y="63500"/>
                </a:lnTo>
                <a:close/>
              </a:path>
              <a:path w="76200" h="48006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8006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718559" y="4722876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44450" y="63500"/>
                </a:moveTo>
                <a:lnTo>
                  <a:pt x="31750" y="63500"/>
                </a:lnTo>
                <a:lnTo>
                  <a:pt x="31750" y="480060"/>
                </a:lnTo>
                <a:lnTo>
                  <a:pt x="44450" y="480060"/>
                </a:lnTo>
                <a:lnTo>
                  <a:pt x="44450" y="63500"/>
                </a:lnTo>
                <a:close/>
              </a:path>
              <a:path w="76200" h="48006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8006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83001" y="4723638"/>
            <a:ext cx="1074420" cy="0"/>
          </a:xfrm>
          <a:custGeom>
            <a:avLst/>
            <a:gdLst/>
            <a:ahLst/>
            <a:cxnLst/>
            <a:rect l="l" t="t" r="r" b="b"/>
            <a:pathLst>
              <a:path w="1074420">
                <a:moveTo>
                  <a:pt x="0" y="0"/>
                </a:moveTo>
                <a:lnTo>
                  <a:pt x="1074420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78201" y="4051553"/>
            <a:ext cx="76200" cy="672465"/>
          </a:xfrm>
          <a:custGeom>
            <a:avLst/>
            <a:gdLst/>
            <a:ahLst/>
            <a:cxnLst/>
            <a:rect l="l" t="t" r="r" b="b"/>
            <a:pathLst>
              <a:path w="76200" h="672464">
                <a:moveTo>
                  <a:pt x="48035" y="76166"/>
                </a:moveTo>
                <a:lnTo>
                  <a:pt x="28223" y="76232"/>
                </a:lnTo>
                <a:lnTo>
                  <a:pt x="29591" y="672084"/>
                </a:lnTo>
                <a:lnTo>
                  <a:pt x="49403" y="672084"/>
                </a:lnTo>
                <a:lnTo>
                  <a:pt x="48035" y="76166"/>
                </a:lnTo>
                <a:close/>
              </a:path>
              <a:path w="76200" h="672464">
                <a:moveTo>
                  <a:pt x="37973" y="0"/>
                </a:moveTo>
                <a:lnTo>
                  <a:pt x="0" y="76327"/>
                </a:lnTo>
                <a:lnTo>
                  <a:pt x="28223" y="76232"/>
                </a:lnTo>
                <a:lnTo>
                  <a:pt x="28193" y="63500"/>
                </a:lnTo>
                <a:lnTo>
                  <a:pt x="69882" y="63500"/>
                </a:lnTo>
                <a:lnTo>
                  <a:pt x="37973" y="0"/>
                </a:lnTo>
                <a:close/>
              </a:path>
              <a:path w="76200" h="672464">
                <a:moveTo>
                  <a:pt x="48006" y="63500"/>
                </a:moveTo>
                <a:lnTo>
                  <a:pt x="28193" y="63500"/>
                </a:lnTo>
                <a:lnTo>
                  <a:pt x="28223" y="76232"/>
                </a:lnTo>
                <a:lnTo>
                  <a:pt x="48035" y="76166"/>
                </a:lnTo>
                <a:lnTo>
                  <a:pt x="48006" y="63500"/>
                </a:lnTo>
                <a:close/>
              </a:path>
              <a:path w="76200" h="672464">
                <a:moveTo>
                  <a:pt x="69882" y="63500"/>
                </a:moveTo>
                <a:lnTo>
                  <a:pt x="48006" y="63500"/>
                </a:lnTo>
                <a:lnTo>
                  <a:pt x="48035" y="76166"/>
                </a:lnTo>
                <a:lnTo>
                  <a:pt x="76200" y="76073"/>
                </a:lnTo>
                <a:lnTo>
                  <a:pt x="69882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8630" y="1053846"/>
            <a:ext cx="360045" cy="3455035"/>
          </a:xfrm>
          <a:custGeom>
            <a:avLst/>
            <a:gdLst/>
            <a:ahLst/>
            <a:cxnLst/>
            <a:rect l="l" t="t" r="r" b="b"/>
            <a:pathLst>
              <a:path w="360044" h="3455035">
                <a:moveTo>
                  <a:pt x="269748" y="866139"/>
                </a:moveTo>
                <a:lnTo>
                  <a:pt x="89915" y="866139"/>
                </a:lnTo>
                <a:lnTo>
                  <a:pt x="89915" y="3454907"/>
                </a:lnTo>
                <a:lnTo>
                  <a:pt x="269748" y="3454907"/>
                </a:lnTo>
                <a:lnTo>
                  <a:pt x="269748" y="866139"/>
                </a:lnTo>
                <a:close/>
              </a:path>
              <a:path w="360044" h="3455035">
                <a:moveTo>
                  <a:pt x="179832" y="0"/>
                </a:moveTo>
                <a:lnTo>
                  <a:pt x="0" y="866139"/>
                </a:lnTo>
                <a:lnTo>
                  <a:pt x="359664" y="866139"/>
                </a:lnTo>
                <a:lnTo>
                  <a:pt x="179832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8630" y="1053846"/>
            <a:ext cx="360045" cy="3455035"/>
          </a:xfrm>
          <a:custGeom>
            <a:avLst/>
            <a:gdLst/>
            <a:ahLst/>
            <a:cxnLst/>
            <a:rect l="l" t="t" r="r" b="b"/>
            <a:pathLst>
              <a:path w="360044" h="3455035">
                <a:moveTo>
                  <a:pt x="0" y="866139"/>
                </a:moveTo>
                <a:lnTo>
                  <a:pt x="179832" y="0"/>
                </a:lnTo>
                <a:lnTo>
                  <a:pt x="359664" y="866139"/>
                </a:lnTo>
                <a:lnTo>
                  <a:pt x="269748" y="866139"/>
                </a:lnTo>
                <a:lnTo>
                  <a:pt x="269748" y="3454907"/>
                </a:lnTo>
                <a:lnTo>
                  <a:pt x="89915" y="3454907"/>
                </a:lnTo>
                <a:lnTo>
                  <a:pt x="89915" y="866139"/>
                </a:lnTo>
                <a:lnTo>
                  <a:pt x="0" y="866139"/>
                </a:lnTo>
                <a:close/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220584" y="4077461"/>
            <a:ext cx="76835" cy="641985"/>
          </a:xfrm>
          <a:custGeom>
            <a:avLst/>
            <a:gdLst/>
            <a:ahLst/>
            <a:cxnLst/>
            <a:rect l="l" t="t" r="r" b="b"/>
            <a:pathLst>
              <a:path w="76834" h="641985">
                <a:moveTo>
                  <a:pt x="28195" y="76067"/>
                </a:moveTo>
                <a:lnTo>
                  <a:pt x="21475" y="641476"/>
                </a:lnTo>
                <a:lnTo>
                  <a:pt x="41287" y="641731"/>
                </a:lnTo>
                <a:lnTo>
                  <a:pt x="48007" y="76331"/>
                </a:lnTo>
                <a:lnTo>
                  <a:pt x="28195" y="76067"/>
                </a:lnTo>
                <a:close/>
              </a:path>
              <a:path w="76834" h="641985">
                <a:moveTo>
                  <a:pt x="69743" y="63373"/>
                </a:moveTo>
                <a:lnTo>
                  <a:pt x="28346" y="63373"/>
                </a:lnTo>
                <a:lnTo>
                  <a:pt x="48158" y="63626"/>
                </a:lnTo>
                <a:lnTo>
                  <a:pt x="48007" y="76331"/>
                </a:lnTo>
                <a:lnTo>
                  <a:pt x="76212" y="76707"/>
                </a:lnTo>
                <a:lnTo>
                  <a:pt x="69743" y="63373"/>
                </a:lnTo>
                <a:close/>
              </a:path>
              <a:path w="76834" h="641985">
                <a:moveTo>
                  <a:pt x="28346" y="63373"/>
                </a:moveTo>
                <a:lnTo>
                  <a:pt x="28195" y="76067"/>
                </a:lnTo>
                <a:lnTo>
                  <a:pt x="48007" y="76331"/>
                </a:lnTo>
                <a:lnTo>
                  <a:pt x="48158" y="63626"/>
                </a:lnTo>
                <a:lnTo>
                  <a:pt x="28346" y="63373"/>
                </a:lnTo>
                <a:close/>
              </a:path>
              <a:path w="76834" h="641985">
                <a:moveTo>
                  <a:pt x="39001" y="0"/>
                </a:moveTo>
                <a:lnTo>
                  <a:pt x="0" y="75692"/>
                </a:lnTo>
                <a:lnTo>
                  <a:pt x="28195" y="76067"/>
                </a:lnTo>
                <a:lnTo>
                  <a:pt x="28346" y="63373"/>
                </a:lnTo>
                <a:lnTo>
                  <a:pt x="69743" y="63373"/>
                </a:lnTo>
                <a:lnTo>
                  <a:pt x="390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20724" y="4712208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44450" y="63500"/>
                </a:moveTo>
                <a:lnTo>
                  <a:pt x="31750" y="63500"/>
                </a:lnTo>
                <a:lnTo>
                  <a:pt x="31750" y="480060"/>
                </a:lnTo>
                <a:lnTo>
                  <a:pt x="44450" y="480060"/>
                </a:lnTo>
                <a:lnTo>
                  <a:pt x="44450" y="63500"/>
                </a:lnTo>
                <a:close/>
              </a:path>
              <a:path w="76200" h="48006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8006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6615" y="4722876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44450" y="63500"/>
                </a:moveTo>
                <a:lnTo>
                  <a:pt x="31750" y="63500"/>
                </a:lnTo>
                <a:lnTo>
                  <a:pt x="31750" y="480060"/>
                </a:lnTo>
                <a:lnTo>
                  <a:pt x="44450" y="480060"/>
                </a:lnTo>
                <a:lnTo>
                  <a:pt x="44450" y="63500"/>
                </a:lnTo>
                <a:close/>
              </a:path>
              <a:path w="76200" h="48006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8006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107692" y="4722876"/>
            <a:ext cx="76200" cy="480059"/>
          </a:xfrm>
          <a:custGeom>
            <a:avLst/>
            <a:gdLst/>
            <a:ahLst/>
            <a:cxnLst/>
            <a:rect l="l" t="t" r="r" b="b"/>
            <a:pathLst>
              <a:path w="76200" h="480060">
                <a:moveTo>
                  <a:pt x="44450" y="63500"/>
                </a:moveTo>
                <a:lnTo>
                  <a:pt x="31750" y="63500"/>
                </a:lnTo>
                <a:lnTo>
                  <a:pt x="31750" y="480060"/>
                </a:lnTo>
                <a:lnTo>
                  <a:pt x="44450" y="480060"/>
                </a:lnTo>
                <a:lnTo>
                  <a:pt x="44450" y="63500"/>
                </a:lnTo>
                <a:close/>
              </a:path>
              <a:path w="76200" h="480060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480060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95477" y="4723638"/>
            <a:ext cx="1751330" cy="1905"/>
          </a:xfrm>
          <a:custGeom>
            <a:avLst/>
            <a:gdLst/>
            <a:ahLst/>
            <a:cxnLst/>
            <a:rect l="l" t="t" r="r" b="b"/>
            <a:pathLst>
              <a:path w="1751330" h="1904">
                <a:moveTo>
                  <a:pt x="0" y="0"/>
                </a:moveTo>
                <a:lnTo>
                  <a:pt x="1750949" y="152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305257"/>
            <a:ext cx="44672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1" dirty="0">
                <a:latin typeface="华文隶书"/>
                <a:cs typeface="华文隶书"/>
              </a:rPr>
              <a:t>WB</a:t>
            </a:r>
            <a:r>
              <a:rPr i="1" spc="-5" dirty="0">
                <a:latin typeface="华文隶书"/>
                <a:cs typeface="华文隶书"/>
              </a:rPr>
              <a:t>S</a:t>
            </a:r>
            <a:r>
              <a:rPr dirty="0"/>
              <a:t>任务分解建议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09921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5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5374" y="1747266"/>
            <a:ext cx="8517890" cy="2978150"/>
          </a:xfrm>
          <a:custGeom>
            <a:avLst/>
            <a:gdLst/>
            <a:ahLst/>
            <a:cxnLst/>
            <a:rect l="l" t="t" r="r" b="b"/>
            <a:pathLst>
              <a:path w="8517890" h="2978150">
                <a:moveTo>
                  <a:pt x="0" y="2977895"/>
                </a:moveTo>
                <a:lnTo>
                  <a:pt x="8517636" y="2977895"/>
                </a:lnTo>
                <a:lnTo>
                  <a:pt x="8517636" y="0"/>
                </a:lnTo>
                <a:lnTo>
                  <a:pt x="0" y="0"/>
                </a:lnTo>
                <a:lnTo>
                  <a:pt x="0" y="2977895"/>
                </a:lnTo>
                <a:close/>
              </a:path>
            </a:pathLst>
          </a:custGeom>
          <a:ln w="28955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2742" y="1663416"/>
            <a:ext cx="8248650" cy="267906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最低层是可控的和可管</a:t>
            </a:r>
            <a:r>
              <a:rPr sz="2900" spc="-15" dirty="0">
                <a:latin typeface="华文新魏"/>
                <a:cs typeface="华文新魏"/>
              </a:rPr>
              <a:t>理</a:t>
            </a:r>
            <a:r>
              <a:rPr sz="2900" dirty="0">
                <a:latin typeface="华文新魏"/>
                <a:cs typeface="华文新魏"/>
              </a:rPr>
              <a:t>的，</a:t>
            </a:r>
            <a:r>
              <a:rPr sz="2900" spc="-15" dirty="0">
                <a:latin typeface="华文新魏"/>
                <a:cs typeface="华文新魏"/>
              </a:rPr>
              <a:t>但</a:t>
            </a:r>
            <a:r>
              <a:rPr sz="2900" dirty="0">
                <a:latin typeface="华文新魏"/>
                <a:cs typeface="华文新魏"/>
              </a:rPr>
              <a:t>是不</a:t>
            </a:r>
            <a:r>
              <a:rPr sz="2900" spc="-15" dirty="0">
                <a:latin typeface="华文新魏"/>
                <a:cs typeface="华文新魏"/>
              </a:rPr>
              <a:t>必</a:t>
            </a:r>
            <a:r>
              <a:rPr sz="2900" dirty="0">
                <a:latin typeface="华文新魏"/>
                <a:cs typeface="华文新魏"/>
              </a:rPr>
              <a:t>要的</a:t>
            </a:r>
            <a:r>
              <a:rPr sz="2900" spc="-15" dirty="0">
                <a:latin typeface="华文新魏"/>
                <a:cs typeface="华文新魏"/>
              </a:rPr>
              <a:t>过</a:t>
            </a:r>
            <a:r>
              <a:rPr sz="2900" dirty="0">
                <a:latin typeface="华文新魏"/>
                <a:cs typeface="华文新魏"/>
              </a:rPr>
              <a:t>细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每个Work</a:t>
            </a:r>
            <a:r>
              <a:rPr sz="2900" spc="-5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package</a:t>
            </a:r>
            <a:r>
              <a:rPr sz="2900" spc="5" dirty="0">
                <a:latin typeface="华文新魏"/>
                <a:cs typeface="华文新魏"/>
              </a:rPr>
              <a:t>必须</a:t>
            </a:r>
            <a:r>
              <a:rPr sz="2900" spc="-20" dirty="0">
                <a:latin typeface="华文新魏"/>
                <a:cs typeface="华文新魏"/>
              </a:rPr>
              <a:t>有</a:t>
            </a:r>
            <a:r>
              <a:rPr sz="2900" spc="5" dirty="0">
                <a:latin typeface="华文新魏"/>
                <a:cs typeface="华文新魏"/>
              </a:rPr>
              <a:t>一个</a:t>
            </a:r>
            <a:r>
              <a:rPr sz="2900" spc="-20" dirty="0">
                <a:latin typeface="华文新魏"/>
                <a:cs typeface="华文新魏"/>
              </a:rPr>
              <a:t>提</a:t>
            </a:r>
            <a:r>
              <a:rPr sz="2900" spc="5" dirty="0">
                <a:latin typeface="华文新魏"/>
                <a:cs typeface="华文新魏"/>
              </a:rPr>
              <a:t>交物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定义任务完成的标准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有利于责任分配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推荐任务分解到40小</a:t>
            </a:r>
            <a:r>
              <a:rPr sz="2900" spc="-15" dirty="0">
                <a:latin typeface="华文新魏"/>
                <a:cs typeface="华文新魏"/>
              </a:rPr>
              <a:t>时</a:t>
            </a:r>
            <a:r>
              <a:rPr sz="2900" dirty="0">
                <a:latin typeface="华文新魏"/>
                <a:cs typeface="华文新魏"/>
              </a:rPr>
              <a:t>以</a:t>
            </a:r>
            <a:r>
              <a:rPr sz="2900" spc="-5" dirty="0">
                <a:latin typeface="华文新魏"/>
                <a:cs typeface="华文新魏"/>
              </a:rPr>
              <a:t>内</a:t>
            </a:r>
            <a:r>
              <a:rPr sz="2900" spc="-10" dirty="0">
                <a:latin typeface="华文新魏"/>
                <a:cs typeface="华文新魏"/>
              </a:rPr>
              <a:t>,</a:t>
            </a:r>
            <a:r>
              <a:rPr sz="2900" dirty="0">
                <a:latin typeface="华文新魏"/>
                <a:cs typeface="华文新魏"/>
              </a:rPr>
              <a:t>敏捷</a:t>
            </a:r>
            <a:r>
              <a:rPr sz="2900" spc="-15" dirty="0">
                <a:latin typeface="华文新魏"/>
                <a:cs typeface="华文新魏"/>
              </a:rPr>
              <a:t>项</a:t>
            </a:r>
            <a:r>
              <a:rPr sz="2900" dirty="0">
                <a:latin typeface="华文新魏"/>
                <a:cs typeface="华文新魏"/>
              </a:rPr>
              <a:t>目分</a:t>
            </a:r>
            <a:r>
              <a:rPr sz="2900" spc="-15" dirty="0">
                <a:latin typeface="华文新魏"/>
                <a:cs typeface="华文新魏"/>
              </a:rPr>
              <a:t>解</a:t>
            </a:r>
            <a:r>
              <a:rPr sz="2900" dirty="0">
                <a:latin typeface="华文新魏"/>
                <a:cs typeface="华文新魏"/>
              </a:rPr>
              <a:t>到小时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88408" y="4543044"/>
            <a:ext cx="2139695" cy="2130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73777" y="5392928"/>
            <a:ext cx="14478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DD8046"/>
                </a:solidFill>
                <a:latin typeface="黑体"/>
                <a:cs typeface="黑体"/>
              </a:rPr>
              <a:t>80/</a:t>
            </a:r>
            <a:r>
              <a:rPr sz="2800" spc="-10" dirty="0">
                <a:solidFill>
                  <a:srgbClr val="DD8046"/>
                </a:solidFill>
                <a:latin typeface="黑体"/>
                <a:cs typeface="黑体"/>
              </a:rPr>
              <a:t>8规则</a:t>
            </a:r>
            <a:endParaRPr sz="28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6298" y="188627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6127" y="1604772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6298" y="28451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6127" y="2563367"/>
            <a:ext cx="483234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6298" y="380587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6127" y="3525011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59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6298" y="476752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6127" y="4485132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0572" y="1604772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L="1177290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任务分解基本概念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9235" y="2563367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L="97790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任务分解方法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90572" y="3525011"/>
            <a:ext cx="4630420" cy="86423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451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敏捷任务分解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0760" y="4485132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33045" rIns="0" bIns="0" rtlCol="0">
            <a:spAutoFit/>
          </a:bodyPr>
          <a:lstStyle/>
          <a:p>
            <a:pPr marR="46990" algn="ctr">
              <a:lnSpc>
                <a:spcPct val="100000"/>
              </a:lnSpc>
              <a:spcBef>
                <a:spcPts val="18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1977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新魏"/>
                <a:cs typeface="华文新魏"/>
              </a:rPr>
              <a:t>敏捷项目的任务分解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512544"/>
            <a:ext cx="3049905" cy="163068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2900" b="1" spc="10" dirty="0">
                <a:latin typeface="华文仿宋"/>
                <a:cs typeface="华文仿宋"/>
              </a:rPr>
              <a:t>基于</a:t>
            </a:r>
            <a:r>
              <a:rPr sz="2900" b="1" spc="10" dirty="0">
                <a:latin typeface="Tw Cen MT"/>
                <a:cs typeface="Tw Cen MT"/>
              </a:rPr>
              <a:t>story</a:t>
            </a:r>
            <a:r>
              <a:rPr sz="2900" b="1" dirty="0">
                <a:latin typeface="华文仿宋"/>
                <a:cs typeface="华文仿宋"/>
              </a:rPr>
              <a:t>的</a:t>
            </a:r>
            <a:r>
              <a:rPr sz="2900" b="1" spc="-15" dirty="0">
                <a:latin typeface="华文仿宋"/>
                <a:cs typeface="华文仿宋"/>
              </a:rPr>
              <a:t>分解</a:t>
            </a:r>
            <a:endParaRPr sz="2900">
              <a:latin typeface="华文仿宋"/>
              <a:cs typeface="华文仿宋"/>
            </a:endParaRPr>
          </a:p>
          <a:p>
            <a:pPr marL="332740" indent="-320040">
              <a:lnSpc>
                <a:spcPct val="100000"/>
              </a:lnSpc>
              <a:spcBef>
                <a:spcPts val="74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b="1" dirty="0">
                <a:latin typeface="Tw Cen MT"/>
                <a:cs typeface="Tw Cen MT"/>
              </a:rPr>
              <a:t>Epics</a:t>
            </a:r>
            <a:endParaRPr sz="2900">
              <a:latin typeface="Tw Cen MT"/>
              <a:cs typeface="Tw Cen MT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b="1" dirty="0">
                <a:latin typeface="Tw Cen MT"/>
                <a:cs typeface="Tw Cen MT"/>
              </a:rPr>
              <a:t>Epics </a:t>
            </a:r>
            <a:r>
              <a:rPr sz="2900" b="1" spc="10" dirty="0">
                <a:latin typeface="Tw Cen MT"/>
                <a:cs typeface="Tw Cen MT"/>
              </a:rPr>
              <a:t>break</a:t>
            </a:r>
            <a:r>
              <a:rPr sz="2900" b="1" spc="-114" dirty="0">
                <a:latin typeface="Tw Cen MT"/>
                <a:cs typeface="Tw Cen MT"/>
              </a:rPr>
              <a:t> </a:t>
            </a:r>
            <a:r>
              <a:rPr sz="2900" b="1" spc="-15" dirty="0">
                <a:latin typeface="Tw Cen MT"/>
                <a:cs typeface="Tw Cen MT"/>
              </a:rPr>
              <a:t>down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2648" y="3284220"/>
            <a:ext cx="5908650" cy="28849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77012"/>
            <a:ext cx="9144000" cy="5618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1977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新魏"/>
                <a:cs typeface="华文新魏"/>
              </a:rPr>
              <a:t>敏捷任务分解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63269" y="1844039"/>
            <a:ext cx="5945834" cy="36077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77012"/>
            <a:ext cx="9144000" cy="5618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05384"/>
            <a:ext cx="9144000" cy="57622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331970" y="629422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5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28600"/>
            <a:ext cx="9144000" cy="586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87324"/>
            <a:ext cx="9144000" cy="52562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14621" y="6146698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5</a:t>
            </a:r>
            <a:endParaRPr sz="1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36675"/>
            <a:ext cx="9144000" cy="52593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敏捷任务分解输出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1969" y="2020061"/>
            <a:ext cx="8153400" cy="576580"/>
          </a:xfrm>
          <a:prstGeom prst="rect">
            <a:avLst/>
          </a:prstGeom>
          <a:ln w="28955">
            <a:solidFill>
              <a:srgbClr val="006FC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410209" indent="-320675">
              <a:lnSpc>
                <a:spcPct val="100000"/>
              </a:lnSpc>
              <a:spcBef>
                <a:spcPts val="14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0845" algn="l"/>
                <a:tab pos="4449445" algn="l"/>
              </a:tabLst>
            </a:pPr>
            <a:r>
              <a:rPr sz="2900" spc="-10" dirty="0">
                <a:latin typeface="Tw Cen MT"/>
                <a:cs typeface="Tw Cen MT"/>
              </a:rPr>
              <a:t>product </a:t>
            </a:r>
            <a:r>
              <a:rPr sz="2900" dirty="0">
                <a:latin typeface="Tw Cen MT"/>
                <a:cs typeface="Tw Cen MT"/>
              </a:rPr>
              <a:t>(Sprint</a:t>
            </a:r>
            <a:r>
              <a:rPr sz="2900" spc="15" dirty="0">
                <a:latin typeface="Tw Cen MT"/>
                <a:cs typeface="Tw Cen MT"/>
              </a:rPr>
              <a:t> </a:t>
            </a:r>
            <a:r>
              <a:rPr sz="2900" spc="5" dirty="0">
                <a:latin typeface="Tw Cen MT"/>
                <a:cs typeface="Tw Cen MT"/>
              </a:rPr>
              <a:t>)backlog</a:t>
            </a:r>
            <a:r>
              <a:rPr sz="2900" spc="1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–	</a:t>
            </a:r>
            <a:r>
              <a:rPr sz="2900" dirty="0">
                <a:latin typeface="华文仿宋"/>
                <a:cs typeface="华文仿宋"/>
              </a:rPr>
              <a:t>逐步完善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1731" y="2852927"/>
            <a:ext cx="8532876" cy="34686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136982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6298" y="188627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6127" y="1604772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654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76298" y="2845124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6127" y="2563367"/>
            <a:ext cx="483234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71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4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76298" y="380587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6127" y="3525011"/>
            <a:ext cx="504825" cy="86423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2959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233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76298" y="476752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6127" y="4485132"/>
            <a:ext cx="485140" cy="86614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0572" y="1604772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745" rIns="0" bIns="0" rtlCol="0">
            <a:spAutoFit/>
          </a:bodyPr>
          <a:lstStyle/>
          <a:p>
            <a:pPr marL="1177290">
              <a:lnSpc>
                <a:spcPct val="100000"/>
              </a:lnSpc>
              <a:spcBef>
                <a:spcPts val="19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任务分解基本概念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69235" y="2563367"/>
            <a:ext cx="4628515" cy="86614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6379" rIns="0" bIns="0" rtlCol="0">
            <a:spAutoFit/>
          </a:bodyPr>
          <a:lstStyle/>
          <a:p>
            <a:pPr marL="97790" algn="ctr">
              <a:lnSpc>
                <a:spcPct val="100000"/>
              </a:lnSpc>
              <a:spcBef>
                <a:spcPts val="1939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任务分解方法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90572" y="3525011"/>
            <a:ext cx="4630420" cy="86423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2451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30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敏捷任务分解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0760" y="4485132"/>
            <a:ext cx="4628515" cy="86614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233045" rIns="0" bIns="0" rtlCol="0">
            <a:spAutoFit/>
          </a:bodyPr>
          <a:lstStyle/>
          <a:p>
            <a:pPr marR="46990" algn="ctr">
              <a:lnSpc>
                <a:spcPct val="100000"/>
              </a:lnSpc>
              <a:spcBef>
                <a:spcPts val="1835"/>
              </a:spcBef>
            </a:pPr>
            <a:r>
              <a:rPr sz="20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9590" y="23266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医疗信息商务平台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17594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5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4715" y="1557527"/>
            <a:ext cx="8426196" cy="45201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77189"/>
            <a:ext cx="47351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1" dirty="0">
                <a:solidFill>
                  <a:srgbClr val="000000"/>
                </a:solidFill>
                <a:latin typeface="华文隶书"/>
                <a:cs typeface="华文隶书"/>
              </a:rPr>
              <a:t>MED:</a:t>
            </a:r>
            <a:r>
              <a:rPr dirty="0">
                <a:solidFill>
                  <a:srgbClr val="000000"/>
                </a:solidFill>
              </a:rPr>
              <a:t>任务分解结果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3264" y="6042925"/>
            <a:ext cx="578485" cy="375920"/>
          </a:xfrm>
          <a:custGeom>
            <a:avLst/>
            <a:gdLst/>
            <a:ahLst/>
            <a:cxnLst/>
            <a:rect l="l" t="t" r="r" b="b"/>
            <a:pathLst>
              <a:path w="578485" h="375920">
                <a:moveTo>
                  <a:pt x="0" y="375817"/>
                </a:moveTo>
                <a:lnTo>
                  <a:pt x="578479" y="375817"/>
                </a:lnTo>
                <a:lnTo>
                  <a:pt x="578479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73264" y="6418743"/>
            <a:ext cx="578485" cy="0"/>
          </a:xfrm>
          <a:custGeom>
            <a:avLst/>
            <a:gdLst/>
            <a:ahLst/>
            <a:cxnLst/>
            <a:rect l="l" t="t" r="r" b="b"/>
            <a:pathLst>
              <a:path w="578485">
                <a:moveTo>
                  <a:pt x="0" y="0"/>
                </a:moveTo>
                <a:lnTo>
                  <a:pt x="578438" y="0"/>
                </a:lnTo>
                <a:lnTo>
                  <a:pt x="57843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3264" y="6042921"/>
            <a:ext cx="0" cy="375920"/>
          </a:xfrm>
          <a:custGeom>
            <a:avLst/>
            <a:gdLst/>
            <a:ahLst/>
            <a:cxnLst/>
            <a:rect l="l" t="t" r="r" b="b"/>
            <a:pathLst>
              <a:path h="375920">
                <a:moveTo>
                  <a:pt x="0" y="0"/>
                </a:moveTo>
                <a:lnTo>
                  <a:pt x="0" y="0"/>
                </a:lnTo>
                <a:lnTo>
                  <a:pt x="0" y="375821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61464" y="6029199"/>
            <a:ext cx="578479" cy="3758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1464" y="6029199"/>
            <a:ext cx="578485" cy="375920"/>
          </a:xfrm>
          <a:custGeom>
            <a:avLst/>
            <a:gdLst/>
            <a:ahLst/>
            <a:cxnLst/>
            <a:rect l="l" t="t" r="r" b="b"/>
            <a:pathLst>
              <a:path w="578485" h="375920">
                <a:moveTo>
                  <a:pt x="0" y="375817"/>
                </a:moveTo>
                <a:lnTo>
                  <a:pt x="578479" y="375817"/>
                </a:lnTo>
                <a:lnTo>
                  <a:pt x="578479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74107" y="6140813"/>
            <a:ext cx="3536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10" dirty="0">
                <a:latin typeface="宋体"/>
                <a:cs typeface="宋体"/>
              </a:rPr>
              <a:t>统计分析</a:t>
            </a:r>
            <a:endParaRPr sz="75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3264" y="5604467"/>
            <a:ext cx="578485" cy="375920"/>
          </a:xfrm>
          <a:custGeom>
            <a:avLst/>
            <a:gdLst/>
            <a:ahLst/>
            <a:cxnLst/>
            <a:rect l="l" t="t" r="r" b="b"/>
            <a:pathLst>
              <a:path w="578485" h="375920">
                <a:moveTo>
                  <a:pt x="0" y="375817"/>
                </a:moveTo>
                <a:lnTo>
                  <a:pt x="578479" y="375817"/>
                </a:lnTo>
                <a:lnTo>
                  <a:pt x="578479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73264" y="5980285"/>
            <a:ext cx="578485" cy="0"/>
          </a:xfrm>
          <a:custGeom>
            <a:avLst/>
            <a:gdLst/>
            <a:ahLst/>
            <a:cxnLst/>
            <a:rect l="l" t="t" r="r" b="b"/>
            <a:pathLst>
              <a:path w="578485">
                <a:moveTo>
                  <a:pt x="0" y="0"/>
                </a:moveTo>
                <a:lnTo>
                  <a:pt x="578438" y="0"/>
                </a:lnTo>
                <a:lnTo>
                  <a:pt x="57843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3264" y="5604467"/>
            <a:ext cx="0" cy="375920"/>
          </a:xfrm>
          <a:custGeom>
            <a:avLst/>
            <a:gdLst/>
            <a:ahLst/>
            <a:cxnLst/>
            <a:rect l="l" t="t" r="r" b="b"/>
            <a:pathLst>
              <a:path h="375920">
                <a:moveTo>
                  <a:pt x="0" y="0"/>
                </a:moveTo>
                <a:lnTo>
                  <a:pt x="0" y="0"/>
                </a:lnTo>
                <a:lnTo>
                  <a:pt x="0" y="375817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1464" y="5590741"/>
            <a:ext cx="578479" cy="3758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1464" y="5590741"/>
            <a:ext cx="578485" cy="375920"/>
          </a:xfrm>
          <a:custGeom>
            <a:avLst/>
            <a:gdLst/>
            <a:ahLst/>
            <a:cxnLst/>
            <a:rect l="l" t="t" r="r" b="b"/>
            <a:pathLst>
              <a:path w="578485" h="375920">
                <a:moveTo>
                  <a:pt x="0" y="375817"/>
                </a:moveTo>
                <a:lnTo>
                  <a:pt x="578479" y="375817"/>
                </a:lnTo>
                <a:lnTo>
                  <a:pt x="578479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74107" y="5702360"/>
            <a:ext cx="3536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10" dirty="0">
                <a:latin typeface="宋体"/>
                <a:cs typeface="宋体"/>
              </a:rPr>
              <a:t>用户权限</a:t>
            </a:r>
            <a:endParaRPr sz="75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3264" y="5166013"/>
            <a:ext cx="578485" cy="375920"/>
          </a:xfrm>
          <a:custGeom>
            <a:avLst/>
            <a:gdLst/>
            <a:ahLst/>
            <a:cxnLst/>
            <a:rect l="l" t="t" r="r" b="b"/>
            <a:pathLst>
              <a:path w="578485" h="375920">
                <a:moveTo>
                  <a:pt x="0" y="375817"/>
                </a:moveTo>
                <a:lnTo>
                  <a:pt x="578479" y="375817"/>
                </a:lnTo>
                <a:lnTo>
                  <a:pt x="578479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3264" y="5541831"/>
            <a:ext cx="578485" cy="0"/>
          </a:xfrm>
          <a:custGeom>
            <a:avLst/>
            <a:gdLst/>
            <a:ahLst/>
            <a:cxnLst/>
            <a:rect l="l" t="t" r="r" b="b"/>
            <a:pathLst>
              <a:path w="578485">
                <a:moveTo>
                  <a:pt x="0" y="0"/>
                </a:moveTo>
                <a:lnTo>
                  <a:pt x="578438" y="0"/>
                </a:lnTo>
                <a:lnTo>
                  <a:pt x="57843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73264" y="5166061"/>
            <a:ext cx="0" cy="375920"/>
          </a:xfrm>
          <a:custGeom>
            <a:avLst/>
            <a:gdLst/>
            <a:ahLst/>
            <a:cxnLst/>
            <a:rect l="l" t="t" r="r" b="b"/>
            <a:pathLst>
              <a:path h="375920">
                <a:moveTo>
                  <a:pt x="0" y="0"/>
                </a:moveTo>
                <a:lnTo>
                  <a:pt x="0" y="0"/>
                </a:lnTo>
                <a:lnTo>
                  <a:pt x="0" y="37577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61464" y="5152287"/>
            <a:ext cx="578479" cy="3758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1464" y="5152287"/>
            <a:ext cx="578485" cy="375920"/>
          </a:xfrm>
          <a:custGeom>
            <a:avLst/>
            <a:gdLst/>
            <a:ahLst/>
            <a:cxnLst/>
            <a:rect l="l" t="t" r="r" b="b"/>
            <a:pathLst>
              <a:path w="578485" h="375920">
                <a:moveTo>
                  <a:pt x="0" y="375817"/>
                </a:moveTo>
                <a:lnTo>
                  <a:pt x="578479" y="375817"/>
                </a:lnTo>
                <a:lnTo>
                  <a:pt x="578479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74107" y="5263934"/>
            <a:ext cx="3536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10" dirty="0">
                <a:latin typeface="宋体"/>
                <a:cs typeface="宋体"/>
              </a:rPr>
              <a:t>用户信息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63819" y="4872325"/>
            <a:ext cx="422275" cy="231140"/>
          </a:xfrm>
          <a:custGeom>
            <a:avLst/>
            <a:gdLst/>
            <a:ahLst/>
            <a:cxnLst/>
            <a:rect l="l" t="t" r="r" b="b"/>
            <a:pathLst>
              <a:path w="422275" h="231139">
                <a:moveTo>
                  <a:pt x="0" y="231013"/>
                </a:moveTo>
                <a:lnTo>
                  <a:pt x="422129" y="231013"/>
                </a:lnTo>
                <a:lnTo>
                  <a:pt x="422129" y="0"/>
                </a:lnTo>
                <a:lnTo>
                  <a:pt x="0" y="0"/>
                </a:lnTo>
                <a:lnTo>
                  <a:pt x="0" y="231013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3819" y="5103339"/>
            <a:ext cx="422275" cy="0"/>
          </a:xfrm>
          <a:custGeom>
            <a:avLst/>
            <a:gdLst/>
            <a:ahLst/>
            <a:cxnLst/>
            <a:rect l="l" t="t" r="r" b="b"/>
            <a:pathLst>
              <a:path w="422275">
                <a:moveTo>
                  <a:pt x="0" y="0"/>
                </a:moveTo>
                <a:lnTo>
                  <a:pt x="422129" y="0"/>
                </a:lnTo>
                <a:lnTo>
                  <a:pt x="422129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3819" y="4872373"/>
            <a:ext cx="0" cy="231140"/>
          </a:xfrm>
          <a:custGeom>
            <a:avLst/>
            <a:gdLst/>
            <a:ahLst/>
            <a:cxnLst/>
            <a:rect l="l" t="t" r="r" b="b"/>
            <a:pathLst>
              <a:path h="231139">
                <a:moveTo>
                  <a:pt x="0" y="0"/>
                </a:moveTo>
                <a:lnTo>
                  <a:pt x="0" y="0"/>
                </a:lnTo>
                <a:lnTo>
                  <a:pt x="0" y="230965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52019" y="4858599"/>
            <a:ext cx="422129" cy="2310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52019" y="4858599"/>
            <a:ext cx="422275" cy="231140"/>
          </a:xfrm>
          <a:custGeom>
            <a:avLst/>
            <a:gdLst/>
            <a:ahLst/>
            <a:cxnLst/>
            <a:rect l="l" t="t" r="r" b="b"/>
            <a:pathLst>
              <a:path w="422275" h="231139">
                <a:moveTo>
                  <a:pt x="0" y="231013"/>
                </a:moveTo>
                <a:lnTo>
                  <a:pt x="422129" y="231013"/>
                </a:lnTo>
                <a:lnTo>
                  <a:pt x="422129" y="0"/>
                </a:lnTo>
                <a:lnTo>
                  <a:pt x="0" y="0"/>
                </a:lnTo>
                <a:lnTo>
                  <a:pt x="0" y="231013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55708" y="4897801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0" dirty="0">
                <a:latin typeface="Calibri"/>
                <a:cs typeface="Calibri"/>
              </a:rPr>
              <a:t>F1.2</a:t>
            </a:r>
            <a:r>
              <a:rPr sz="750" spc="-110" dirty="0">
                <a:latin typeface="宋体"/>
                <a:cs typeface="宋体"/>
              </a:rPr>
              <a:t>管理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89404" y="4349569"/>
            <a:ext cx="578485" cy="375920"/>
          </a:xfrm>
          <a:custGeom>
            <a:avLst/>
            <a:gdLst/>
            <a:ahLst/>
            <a:cxnLst/>
            <a:rect l="l" t="t" r="r" b="b"/>
            <a:pathLst>
              <a:path w="578485" h="375920">
                <a:moveTo>
                  <a:pt x="0" y="375817"/>
                </a:moveTo>
                <a:lnTo>
                  <a:pt x="578479" y="375817"/>
                </a:lnTo>
                <a:lnTo>
                  <a:pt x="578479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89404" y="4725386"/>
            <a:ext cx="579120" cy="0"/>
          </a:xfrm>
          <a:custGeom>
            <a:avLst/>
            <a:gdLst/>
            <a:ahLst/>
            <a:cxnLst/>
            <a:rect l="l" t="t" r="r" b="b"/>
            <a:pathLst>
              <a:path w="579119">
                <a:moveTo>
                  <a:pt x="0" y="0"/>
                </a:moveTo>
                <a:lnTo>
                  <a:pt x="578496" y="0"/>
                </a:lnTo>
                <a:lnTo>
                  <a:pt x="578496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89404" y="4349530"/>
            <a:ext cx="0" cy="375920"/>
          </a:xfrm>
          <a:custGeom>
            <a:avLst/>
            <a:gdLst/>
            <a:ahLst/>
            <a:cxnLst/>
            <a:rect l="l" t="t" r="r" b="b"/>
            <a:pathLst>
              <a:path h="375920">
                <a:moveTo>
                  <a:pt x="0" y="0"/>
                </a:moveTo>
                <a:lnTo>
                  <a:pt x="0" y="0"/>
                </a:lnTo>
                <a:lnTo>
                  <a:pt x="0" y="375855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7604" y="4335842"/>
            <a:ext cx="578479" cy="37581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77604" y="4335842"/>
            <a:ext cx="578485" cy="375920"/>
          </a:xfrm>
          <a:custGeom>
            <a:avLst/>
            <a:gdLst/>
            <a:ahLst/>
            <a:cxnLst/>
            <a:rect l="l" t="t" r="r" b="b"/>
            <a:pathLst>
              <a:path w="578485" h="375920">
                <a:moveTo>
                  <a:pt x="0" y="375817"/>
                </a:moveTo>
                <a:lnTo>
                  <a:pt x="578479" y="375817"/>
                </a:lnTo>
                <a:lnTo>
                  <a:pt x="578479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872200" y="4447403"/>
            <a:ext cx="18986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10" dirty="0">
                <a:latin typeface="宋体"/>
                <a:cs typeface="宋体"/>
              </a:rPr>
              <a:t>登录</a:t>
            </a:r>
            <a:endParaRPr sz="750">
              <a:latin typeface="宋体"/>
              <a:cs typeface="宋体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89404" y="3911086"/>
            <a:ext cx="578485" cy="375920"/>
          </a:xfrm>
          <a:custGeom>
            <a:avLst/>
            <a:gdLst/>
            <a:ahLst/>
            <a:cxnLst/>
            <a:rect l="l" t="t" r="r" b="b"/>
            <a:pathLst>
              <a:path w="578485" h="375920">
                <a:moveTo>
                  <a:pt x="0" y="375817"/>
                </a:moveTo>
                <a:lnTo>
                  <a:pt x="578479" y="375817"/>
                </a:lnTo>
                <a:lnTo>
                  <a:pt x="578479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89404" y="4286903"/>
            <a:ext cx="579120" cy="0"/>
          </a:xfrm>
          <a:custGeom>
            <a:avLst/>
            <a:gdLst/>
            <a:ahLst/>
            <a:cxnLst/>
            <a:rect l="l" t="t" r="r" b="b"/>
            <a:pathLst>
              <a:path w="579119">
                <a:moveTo>
                  <a:pt x="0" y="0"/>
                </a:moveTo>
                <a:lnTo>
                  <a:pt x="578496" y="0"/>
                </a:lnTo>
                <a:lnTo>
                  <a:pt x="578496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89404" y="3911048"/>
            <a:ext cx="0" cy="375920"/>
          </a:xfrm>
          <a:custGeom>
            <a:avLst/>
            <a:gdLst/>
            <a:ahLst/>
            <a:cxnLst/>
            <a:rect l="l" t="t" r="r" b="b"/>
            <a:pathLst>
              <a:path h="375920">
                <a:moveTo>
                  <a:pt x="0" y="0"/>
                </a:moveTo>
                <a:lnTo>
                  <a:pt x="0" y="0"/>
                </a:lnTo>
                <a:lnTo>
                  <a:pt x="0" y="375855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77604" y="3897359"/>
            <a:ext cx="578479" cy="3758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77604" y="3897359"/>
            <a:ext cx="578485" cy="375920"/>
          </a:xfrm>
          <a:custGeom>
            <a:avLst/>
            <a:gdLst/>
            <a:ahLst/>
            <a:cxnLst/>
            <a:rect l="l" t="t" r="r" b="b"/>
            <a:pathLst>
              <a:path w="578485" h="375920">
                <a:moveTo>
                  <a:pt x="0" y="375817"/>
                </a:moveTo>
                <a:lnTo>
                  <a:pt x="578479" y="375817"/>
                </a:lnTo>
                <a:lnTo>
                  <a:pt x="578479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692487" y="4009016"/>
            <a:ext cx="54927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10" dirty="0">
                <a:latin typeface="宋体"/>
                <a:cs typeface="宋体"/>
              </a:rPr>
              <a:t>协会</a:t>
            </a:r>
            <a:r>
              <a:rPr sz="750" spc="-45" dirty="0">
                <a:latin typeface="Calibri"/>
                <a:cs typeface="Calibri"/>
              </a:rPr>
              <a:t>/</a:t>
            </a:r>
            <a:r>
              <a:rPr sz="750" spc="-110" dirty="0">
                <a:latin typeface="宋体"/>
                <a:cs typeface="宋体"/>
              </a:rPr>
              <a:t>学会注册</a:t>
            </a:r>
            <a:endParaRPr sz="750">
              <a:latin typeface="宋体"/>
              <a:cs typeface="宋体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89404" y="3472603"/>
            <a:ext cx="578485" cy="375920"/>
          </a:xfrm>
          <a:custGeom>
            <a:avLst/>
            <a:gdLst/>
            <a:ahLst/>
            <a:cxnLst/>
            <a:rect l="l" t="t" r="r" b="b"/>
            <a:pathLst>
              <a:path w="578485" h="375920">
                <a:moveTo>
                  <a:pt x="0" y="375817"/>
                </a:moveTo>
                <a:lnTo>
                  <a:pt x="578479" y="375817"/>
                </a:lnTo>
                <a:lnTo>
                  <a:pt x="578479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89404" y="3848421"/>
            <a:ext cx="579120" cy="0"/>
          </a:xfrm>
          <a:custGeom>
            <a:avLst/>
            <a:gdLst/>
            <a:ahLst/>
            <a:cxnLst/>
            <a:rect l="l" t="t" r="r" b="b"/>
            <a:pathLst>
              <a:path w="579119">
                <a:moveTo>
                  <a:pt x="0" y="0"/>
                </a:moveTo>
                <a:lnTo>
                  <a:pt x="578496" y="0"/>
                </a:lnTo>
                <a:lnTo>
                  <a:pt x="578496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89404" y="3472660"/>
            <a:ext cx="0" cy="375920"/>
          </a:xfrm>
          <a:custGeom>
            <a:avLst/>
            <a:gdLst/>
            <a:ahLst/>
            <a:cxnLst/>
            <a:rect l="l" t="t" r="r" b="b"/>
            <a:pathLst>
              <a:path h="375920">
                <a:moveTo>
                  <a:pt x="0" y="0"/>
                </a:moveTo>
                <a:lnTo>
                  <a:pt x="0" y="0"/>
                </a:lnTo>
                <a:lnTo>
                  <a:pt x="0" y="37576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77604" y="3458877"/>
            <a:ext cx="578479" cy="37581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77604" y="3458877"/>
            <a:ext cx="578485" cy="375920"/>
          </a:xfrm>
          <a:custGeom>
            <a:avLst/>
            <a:gdLst/>
            <a:ahLst/>
            <a:cxnLst/>
            <a:rect l="l" t="t" r="r" b="b"/>
            <a:pathLst>
              <a:path w="578485" h="375920">
                <a:moveTo>
                  <a:pt x="0" y="375817"/>
                </a:moveTo>
                <a:lnTo>
                  <a:pt x="578479" y="375817"/>
                </a:lnTo>
                <a:lnTo>
                  <a:pt x="578479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790255" y="3570533"/>
            <a:ext cx="3536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10" dirty="0">
                <a:latin typeface="宋体"/>
                <a:cs typeface="宋体"/>
              </a:rPr>
              <a:t>组织注册</a:t>
            </a:r>
            <a:endParaRPr sz="750">
              <a:latin typeface="宋体"/>
              <a:cs typeface="宋体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89404" y="3034216"/>
            <a:ext cx="578485" cy="375920"/>
          </a:xfrm>
          <a:custGeom>
            <a:avLst/>
            <a:gdLst/>
            <a:ahLst/>
            <a:cxnLst/>
            <a:rect l="l" t="t" r="r" b="b"/>
            <a:pathLst>
              <a:path w="578485" h="375920">
                <a:moveTo>
                  <a:pt x="0" y="375817"/>
                </a:moveTo>
                <a:lnTo>
                  <a:pt x="578479" y="375817"/>
                </a:lnTo>
                <a:lnTo>
                  <a:pt x="578479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89404" y="3410034"/>
            <a:ext cx="579120" cy="0"/>
          </a:xfrm>
          <a:custGeom>
            <a:avLst/>
            <a:gdLst/>
            <a:ahLst/>
            <a:cxnLst/>
            <a:rect l="l" t="t" r="r" b="b"/>
            <a:pathLst>
              <a:path w="579119">
                <a:moveTo>
                  <a:pt x="0" y="0"/>
                </a:moveTo>
                <a:lnTo>
                  <a:pt x="578496" y="0"/>
                </a:lnTo>
                <a:lnTo>
                  <a:pt x="578496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689404" y="3034178"/>
            <a:ext cx="0" cy="375920"/>
          </a:xfrm>
          <a:custGeom>
            <a:avLst/>
            <a:gdLst/>
            <a:ahLst/>
            <a:cxnLst/>
            <a:rect l="l" t="t" r="r" b="b"/>
            <a:pathLst>
              <a:path h="375920">
                <a:moveTo>
                  <a:pt x="0" y="0"/>
                </a:moveTo>
                <a:lnTo>
                  <a:pt x="0" y="0"/>
                </a:lnTo>
                <a:lnTo>
                  <a:pt x="0" y="375855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77604" y="3020489"/>
            <a:ext cx="578479" cy="37581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77604" y="3020490"/>
            <a:ext cx="578485" cy="375920"/>
          </a:xfrm>
          <a:custGeom>
            <a:avLst/>
            <a:gdLst/>
            <a:ahLst/>
            <a:cxnLst/>
            <a:rect l="l" t="t" r="r" b="b"/>
            <a:pathLst>
              <a:path w="578485" h="375920">
                <a:moveTo>
                  <a:pt x="0" y="375817"/>
                </a:moveTo>
                <a:lnTo>
                  <a:pt x="578479" y="375817"/>
                </a:lnTo>
                <a:lnTo>
                  <a:pt x="578479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790255" y="3132051"/>
            <a:ext cx="3536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10" dirty="0">
                <a:latin typeface="宋体"/>
                <a:cs typeface="宋体"/>
              </a:rPr>
              <a:t>个人注册</a:t>
            </a:r>
            <a:endParaRPr sz="750">
              <a:latin typeface="宋体"/>
              <a:cs typeface="宋体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33062" y="2740538"/>
            <a:ext cx="422275" cy="231140"/>
          </a:xfrm>
          <a:custGeom>
            <a:avLst/>
            <a:gdLst/>
            <a:ahLst/>
            <a:cxnLst/>
            <a:rect l="l" t="t" r="r" b="b"/>
            <a:pathLst>
              <a:path w="422275" h="231139">
                <a:moveTo>
                  <a:pt x="0" y="231013"/>
                </a:moveTo>
                <a:lnTo>
                  <a:pt x="422129" y="231013"/>
                </a:lnTo>
                <a:lnTo>
                  <a:pt x="422129" y="0"/>
                </a:lnTo>
                <a:lnTo>
                  <a:pt x="0" y="0"/>
                </a:lnTo>
                <a:lnTo>
                  <a:pt x="0" y="231013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33062" y="2971551"/>
            <a:ext cx="422275" cy="0"/>
          </a:xfrm>
          <a:custGeom>
            <a:avLst/>
            <a:gdLst/>
            <a:ahLst/>
            <a:cxnLst/>
            <a:rect l="l" t="t" r="r" b="b"/>
            <a:pathLst>
              <a:path w="422275">
                <a:moveTo>
                  <a:pt x="0" y="0"/>
                </a:moveTo>
                <a:lnTo>
                  <a:pt x="422129" y="0"/>
                </a:lnTo>
                <a:lnTo>
                  <a:pt x="422129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33062" y="2740490"/>
            <a:ext cx="0" cy="231140"/>
          </a:xfrm>
          <a:custGeom>
            <a:avLst/>
            <a:gdLst/>
            <a:ahLst/>
            <a:cxnLst/>
            <a:rect l="l" t="t" r="r" b="b"/>
            <a:pathLst>
              <a:path h="231139">
                <a:moveTo>
                  <a:pt x="0" y="0"/>
                </a:moveTo>
                <a:lnTo>
                  <a:pt x="0" y="0"/>
                </a:lnTo>
                <a:lnTo>
                  <a:pt x="0" y="231061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21262" y="2726811"/>
            <a:ext cx="422129" cy="23101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21262" y="2726811"/>
            <a:ext cx="422275" cy="231140"/>
          </a:xfrm>
          <a:custGeom>
            <a:avLst/>
            <a:gdLst/>
            <a:ahLst/>
            <a:cxnLst/>
            <a:rect l="l" t="t" r="r" b="b"/>
            <a:pathLst>
              <a:path w="422275" h="231139">
                <a:moveTo>
                  <a:pt x="0" y="231013"/>
                </a:moveTo>
                <a:lnTo>
                  <a:pt x="422129" y="231013"/>
                </a:lnTo>
                <a:lnTo>
                  <a:pt x="422129" y="0"/>
                </a:lnTo>
                <a:lnTo>
                  <a:pt x="0" y="0"/>
                </a:lnTo>
                <a:lnTo>
                  <a:pt x="0" y="231013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524951" y="2766013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0" dirty="0">
                <a:latin typeface="Calibri"/>
                <a:cs typeface="Calibri"/>
              </a:rPr>
              <a:t>F1.1</a:t>
            </a:r>
            <a:r>
              <a:rPr sz="750" spc="-110" dirty="0">
                <a:latin typeface="宋体"/>
                <a:cs typeface="宋体"/>
              </a:rPr>
              <a:t>注册</a:t>
            </a:r>
            <a:endParaRPr sz="750">
              <a:latin typeface="宋体"/>
              <a:cs typeface="宋体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454887" y="2382879"/>
            <a:ext cx="391160" cy="270510"/>
          </a:xfrm>
          <a:custGeom>
            <a:avLst/>
            <a:gdLst/>
            <a:ahLst/>
            <a:cxnLst/>
            <a:rect l="l" t="t" r="r" b="b"/>
            <a:pathLst>
              <a:path w="391159" h="270510">
                <a:moveTo>
                  <a:pt x="0" y="270200"/>
                </a:moveTo>
                <a:lnTo>
                  <a:pt x="390859" y="270200"/>
                </a:lnTo>
                <a:lnTo>
                  <a:pt x="390859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54887" y="2653079"/>
            <a:ext cx="391160" cy="0"/>
          </a:xfrm>
          <a:custGeom>
            <a:avLst/>
            <a:gdLst/>
            <a:ahLst/>
            <a:cxnLst/>
            <a:rect l="l" t="t" r="r" b="b"/>
            <a:pathLst>
              <a:path w="391159">
                <a:moveTo>
                  <a:pt x="0" y="0"/>
                </a:moveTo>
                <a:lnTo>
                  <a:pt x="390859" y="0"/>
                </a:lnTo>
                <a:lnTo>
                  <a:pt x="390859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54887" y="2382841"/>
            <a:ext cx="0" cy="270510"/>
          </a:xfrm>
          <a:custGeom>
            <a:avLst/>
            <a:gdLst/>
            <a:ahLst/>
            <a:cxnLst/>
            <a:rect l="l" t="t" r="r" b="b"/>
            <a:pathLst>
              <a:path h="270510">
                <a:moveTo>
                  <a:pt x="0" y="0"/>
                </a:moveTo>
                <a:lnTo>
                  <a:pt x="0" y="0"/>
                </a:lnTo>
                <a:lnTo>
                  <a:pt x="0" y="270238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43087" y="2369152"/>
            <a:ext cx="390859" cy="2702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43087" y="2369152"/>
            <a:ext cx="391160" cy="270510"/>
          </a:xfrm>
          <a:custGeom>
            <a:avLst/>
            <a:gdLst/>
            <a:ahLst/>
            <a:cxnLst/>
            <a:rect l="l" t="t" r="r" b="b"/>
            <a:pathLst>
              <a:path w="391159" h="270510">
                <a:moveTo>
                  <a:pt x="0" y="270200"/>
                </a:moveTo>
                <a:lnTo>
                  <a:pt x="390859" y="270200"/>
                </a:lnTo>
                <a:lnTo>
                  <a:pt x="390859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468860" y="2415226"/>
            <a:ext cx="33972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Calibri"/>
                <a:cs typeface="Calibri"/>
              </a:rPr>
              <a:t>F1</a:t>
            </a:r>
            <a:r>
              <a:rPr sz="900" spc="-85" dirty="0">
                <a:latin typeface="Calibri"/>
                <a:cs typeface="Calibri"/>
              </a:rPr>
              <a:t> </a:t>
            </a:r>
            <a:r>
              <a:rPr sz="900" spc="-130" dirty="0">
                <a:latin typeface="宋体"/>
                <a:cs typeface="宋体"/>
              </a:rPr>
              <a:t>用户</a:t>
            </a:r>
            <a:endParaRPr sz="900">
              <a:latin typeface="宋体"/>
              <a:cs typeface="宋体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776039" y="3794869"/>
            <a:ext cx="537210" cy="346075"/>
          </a:xfrm>
          <a:custGeom>
            <a:avLst/>
            <a:gdLst/>
            <a:ahLst/>
            <a:cxnLst/>
            <a:rect l="l" t="t" r="r" b="b"/>
            <a:pathLst>
              <a:path w="537210" h="346075">
                <a:moveTo>
                  <a:pt x="0" y="345810"/>
                </a:moveTo>
                <a:lnTo>
                  <a:pt x="537155" y="345810"/>
                </a:lnTo>
                <a:lnTo>
                  <a:pt x="537155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776039" y="4140679"/>
            <a:ext cx="537210" cy="0"/>
          </a:xfrm>
          <a:custGeom>
            <a:avLst/>
            <a:gdLst/>
            <a:ahLst/>
            <a:cxnLst/>
            <a:rect l="l" t="t" r="r" b="b"/>
            <a:pathLst>
              <a:path w="537210">
                <a:moveTo>
                  <a:pt x="0" y="0"/>
                </a:moveTo>
                <a:lnTo>
                  <a:pt x="537146" y="0"/>
                </a:lnTo>
                <a:lnTo>
                  <a:pt x="537146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776039" y="3794850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0"/>
                </a:moveTo>
                <a:lnTo>
                  <a:pt x="0" y="0"/>
                </a:lnTo>
                <a:lnTo>
                  <a:pt x="0" y="345829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2313186" y="3794850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34582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764239" y="3781142"/>
            <a:ext cx="537155" cy="34581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764239" y="3781142"/>
            <a:ext cx="537210" cy="346075"/>
          </a:xfrm>
          <a:custGeom>
            <a:avLst/>
            <a:gdLst/>
            <a:ahLst/>
            <a:cxnLst/>
            <a:rect l="l" t="t" r="r" b="b"/>
            <a:pathLst>
              <a:path w="537210" h="346075">
                <a:moveTo>
                  <a:pt x="0" y="345810"/>
                </a:moveTo>
                <a:lnTo>
                  <a:pt x="537155" y="345810"/>
                </a:lnTo>
                <a:lnTo>
                  <a:pt x="537155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1767928" y="3877757"/>
            <a:ext cx="5175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10" dirty="0">
                <a:latin typeface="宋体"/>
                <a:cs typeface="宋体"/>
              </a:rPr>
              <a:t>产品状态管理</a:t>
            </a:r>
            <a:endParaRPr sz="750">
              <a:latin typeface="宋体"/>
              <a:cs typeface="宋体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1776039" y="3391465"/>
            <a:ext cx="537210" cy="346075"/>
          </a:xfrm>
          <a:custGeom>
            <a:avLst/>
            <a:gdLst/>
            <a:ahLst/>
            <a:cxnLst/>
            <a:rect l="l" t="t" r="r" b="b"/>
            <a:pathLst>
              <a:path w="537210" h="346075">
                <a:moveTo>
                  <a:pt x="0" y="345810"/>
                </a:moveTo>
                <a:lnTo>
                  <a:pt x="537155" y="345810"/>
                </a:lnTo>
                <a:lnTo>
                  <a:pt x="537155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776039" y="3737275"/>
            <a:ext cx="537210" cy="0"/>
          </a:xfrm>
          <a:custGeom>
            <a:avLst/>
            <a:gdLst/>
            <a:ahLst/>
            <a:cxnLst/>
            <a:rect l="l" t="t" r="r" b="b"/>
            <a:pathLst>
              <a:path w="537210">
                <a:moveTo>
                  <a:pt x="0" y="0"/>
                </a:moveTo>
                <a:lnTo>
                  <a:pt x="537146" y="0"/>
                </a:lnTo>
                <a:lnTo>
                  <a:pt x="537146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776039" y="3391446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0"/>
                </a:moveTo>
                <a:lnTo>
                  <a:pt x="0" y="0"/>
                </a:lnTo>
                <a:lnTo>
                  <a:pt x="0" y="345829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2313186" y="3391446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34582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764239" y="3377738"/>
            <a:ext cx="537155" cy="34581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764239" y="3377739"/>
            <a:ext cx="537210" cy="346075"/>
          </a:xfrm>
          <a:custGeom>
            <a:avLst/>
            <a:gdLst/>
            <a:ahLst/>
            <a:cxnLst/>
            <a:rect l="l" t="t" r="r" b="b"/>
            <a:pathLst>
              <a:path w="537210" h="346075">
                <a:moveTo>
                  <a:pt x="0" y="345810"/>
                </a:moveTo>
                <a:lnTo>
                  <a:pt x="537155" y="345810"/>
                </a:lnTo>
                <a:lnTo>
                  <a:pt x="537155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856182" y="3473972"/>
            <a:ext cx="3536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10" dirty="0">
                <a:latin typeface="宋体"/>
                <a:cs typeface="宋体"/>
              </a:rPr>
              <a:t>在线产品</a:t>
            </a:r>
            <a:endParaRPr sz="750">
              <a:latin typeface="宋体"/>
              <a:cs typeface="宋体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776039" y="2987966"/>
            <a:ext cx="537210" cy="346075"/>
          </a:xfrm>
          <a:custGeom>
            <a:avLst/>
            <a:gdLst/>
            <a:ahLst/>
            <a:cxnLst/>
            <a:rect l="l" t="t" r="r" b="b"/>
            <a:pathLst>
              <a:path w="537210" h="346075">
                <a:moveTo>
                  <a:pt x="0" y="345810"/>
                </a:moveTo>
                <a:lnTo>
                  <a:pt x="537155" y="345810"/>
                </a:lnTo>
                <a:lnTo>
                  <a:pt x="537155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776039" y="3333775"/>
            <a:ext cx="537210" cy="0"/>
          </a:xfrm>
          <a:custGeom>
            <a:avLst/>
            <a:gdLst/>
            <a:ahLst/>
            <a:cxnLst/>
            <a:rect l="l" t="t" r="r" b="b"/>
            <a:pathLst>
              <a:path w="537210">
                <a:moveTo>
                  <a:pt x="0" y="0"/>
                </a:moveTo>
                <a:lnTo>
                  <a:pt x="537146" y="0"/>
                </a:lnTo>
                <a:lnTo>
                  <a:pt x="537146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776039" y="2988042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0"/>
                </a:moveTo>
                <a:lnTo>
                  <a:pt x="0" y="0"/>
                </a:lnTo>
                <a:lnTo>
                  <a:pt x="0" y="345733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2313186" y="2988042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34573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764239" y="2974239"/>
            <a:ext cx="537155" cy="34581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764239" y="2974239"/>
            <a:ext cx="537210" cy="346075"/>
          </a:xfrm>
          <a:custGeom>
            <a:avLst/>
            <a:gdLst/>
            <a:ahLst/>
            <a:cxnLst/>
            <a:rect l="l" t="t" r="r" b="b"/>
            <a:pathLst>
              <a:path w="537210" h="346075">
                <a:moveTo>
                  <a:pt x="0" y="345810"/>
                </a:moveTo>
                <a:lnTo>
                  <a:pt x="537155" y="345810"/>
                </a:lnTo>
                <a:lnTo>
                  <a:pt x="537155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1856182" y="3070854"/>
            <a:ext cx="3536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10" dirty="0">
                <a:latin typeface="宋体"/>
                <a:cs typeface="宋体"/>
              </a:rPr>
              <a:t>离线产品</a:t>
            </a:r>
            <a:endParaRPr sz="750">
              <a:latin typeface="宋体"/>
              <a:cs typeface="宋体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1630833" y="2717803"/>
            <a:ext cx="392430" cy="212725"/>
          </a:xfrm>
          <a:custGeom>
            <a:avLst/>
            <a:gdLst/>
            <a:ahLst/>
            <a:cxnLst/>
            <a:rect l="l" t="t" r="r" b="b"/>
            <a:pathLst>
              <a:path w="392430" h="212725">
                <a:moveTo>
                  <a:pt x="0" y="212568"/>
                </a:moveTo>
                <a:lnTo>
                  <a:pt x="391982" y="212568"/>
                </a:lnTo>
                <a:lnTo>
                  <a:pt x="391982" y="0"/>
                </a:lnTo>
                <a:lnTo>
                  <a:pt x="0" y="0"/>
                </a:lnTo>
                <a:lnTo>
                  <a:pt x="0" y="212568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1630833" y="2930372"/>
            <a:ext cx="392430" cy="0"/>
          </a:xfrm>
          <a:custGeom>
            <a:avLst/>
            <a:gdLst/>
            <a:ahLst/>
            <a:cxnLst/>
            <a:rect l="l" t="t" r="r" b="b"/>
            <a:pathLst>
              <a:path w="392430">
                <a:moveTo>
                  <a:pt x="0" y="0"/>
                </a:moveTo>
                <a:lnTo>
                  <a:pt x="391941" y="0"/>
                </a:lnTo>
                <a:lnTo>
                  <a:pt x="391941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630833" y="2717803"/>
            <a:ext cx="0" cy="212725"/>
          </a:xfrm>
          <a:custGeom>
            <a:avLst/>
            <a:gdLst/>
            <a:ahLst/>
            <a:cxnLst/>
            <a:rect l="l" t="t" r="r" b="b"/>
            <a:pathLst>
              <a:path h="212725">
                <a:moveTo>
                  <a:pt x="0" y="0"/>
                </a:moveTo>
                <a:lnTo>
                  <a:pt x="0" y="0"/>
                </a:lnTo>
                <a:lnTo>
                  <a:pt x="0" y="212568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619033" y="2704077"/>
            <a:ext cx="391982" cy="21256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619033" y="2704077"/>
            <a:ext cx="392430" cy="212725"/>
          </a:xfrm>
          <a:custGeom>
            <a:avLst/>
            <a:gdLst/>
            <a:ahLst/>
            <a:cxnLst/>
            <a:rect l="l" t="t" r="r" b="b"/>
            <a:pathLst>
              <a:path w="392430" h="212725">
                <a:moveTo>
                  <a:pt x="0" y="212568"/>
                </a:moveTo>
                <a:lnTo>
                  <a:pt x="391982" y="212568"/>
                </a:lnTo>
                <a:lnTo>
                  <a:pt x="391982" y="0"/>
                </a:lnTo>
                <a:lnTo>
                  <a:pt x="0" y="0"/>
                </a:lnTo>
                <a:lnTo>
                  <a:pt x="0" y="212568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1622722" y="2734080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5" dirty="0">
                <a:latin typeface="Calibri"/>
                <a:cs typeface="Calibri"/>
              </a:rPr>
              <a:t>F</a:t>
            </a:r>
            <a:r>
              <a:rPr sz="750" spc="-40" dirty="0">
                <a:latin typeface="Calibri"/>
                <a:cs typeface="Calibri"/>
              </a:rPr>
              <a:t>2.</a:t>
            </a:r>
            <a:r>
              <a:rPr sz="750" spc="-60" dirty="0">
                <a:latin typeface="Calibri"/>
                <a:cs typeface="Calibri"/>
              </a:rPr>
              <a:t>1</a:t>
            </a:r>
            <a:r>
              <a:rPr sz="750" spc="-110" dirty="0">
                <a:latin typeface="宋体"/>
                <a:cs typeface="宋体"/>
              </a:rPr>
              <a:t>编辑</a:t>
            </a:r>
            <a:endParaRPr sz="750">
              <a:latin typeface="宋体"/>
              <a:cs typeface="宋体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453669" y="2382879"/>
            <a:ext cx="569595" cy="270510"/>
          </a:xfrm>
          <a:custGeom>
            <a:avLst/>
            <a:gdLst/>
            <a:ahLst/>
            <a:cxnLst/>
            <a:rect l="l" t="t" r="r" b="b"/>
            <a:pathLst>
              <a:path w="569594" h="270510">
                <a:moveTo>
                  <a:pt x="0" y="270200"/>
                </a:moveTo>
                <a:lnTo>
                  <a:pt x="569097" y="270200"/>
                </a:lnTo>
                <a:lnTo>
                  <a:pt x="569097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1453669" y="2653079"/>
            <a:ext cx="569595" cy="0"/>
          </a:xfrm>
          <a:custGeom>
            <a:avLst/>
            <a:gdLst/>
            <a:ahLst/>
            <a:cxnLst/>
            <a:rect l="l" t="t" r="r" b="b"/>
            <a:pathLst>
              <a:path w="569594">
                <a:moveTo>
                  <a:pt x="0" y="0"/>
                </a:moveTo>
                <a:lnTo>
                  <a:pt x="569105" y="0"/>
                </a:lnTo>
                <a:lnTo>
                  <a:pt x="569105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1453669" y="2382841"/>
            <a:ext cx="0" cy="270510"/>
          </a:xfrm>
          <a:custGeom>
            <a:avLst/>
            <a:gdLst/>
            <a:ahLst/>
            <a:cxnLst/>
            <a:rect l="l" t="t" r="r" b="b"/>
            <a:pathLst>
              <a:path h="270510">
                <a:moveTo>
                  <a:pt x="0" y="0"/>
                </a:moveTo>
                <a:lnTo>
                  <a:pt x="0" y="0"/>
                </a:lnTo>
                <a:lnTo>
                  <a:pt x="0" y="270238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1441869" y="2369152"/>
            <a:ext cx="569097" cy="2702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1441869" y="2369152"/>
            <a:ext cx="569595" cy="270510"/>
          </a:xfrm>
          <a:custGeom>
            <a:avLst/>
            <a:gdLst/>
            <a:ahLst/>
            <a:cxnLst/>
            <a:rect l="l" t="t" r="r" b="b"/>
            <a:pathLst>
              <a:path w="569594" h="270510">
                <a:moveTo>
                  <a:pt x="0" y="270200"/>
                </a:moveTo>
                <a:lnTo>
                  <a:pt x="569097" y="270200"/>
                </a:lnTo>
                <a:lnTo>
                  <a:pt x="569097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 txBox="1"/>
          <p:nvPr/>
        </p:nvSpPr>
        <p:spPr>
          <a:xfrm>
            <a:off x="1458423" y="2415226"/>
            <a:ext cx="5365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Calibri"/>
                <a:cs typeface="Calibri"/>
              </a:rPr>
              <a:t>F2</a:t>
            </a:r>
            <a:r>
              <a:rPr sz="900" spc="-80" dirty="0">
                <a:latin typeface="Calibri"/>
                <a:cs typeface="Calibri"/>
              </a:rPr>
              <a:t> </a:t>
            </a:r>
            <a:r>
              <a:rPr sz="900" spc="-130" dirty="0">
                <a:latin typeface="宋体"/>
                <a:cs typeface="宋体"/>
              </a:rPr>
              <a:t>产品信息</a:t>
            </a:r>
            <a:endParaRPr sz="900">
              <a:latin typeface="宋体"/>
              <a:cs typeface="宋体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2685788" y="3385650"/>
            <a:ext cx="570230" cy="346075"/>
          </a:xfrm>
          <a:custGeom>
            <a:avLst/>
            <a:gdLst/>
            <a:ahLst/>
            <a:cxnLst/>
            <a:rect l="l" t="t" r="r" b="b"/>
            <a:pathLst>
              <a:path w="570229" h="346075">
                <a:moveTo>
                  <a:pt x="0" y="345810"/>
                </a:moveTo>
                <a:lnTo>
                  <a:pt x="570211" y="345810"/>
                </a:lnTo>
                <a:lnTo>
                  <a:pt x="570211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685788" y="3731460"/>
            <a:ext cx="570865" cy="0"/>
          </a:xfrm>
          <a:custGeom>
            <a:avLst/>
            <a:gdLst/>
            <a:ahLst/>
            <a:cxnLst/>
            <a:rect l="l" t="t" r="r" b="b"/>
            <a:pathLst>
              <a:path w="570864">
                <a:moveTo>
                  <a:pt x="0" y="0"/>
                </a:moveTo>
                <a:lnTo>
                  <a:pt x="570252" y="0"/>
                </a:lnTo>
                <a:lnTo>
                  <a:pt x="570252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2685788" y="37314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256041" y="3385631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34582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2673988" y="3371924"/>
            <a:ext cx="570211" cy="34581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2673988" y="3371924"/>
            <a:ext cx="570230" cy="346075"/>
          </a:xfrm>
          <a:custGeom>
            <a:avLst/>
            <a:gdLst/>
            <a:ahLst/>
            <a:cxnLst/>
            <a:rect l="l" t="t" r="r" b="b"/>
            <a:pathLst>
              <a:path w="570230" h="346075">
                <a:moveTo>
                  <a:pt x="0" y="345810"/>
                </a:moveTo>
                <a:lnTo>
                  <a:pt x="570211" y="345810"/>
                </a:lnTo>
                <a:lnTo>
                  <a:pt x="570211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/>
          <p:nvPr/>
        </p:nvSpPr>
        <p:spPr>
          <a:xfrm>
            <a:off x="2700622" y="3392472"/>
            <a:ext cx="517525" cy="273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170" marR="5080" indent="-205104">
              <a:lnSpc>
                <a:spcPct val="108300"/>
              </a:lnSpc>
              <a:spcBef>
                <a:spcPts val="100"/>
              </a:spcBef>
            </a:pPr>
            <a:r>
              <a:rPr sz="750" spc="-100" dirty="0">
                <a:latin typeface="宋体"/>
                <a:cs typeface="宋体"/>
              </a:rPr>
              <a:t>购买数量的优 </a:t>
            </a:r>
            <a:r>
              <a:rPr sz="750" spc="-110" dirty="0">
                <a:latin typeface="宋体"/>
                <a:cs typeface="宋体"/>
              </a:rPr>
              <a:t>惠</a:t>
            </a:r>
            <a:endParaRPr sz="750">
              <a:latin typeface="宋体"/>
              <a:cs typeface="宋体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2685788" y="2982151"/>
            <a:ext cx="570230" cy="346075"/>
          </a:xfrm>
          <a:custGeom>
            <a:avLst/>
            <a:gdLst/>
            <a:ahLst/>
            <a:cxnLst/>
            <a:rect l="l" t="t" r="r" b="b"/>
            <a:pathLst>
              <a:path w="570229" h="346075">
                <a:moveTo>
                  <a:pt x="0" y="345810"/>
                </a:moveTo>
                <a:lnTo>
                  <a:pt x="570211" y="345810"/>
                </a:lnTo>
                <a:lnTo>
                  <a:pt x="570211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2685788" y="3327961"/>
            <a:ext cx="570865" cy="0"/>
          </a:xfrm>
          <a:custGeom>
            <a:avLst/>
            <a:gdLst/>
            <a:ahLst/>
            <a:cxnLst/>
            <a:rect l="l" t="t" r="r" b="b"/>
            <a:pathLst>
              <a:path w="570864">
                <a:moveTo>
                  <a:pt x="0" y="0"/>
                </a:moveTo>
                <a:lnTo>
                  <a:pt x="570252" y="0"/>
                </a:lnTo>
                <a:lnTo>
                  <a:pt x="570252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2685788" y="33279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256041" y="2982132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34582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2673988" y="2968424"/>
            <a:ext cx="570211" cy="34581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2673988" y="2968425"/>
            <a:ext cx="570230" cy="346075"/>
          </a:xfrm>
          <a:custGeom>
            <a:avLst/>
            <a:gdLst/>
            <a:ahLst/>
            <a:cxnLst/>
            <a:rect l="l" t="t" r="r" b="b"/>
            <a:pathLst>
              <a:path w="570230" h="346075">
                <a:moveTo>
                  <a:pt x="0" y="345810"/>
                </a:moveTo>
                <a:lnTo>
                  <a:pt x="570211" y="345810"/>
                </a:lnTo>
                <a:lnTo>
                  <a:pt x="570211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2700622" y="2989163"/>
            <a:ext cx="517525" cy="273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170" marR="5080" indent="-205104">
              <a:lnSpc>
                <a:spcPct val="108200"/>
              </a:lnSpc>
              <a:spcBef>
                <a:spcPts val="100"/>
              </a:spcBef>
            </a:pPr>
            <a:r>
              <a:rPr sz="750" spc="-100" dirty="0">
                <a:latin typeface="宋体"/>
                <a:cs typeface="宋体"/>
              </a:rPr>
              <a:t>客户的分级优 </a:t>
            </a:r>
            <a:r>
              <a:rPr sz="750" spc="-110" dirty="0">
                <a:latin typeface="宋体"/>
                <a:cs typeface="宋体"/>
              </a:rPr>
              <a:t>惠</a:t>
            </a:r>
            <a:endParaRPr sz="750">
              <a:latin typeface="宋体"/>
              <a:cs typeface="宋体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2591880" y="2711989"/>
            <a:ext cx="416559" cy="212725"/>
          </a:xfrm>
          <a:custGeom>
            <a:avLst/>
            <a:gdLst/>
            <a:ahLst/>
            <a:cxnLst/>
            <a:rect l="l" t="t" r="r" b="b"/>
            <a:pathLst>
              <a:path w="416560" h="212725">
                <a:moveTo>
                  <a:pt x="0" y="212568"/>
                </a:moveTo>
                <a:lnTo>
                  <a:pt x="416098" y="212568"/>
                </a:lnTo>
                <a:lnTo>
                  <a:pt x="416098" y="0"/>
                </a:lnTo>
                <a:lnTo>
                  <a:pt x="0" y="0"/>
                </a:lnTo>
                <a:lnTo>
                  <a:pt x="0" y="212568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2591880" y="2924557"/>
            <a:ext cx="416559" cy="0"/>
          </a:xfrm>
          <a:custGeom>
            <a:avLst/>
            <a:gdLst/>
            <a:ahLst/>
            <a:cxnLst/>
            <a:rect l="l" t="t" r="r" b="b"/>
            <a:pathLst>
              <a:path w="416560">
                <a:moveTo>
                  <a:pt x="0" y="0"/>
                </a:moveTo>
                <a:lnTo>
                  <a:pt x="416114" y="0"/>
                </a:lnTo>
                <a:lnTo>
                  <a:pt x="416114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2591880" y="292455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3007995" y="2711989"/>
            <a:ext cx="0" cy="212725"/>
          </a:xfrm>
          <a:custGeom>
            <a:avLst/>
            <a:gdLst/>
            <a:ahLst/>
            <a:cxnLst/>
            <a:rect l="l" t="t" r="r" b="b"/>
            <a:pathLst>
              <a:path h="212725">
                <a:moveTo>
                  <a:pt x="0" y="212568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2580080" y="2698262"/>
            <a:ext cx="416098" cy="21256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2580080" y="2698262"/>
            <a:ext cx="416559" cy="212725"/>
          </a:xfrm>
          <a:custGeom>
            <a:avLst/>
            <a:gdLst/>
            <a:ahLst/>
            <a:cxnLst/>
            <a:rect l="l" t="t" r="r" b="b"/>
            <a:pathLst>
              <a:path w="416560" h="212725">
                <a:moveTo>
                  <a:pt x="0" y="212568"/>
                </a:moveTo>
                <a:lnTo>
                  <a:pt x="416098" y="212568"/>
                </a:lnTo>
                <a:lnTo>
                  <a:pt x="416098" y="0"/>
                </a:lnTo>
                <a:lnTo>
                  <a:pt x="0" y="0"/>
                </a:lnTo>
                <a:lnTo>
                  <a:pt x="0" y="212568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2583769" y="2728266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5" dirty="0">
                <a:latin typeface="Calibri"/>
                <a:cs typeface="Calibri"/>
              </a:rPr>
              <a:t>F3</a:t>
            </a:r>
            <a:r>
              <a:rPr sz="750" spc="-35" dirty="0">
                <a:latin typeface="Calibri"/>
                <a:cs typeface="Calibri"/>
              </a:rPr>
              <a:t>.</a:t>
            </a:r>
            <a:r>
              <a:rPr sz="750" spc="-55" dirty="0">
                <a:latin typeface="Calibri"/>
                <a:cs typeface="Calibri"/>
              </a:rPr>
              <a:t>1</a:t>
            </a:r>
            <a:r>
              <a:rPr sz="750" spc="-110" dirty="0">
                <a:latin typeface="宋体"/>
                <a:cs typeface="宋体"/>
              </a:rPr>
              <a:t>售前</a:t>
            </a:r>
            <a:endParaRPr sz="750">
              <a:latin typeface="宋体"/>
              <a:cs typeface="宋体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2519277" y="2382812"/>
            <a:ext cx="584200" cy="271780"/>
          </a:xfrm>
          <a:custGeom>
            <a:avLst/>
            <a:gdLst/>
            <a:ahLst/>
            <a:cxnLst/>
            <a:rect l="l" t="t" r="r" b="b"/>
            <a:pathLst>
              <a:path w="584200" h="271780">
                <a:moveTo>
                  <a:pt x="0" y="271506"/>
                </a:moveTo>
                <a:lnTo>
                  <a:pt x="583609" y="271506"/>
                </a:lnTo>
                <a:lnTo>
                  <a:pt x="583609" y="0"/>
                </a:lnTo>
                <a:lnTo>
                  <a:pt x="0" y="0"/>
                </a:lnTo>
                <a:lnTo>
                  <a:pt x="0" y="271506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519277" y="2654318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3609" y="0"/>
                </a:lnTo>
                <a:lnTo>
                  <a:pt x="583609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519277" y="2654318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3102886" y="2382841"/>
            <a:ext cx="0" cy="271780"/>
          </a:xfrm>
          <a:custGeom>
            <a:avLst/>
            <a:gdLst/>
            <a:ahLst/>
            <a:cxnLst/>
            <a:rect l="l" t="t" r="r" b="b"/>
            <a:pathLst>
              <a:path h="271780">
                <a:moveTo>
                  <a:pt x="0" y="271477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507477" y="2369086"/>
            <a:ext cx="583609" cy="27150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2507477" y="2369086"/>
            <a:ext cx="584200" cy="271780"/>
          </a:xfrm>
          <a:custGeom>
            <a:avLst/>
            <a:gdLst/>
            <a:ahLst/>
            <a:cxnLst/>
            <a:rect l="l" t="t" r="r" b="b"/>
            <a:pathLst>
              <a:path w="584200" h="271780">
                <a:moveTo>
                  <a:pt x="0" y="271506"/>
                </a:moveTo>
                <a:lnTo>
                  <a:pt x="583609" y="271506"/>
                </a:lnTo>
                <a:lnTo>
                  <a:pt x="583609" y="0"/>
                </a:lnTo>
                <a:lnTo>
                  <a:pt x="0" y="0"/>
                </a:lnTo>
                <a:lnTo>
                  <a:pt x="0" y="271506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2531324" y="2415798"/>
            <a:ext cx="5365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Calibri"/>
                <a:cs typeface="Calibri"/>
              </a:rPr>
              <a:t>F3</a:t>
            </a:r>
            <a:r>
              <a:rPr sz="900" spc="-80" dirty="0">
                <a:latin typeface="Calibri"/>
                <a:cs typeface="Calibri"/>
              </a:rPr>
              <a:t> </a:t>
            </a:r>
            <a:r>
              <a:rPr sz="900" spc="-130" dirty="0">
                <a:latin typeface="宋体"/>
                <a:cs typeface="宋体"/>
              </a:rPr>
              <a:t>网上交易</a:t>
            </a:r>
            <a:endParaRPr sz="900">
              <a:latin typeface="宋体"/>
              <a:cs typeface="宋体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3585212" y="2733112"/>
            <a:ext cx="633095" cy="245745"/>
          </a:xfrm>
          <a:custGeom>
            <a:avLst/>
            <a:gdLst/>
            <a:ahLst/>
            <a:cxnLst/>
            <a:rect l="l" t="t" r="r" b="b"/>
            <a:pathLst>
              <a:path w="633095" h="245744">
                <a:moveTo>
                  <a:pt x="0" y="245207"/>
                </a:moveTo>
                <a:lnTo>
                  <a:pt x="632653" y="245207"/>
                </a:lnTo>
                <a:lnTo>
                  <a:pt x="632653" y="0"/>
                </a:lnTo>
                <a:lnTo>
                  <a:pt x="0" y="0"/>
                </a:lnTo>
                <a:lnTo>
                  <a:pt x="0" y="245207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3585212" y="2978319"/>
            <a:ext cx="633095" cy="0"/>
          </a:xfrm>
          <a:custGeom>
            <a:avLst/>
            <a:gdLst/>
            <a:ahLst/>
            <a:cxnLst/>
            <a:rect l="l" t="t" r="r" b="b"/>
            <a:pathLst>
              <a:path w="633095">
                <a:moveTo>
                  <a:pt x="0" y="0"/>
                </a:moveTo>
                <a:lnTo>
                  <a:pt x="632694" y="0"/>
                </a:lnTo>
                <a:lnTo>
                  <a:pt x="632694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3585212" y="297831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4217907" y="2733055"/>
            <a:ext cx="0" cy="245745"/>
          </a:xfrm>
          <a:custGeom>
            <a:avLst/>
            <a:gdLst/>
            <a:ahLst/>
            <a:cxnLst/>
            <a:rect l="l" t="t" r="r" b="b"/>
            <a:pathLst>
              <a:path h="245744">
                <a:moveTo>
                  <a:pt x="0" y="24526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3573412" y="2719385"/>
            <a:ext cx="632661" cy="24520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3573412" y="2719386"/>
            <a:ext cx="633095" cy="245745"/>
          </a:xfrm>
          <a:custGeom>
            <a:avLst/>
            <a:gdLst/>
            <a:ahLst/>
            <a:cxnLst/>
            <a:rect l="l" t="t" r="r" b="b"/>
            <a:pathLst>
              <a:path w="633095" h="245744">
                <a:moveTo>
                  <a:pt x="0" y="245207"/>
                </a:moveTo>
                <a:lnTo>
                  <a:pt x="632661" y="245207"/>
                </a:lnTo>
                <a:lnTo>
                  <a:pt x="632661" y="0"/>
                </a:lnTo>
                <a:lnTo>
                  <a:pt x="0" y="0"/>
                </a:lnTo>
                <a:lnTo>
                  <a:pt x="0" y="245207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 txBox="1"/>
          <p:nvPr/>
        </p:nvSpPr>
        <p:spPr>
          <a:xfrm>
            <a:off x="3601521" y="2765632"/>
            <a:ext cx="57658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0" dirty="0">
                <a:latin typeface="Calibri"/>
                <a:cs typeface="Calibri"/>
              </a:rPr>
              <a:t>F4.1</a:t>
            </a:r>
            <a:r>
              <a:rPr sz="750" spc="-110" dirty="0">
                <a:latin typeface="宋体"/>
                <a:cs typeface="宋体"/>
              </a:rPr>
              <a:t>与产品有关</a:t>
            </a:r>
            <a:endParaRPr sz="750">
              <a:latin typeface="宋体"/>
              <a:cs typeface="宋体"/>
            </a:endParaRPr>
          </a:p>
        </p:txBody>
      </p:sp>
      <p:sp>
        <p:nvSpPr>
          <p:cNvPr id="132" name="object 132"/>
          <p:cNvSpPr/>
          <p:nvPr/>
        </p:nvSpPr>
        <p:spPr>
          <a:xfrm>
            <a:off x="3407147" y="2382879"/>
            <a:ext cx="578485" cy="270510"/>
          </a:xfrm>
          <a:custGeom>
            <a:avLst/>
            <a:gdLst/>
            <a:ahLst/>
            <a:cxnLst/>
            <a:rect l="l" t="t" r="r" b="b"/>
            <a:pathLst>
              <a:path w="578485" h="270510">
                <a:moveTo>
                  <a:pt x="0" y="270200"/>
                </a:moveTo>
                <a:lnTo>
                  <a:pt x="578455" y="270200"/>
                </a:lnTo>
                <a:lnTo>
                  <a:pt x="578455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3407147" y="2653079"/>
            <a:ext cx="578485" cy="0"/>
          </a:xfrm>
          <a:custGeom>
            <a:avLst/>
            <a:gdLst/>
            <a:ahLst/>
            <a:cxnLst/>
            <a:rect l="l" t="t" r="r" b="b"/>
            <a:pathLst>
              <a:path w="578485">
                <a:moveTo>
                  <a:pt x="0" y="0"/>
                </a:moveTo>
                <a:lnTo>
                  <a:pt x="578447" y="0"/>
                </a:lnTo>
                <a:lnTo>
                  <a:pt x="578447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407147" y="26530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3985594" y="2382841"/>
            <a:ext cx="0" cy="270510"/>
          </a:xfrm>
          <a:custGeom>
            <a:avLst/>
            <a:gdLst/>
            <a:ahLst/>
            <a:cxnLst/>
            <a:rect l="l" t="t" r="r" b="b"/>
            <a:pathLst>
              <a:path h="270510">
                <a:moveTo>
                  <a:pt x="0" y="270238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3395347" y="2369152"/>
            <a:ext cx="578455" cy="270200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3395347" y="2369152"/>
            <a:ext cx="578485" cy="270510"/>
          </a:xfrm>
          <a:custGeom>
            <a:avLst/>
            <a:gdLst/>
            <a:ahLst/>
            <a:cxnLst/>
            <a:rect l="l" t="t" r="r" b="b"/>
            <a:pathLst>
              <a:path w="578485" h="270510">
                <a:moveTo>
                  <a:pt x="0" y="270200"/>
                </a:moveTo>
                <a:lnTo>
                  <a:pt x="578455" y="270200"/>
                </a:lnTo>
                <a:lnTo>
                  <a:pt x="578455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 txBox="1"/>
          <p:nvPr/>
        </p:nvSpPr>
        <p:spPr>
          <a:xfrm>
            <a:off x="3416572" y="2415226"/>
            <a:ext cx="5365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Calibri"/>
                <a:cs typeface="Calibri"/>
              </a:rPr>
              <a:t>F4</a:t>
            </a:r>
            <a:r>
              <a:rPr sz="900" spc="-80" dirty="0">
                <a:latin typeface="Calibri"/>
                <a:cs typeface="Calibri"/>
              </a:rPr>
              <a:t> </a:t>
            </a:r>
            <a:r>
              <a:rPr sz="900" spc="-130" dirty="0">
                <a:latin typeface="宋体"/>
                <a:cs typeface="宋体"/>
              </a:rPr>
              <a:t>分类广告</a:t>
            </a:r>
            <a:endParaRPr sz="900">
              <a:latin typeface="宋体"/>
              <a:cs typeface="宋体"/>
            </a:endParaRPr>
          </a:p>
        </p:txBody>
      </p:sp>
      <p:sp>
        <p:nvSpPr>
          <p:cNvPr id="139" name="object 139"/>
          <p:cNvSpPr/>
          <p:nvPr/>
        </p:nvSpPr>
        <p:spPr>
          <a:xfrm>
            <a:off x="1760470" y="5400478"/>
            <a:ext cx="516890" cy="375920"/>
          </a:xfrm>
          <a:custGeom>
            <a:avLst/>
            <a:gdLst/>
            <a:ahLst/>
            <a:cxnLst/>
            <a:rect l="l" t="t" r="r" b="b"/>
            <a:pathLst>
              <a:path w="516889" h="375920">
                <a:moveTo>
                  <a:pt x="0" y="375817"/>
                </a:moveTo>
                <a:lnTo>
                  <a:pt x="516496" y="375817"/>
                </a:lnTo>
                <a:lnTo>
                  <a:pt x="516496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1760470" y="5776295"/>
            <a:ext cx="516890" cy="0"/>
          </a:xfrm>
          <a:custGeom>
            <a:avLst/>
            <a:gdLst/>
            <a:ahLst/>
            <a:cxnLst/>
            <a:rect l="l" t="t" r="r" b="b"/>
            <a:pathLst>
              <a:path w="516889">
                <a:moveTo>
                  <a:pt x="0" y="0"/>
                </a:moveTo>
                <a:lnTo>
                  <a:pt x="516496" y="0"/>
                </a:lnTo>
                <a:lnTo>
                  <a:pt x="516496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1760470" y="5400459"/>
            <a:ext cx="0" cy="375920"/>
          </a:xfrm>
          <a:custGeom>
            <a:avLst/>
            <a:gdLst/>
            <a:ahLst/>
            <a:cxnLst/>
            <a:rect l="l" t="t" r="r" b="b"/>
            <a:pathLst>
              <a:path h="375920">
                <a:moveTo>
                  <a:pt x="0" y="0"/>
                </a:moveTo>
                <a:lnTo>
                  <a:pt x="0" y="0"/>
                </a:lnTo>
                <a:lnTo>
                  <a:pt x="0" y="375836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2276967" y="5400459"/>
            <a:ext cx="0" cy="375920"/>
          </a:xfrm>
          <a:custGeom>
            <a:avLst/>
            <a:gdLst/>
            <a:ahLst/>
            <a:cxnLst/>
            <a:rect l="l" t="t" r="r" b="b"/>
            <a:pathLst>
              <a:path h="375920">
                <a:moveTo>
                  <a:pt x="0" y="375836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1748670" y="5386751"/>
            <a:ext cx="516496" cy="375817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1748670" y="5386751"/>
            <a:ext cx="516890" cy="375920"/>
          </a:xfrm>
          <a:custGeom>
            <a:avLst/>
            <a:gdLst/>
            <a:ahLst/>
            <a:cxnLst/>
            <a:rect l="l" t="t" r="r" b="b"/>
            <a:pathLst>
              <a:path w="516889" h="375920">
                <a:moveTo>
                  <a:pt x="0" y="375817"/>
                </a:moveTo>
                <a:lnTo>
                  <a:pt x="516496" y="375817"/>
                </a:lnTo>
                <a:lnTo>
                  <a:pt x="516496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 txBox="1"/>
          <p:nvPr/>
        </p:nvSpPr>
        <p:spPr>
          <a:xfrm>
            <a:off x="1789397" y="5422408"/>
            <a:ext cx="435609" cy="273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255" marR="5080" indent="-123189">
              <a:lnSpc>
                <a:spcPct val="108300"/>
              </a:lnSpc>
              <a:spcBef>
                <a:spcPts val="100"/>
              </a:spcBef>
            </a:pPr>
            <a:r>
              <a:rPr sz="750" spc="-100" dirty="0">
                <a:latin typeface="宋体"/>
                <a:cs typeface="宋体"/>
              </a:rPr>
              <a:t>按医院科别 </a:t>
            </a:r>
            <a:r>
              <a:rPr sz="750" spc="-110" dirty="0">
                <a:latin typeface="宋体"/>
                <a:cs typeface="宋体"/>
              </a:rPr>
              <a:t>浏览</a:t>
            </a:r>
            <a:endParaRPr sz="750">
              <a:latin typeface="宋体"/>
              <a:cs typeface="宋体"/>
            </a:endParaRPr>
          </a:p>
        </p:txBody>
      </p:sp>
      <p:sp>
        <p:nvSpPr>
          <p:cNvPr id="146" name="object 146"/>
          <p:cNvSpPr/>
          <p:nvPr/>
        </p:nvSpPr>
        <p:spPr>
          <a:xfrm>
            <a:off x="1760470" y="4962014"/>
            <a:ext cx="516890" cy="375920"/>
          </a:xfrm>
          <a:custGeom>
            <a:avLst/>
            <a:gdLst/>
            <a:ahLst/>
            <a:cxnLst/>
            <a:rect l="l" t="t" r="r" b="b"/>
            <a:pathLst>
              <a:path w="516889" h="375920">
                <a:moveTo>
                  <a:pt x="0" y="375817"/>
                </a:moveTo>
                <a:lnTo>
                  <a:pt x="516496" y="375817"/>
                </a:lnTo>
                <a:lnTo>
                  <a:pt x="516496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1760470" y="5337831"/>
            <a:ext cx="516890" cy="0"/>
          </a:xfrm>
          <a:custGeom>
            <a:avLst/>
            <a:gdLst/>
            <a:ahLst/>
            <a:cxnLst/>
            <a:rect l="l" t="t" r="r" b="b"/>
            <a:pathLst>
              <a:path w="516889">
                <a:moveTo>
                  <a:pt x="0" y="0"/>
                </a:moveTo>
                <a:lnTo>
                  <a:pt x="516496" y="0"/>
                </a:lnTo>
                <a:lnTo>
                  <a:pt x="516496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1760470" y="4961976"/>
            <a:ext cx="0" cy="375920"/>
          </a:xfrm>
          <a:custGeom>
            <a:avLst/>
            <a:gdLst/>
            <a:ahLst/>
            <a:cxnLst/>
            <a:rect l="l" t="t" r="r" b="b"/>
            <a:pathLst>
              <a:path h="375920">
                <a:moveTo>
                  <a:pt x="0" y="0"/>
                </a:moveTo>
                <a:lnTo>
                  <a:pt x="0" y="0"/>
                </a:lnTo>
                <a:lnTo>
                  <a:pt x="0" y="375855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2276967" y="4961976"/>
            <a:ext cx="0" cy="375920"/>
          </a:xfrm>
          <a:custGeom>
            <a:avLst/>
            <a:gdLst/>
            <a:ahLst/>
            <a:cxnLst/>
            <a:rect l="l" t="t" r="r" b="b"/>
            <a:pathLst>
              <a:path h="375920">
                <a:moveTo>
                  <a:pt x="0" y="375855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1748670" y="4948287"/>
            <a:ext cx="516496" cy="375817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1748670" y="4948288"/>
            <a:ext cx="516890" cy="375920"/>
          </a:xfrm>
          <a:custGeom>
            <a:avLst/>
            <a:gdLst/>
            <a:ahLst/>
            <a:cxnLst/>
            <a:rect l="l" t="t" r="r" b="b"/>
            <a:pathLst>
              <a:path w="516889" h="375920">
                <a:moveTo>
                  <a:pt x="0" y="375817"/>
                </a:moveTo>
                <a:lnTo>
                  <a:pt x="516496" y="375817"/>
                </a:lnTo>
                <a:lnTo>
                  <a:pt x="516496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 txBox="1"/>
          <p:nvPr/>
        </p:nvSpPr>
        <p:spPr>
          <a:xfrm>
            <a:off x="1789397" y="4985785"/>
            <a:ext cx="435609" cy="271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255" marR="5080" indent="-123189">
              <a:lnSpc>
                <a:spcPct val="107300"/>
              </a:lnSpc>
              <a:spcBef>
                <a:spcPts val="100"/>
              </a:spcBef>
            </a:pPr>
            <a:r>
              <a:rPr sz="750" spc="-100" dirty="0">
                <a:latin typeface="宋体"/>
                <a:cs typeface="宋体"/>
              </a:rPr>
              <a:t>按产品分类 </a:t>
            </a:r>
            <a:r>
              <a:rPr sz="750" spc="-110" dirty="0">
                <a:latin typeface="宋体"/>
                <a:cs typeface="宋体"/>
              </a:rPr>
              <a:t>浏览</a:t>
            </a:r>
            <a:endParaRPr sz="750">
              <a:latin typeface="宋体"/>
              <a:cs typeface="宋体"/>
            </a:endParaRPr>
          </a:p>
        </p:txBody>
      </p:sp>
      <p:sp>
        <p:nvSpPr>
          <p:cNvPr id="153" name="object 153"/>
          <p:cNvSpPr/>
          <p:nvPr/>
        </p:nvSpPr>
        <p:spPr>
          <a:xfrm>
            <a:off x="1760470" y="4523532"/>
            <a:ext cx="516890" cy="375920"/>
          </a:xfrm>
          <a:custGeom>
            <a:avLst/>
            <a:gdLst/>
            <a:ahLst/>
            <a:cxnLst/>
            <a:rect l="l" t="t" r="r" b="b"/>
            <a:pathLst>
              <a:path w="516889" h="375920">
                <a:moveTo>
                  <a:pt x="0" y="375817"/>
                </a:moveTo>
                <a:lnTo>
                  <a:pt x="516496" y="375817"/>
                </a:lnTo>
                <a:lnTo>
                  <a:pt x="516496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1760470" y="4899349"/>
            <a:ext cx="516890" cy="0"/>
          </a:xfrm>
          <a:custGeom>
            <a:avLst/>
            <a:gdLst/>
            <a:ahLst/>
            <a:cxnLst/>
            <a:rect l="l" t="t" r="r" b="b"/>
            <a:pathLst>
              <a:path w="516889">
                <a:moveTo>
                  <a:pt x="0" y="0"/>
                </a:moveTo>
                <a:lnTo>
                  <a:pt x="516496" y="0"/>
                </a:lnTo>
                <a:lnTo>
                  <a:pt x="516496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1760470" y="4523589"/>
            <a:ext cx="0" cy="375920"/>
          </a:xfrm>
          <a:custGeom>
            <a:avLst/>
            <a:gdLst/>
            <a:ahLst/>
            <a:cxnLst/>
            <a:rect l="l" t="t" r="r" b="b"/>
            <a:pathLst>
              <a:path h="375920">
                <a:moveTo>
                  <a:pt x="0" y="0"/>
                </a:moveTo>
                <a:lnTo>
                  <a:pt x="0" y="0"/>
                </a:lnTo>
                <a:lnTo>
                  <a:pt x="0" y="37576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2276967" y="4523589"/>
            <a:ext cx="0" cy="375920"/>
          </a:xfrm>
          <a:custGeom>
            <a:avLst/>
            <a:gdLst/>
            <a:ahLst/>
            <a:cxnLst/>
            <a:rect l="l" t="t" r="r" b="b"/>
            <a:pathLst>
              <a:path h="375920">
                <a:moveTo>
                  <a:pt x="0" y="37576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1748670" y="4509805"/>
            <a:ext cx="516496" cy="37581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1748670" y="4509805"/>
            <a:ext cx="516890" cy="375920"/>
          </a:xfrm>
          <a:custGeom>
            <a:avLst/>
            <a:gdLst/>
            <a:ahLst/>
            <a:cxnLst/>
            <a:rect l="l" t="t" r="r" b="b"/>
            <a:pathLst>
              <a:path w="516889" h="375920">
                <a:moveTo>
                  <a:pt x="0" y="375817"/>
                </a:moveTo>
                <a:lnTo>
                  <a:pt x="516496" y="375817"/>
                </a:lnTo>
                <a:lnTo>
                  <a:pt x="516496" y="0"/>
                </a:lnTo>
                <a:lnTo>
                  <a:pt x="0" y="0"/>
                </a:lnTo>
                <a:lnTo>
                  <a:pt x="0" y="375817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 txBox="1"/>
          <p:nvPr/>
        </p:nvSpPr>
        <p:spPr>
          <a:xfrm>
            <a:off x="1789397" y="4621462"/>
            <a:ext cx="435609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10" dirty="0">
                <a:latin typeface="宋体"/>
                <a:cs typeface="宋体"/>
              </a:rPr>
              <a:t>按厂商浏览</a:t>
            </a:r>
            <a:endParaRPr sz="750">
              <a:latin typeface="宋体"/>
              <a:cs typeface="宋体"/>
            </a:endParaRPr>
          </a:p>
        </p:txBody>
      </p:sp>
      <p:sp>
        <p:nvSpPr>
          <p:cNvPr id="160" name="object 160"/>
          <p:cNvSpPr/>
          <p:nvPr/>
        </p:nvSpPr>
        <p:spPr>
          <a:xfrm>
            <a:off x="1662792" y="4229948"/>
            <a:ext cx="377190" cy="231140"/>
          </a:xfrm>
          <a:custGeom>
            <a:avLst/>
            <a:gdLst/>
            <a:ahLst/>
            <a:cxnLst/>
            <a:rect l="l" t="t" r="r" b="b"/>
            <a:pathLst>
              <a:path w="377189" h="231139">
                <a:moveTo>
                  <a:pt x="0" y="231013"/>
                </a:moveTo>
                <a:lnTo>
                  <a:pt x="376904" y="231013"/>
                </a:lnTo>
                <a:lnTo>
                  <a:pt x="376904" y="0"/>
                </a:lnTo>
                <a:lnTo>
                  <a:pt x="0" y="0"/>
                </a:lnTo>
                <a:lnTo>
                  <a:pt x="0" y="231013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1662792" y="4460962"/>
            <a:ext cx="377190" cy="0"/>
          </a:xfrm>
          <a:custGeom>
            <a:avLst/>
            <a:gdLst/>
            <a:ahLst/>
            <a:cxnLst/>
            <a:rect l="l" t="t" r="r" b="b"/>
            <a:pathLst>
              <a:path w="377189">
                <a:moveTo>
                  <a:pt x="0" y="0"/>
                </a:moveTo>
                <a:lnTo>
                  <a:pt x="376863" y="0"/>
                </a:lnTo>
                <a:lnTo>
                  <a:pt x="376863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1662792" y="4229901"/>
            <a:ext cx="0" cy="231140"/>
          </a:xfrm>
          <a:custGeom>
            <a:avLst/>
            <a:gdLst/>
            <a:ahLst/>
            <a:cxnLst/>
            <a:rect l="l" t="t" r="r" b="b"/>
            <a:pathLst>
              <a:path h="231139">
                <a:moveTo>
                  <a:pt x="0" y="0"/>
                </a:moveTo>
                <a:lnTo>
                  <a:pt x="0" y="0"/>
                </a:lnTo>
                <a:lnTo>
                  <a:pt x="0" y="231061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1650992" y="4216222"/>
            <a:ext cx="376904" cy="23101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1650992" y="4216222"/>
            <a:ext cx="377190" cy="231140"/>
          </a:xfrm>
          <a:custGeom>
            <a:avLst/>
            <a:gdLst/>
            <a:ahLst/>
            <a:cxnLst/>
            <a:rect l="l" t="t" r="r" b="b"/>
            <a:pathLst>
              <a:path w="377189" h="231139">
                <a:moveTo>
                  <a:pt x="0" y="231013"/>
                </a:moveTo>
                <a:lnTo>
                  <a:pt x="376904" y="231013"/>
                </a:lnTo>
                <a:lnTo>
                  <a:pt x="376904" y="0"/>
                </a:lnTo>
                <a:lnTo>
                  <a:pt x="0" y="0"/>
                </a:lnTo>
                <a:lnTo>
                  <a:pt x="0" y="231013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 txBox="1"/>
          <p:nvPr/>
        </p:nvSpPr>
        <p:spPr>
          <a:xfrm>
            <a:off x="1654680" y="4255424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5" dirty="0">
                <a:latin typeface="Calibri"/>
                <a:cs typeface="Calibri"/>
              </a:rPr>
              <a:t>F2</a:t>
            </a:r>
            <a:r>
              <a:rPr sz="750" spc="-35" dirty="0">
                <a:latin typeface="Calibri"/>
                <a:cs typeface="Calibri"/>
              </a:rPr>
              <a:t>.</a:t>
            </a:r>
            <a:r>
              <a:rPr sz="750" spc="-55" dirty="0">
                <a:latin typeface="Calibri"/>
                <a:cs typeface="Calibri"/>
              </a:rPr>
              <a:t>2</a:t>
            </a:r>
            <a:r>
              <a:rPr sz="750" spc="-110" dirty="0">
                <a:latin typeface="宋体"/>
                <a:cs typeface="宋体"/>
              </a:rPr>
              <a:t>浏览</a:t>
            </a:r>
            <a:endParaRPr sz="750">
              <a:latin typeface="宋体"/>
              <a:cs typeface="宋体"/>
            </a:endParaRPr>
          </a:p>
        </p:txBody>
      </p:sp>
      <p:sp>
        <p:nvSpPr>
          <p:cNvPr id="166" name="object 166"/>
          <p:cNvSpPr/>
          <p:nvPr/>
        </p:nvSpPr>
        <p:spPr>
          <a:xfrm>
            <a:off x="1662792" y="5846872"/>
            <a:ext cx="377190" cy="231140"/>
          </a:xfrm>
          <a:custGeom>
            <a:avLst/>
            <a:gdLst/>
            <a:ahLst/>
            <a:cxnLst/>
            <a:rect l="l" t="t" r="r" b="b"/>
            <a:pathLst>
              <a:path w="377189" h="231139">
                <a:moveTo>
                  <a:pt x="0" y="231013"/>
                </a:moveTo>
                <a:lnTo>
                  <a:pt x="376904" y="231013"/>
                </a:lnTo>
                <a:lnTo>
                  <a:pt x="376904" y="0"/>
                </a:lnTo>
                <a:lnTo>
                  <a:pt x="0" y="0"/>
                </a:lnTo>
                <a:lnTo>
                  <a:pt x="0" y="231013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1662792" y="6077885"/>
            <a:ext cx="377190" cy="0"/>
          </a:xfrm>
          <a:custGeom>
            <a:avLst/>
            <a:gdLst/>
            <a:ahLst/>
            <a:cxnLst/>
            <a:rect l="l" t="t" r="r" b="b"/>
            <a:pathLst>
              <a:path w="377189">
                <a:moveTo>
                  <a:pt x="0" y="0"/>
                </a:moveTo>
                <a:lnTo>
                  <a:pt x="376863" y="0"/>
                </a:lnTo>
                <a:lnTo>
                  <a:pt x="376863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1662792" y="5846872"/>
            <a:ext cx="0" cy="231140"/>
          </a:xfrm>
          <a:custGeom>
            <a:avLst/>
            <a:gdLst/>
            <a:ahLst/>
            <a:cxnLst/>
            <a:rect l="l" t="t" r="r" b="b"/>
            <a:pathLst>
              <a:path h="231139">
                <a:moveTo>
                  <a:pt x="0" y="0"/>
                </a:moveTo>
                <a:lnTo>
                  <a:pt x="0" y="0"/>
                </a:lnTo>
                <a:lnTo>
                  <a:pt x="0" y="231013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1650992" y="5833145"/>
            <a:ext cx="376904" cy="231013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1650992" y="5833145"/>
            <a:ext cx="377190" cy="231140"/>
          </a:xfrm>
          <a:custGeom>
            <a:avLst/>
            <a:gdLst/>
            <a:ahLst/>
            <a:cxnLst/>
            <a:rect l="l" t="t" r="r" b="b"/>
            <a:pathLst>
              <a:path w="377189" h="231139">
                <a:moveTo>
                  <a:pt x="0" y="231013"/>
                </a:moveTo>
                <a:lnTo>
                  <a:pt x="376904" y="231013"/>
                </a:lnTo>
                <a:lnTo>
                  <a:pt x="376904" y="0"/>
                </a:lnTo>
                <a:lnTo>
                  <a:pt x="0" y="0"/>
                </a:lnTo>
                <a:lnTo>
                  <a:pt x="0" y="231013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 txBox="1"/>
          <p:nvPr/>
        </p:nvSpPr>
        <p:spPr>
          <a:xfrm>
            <a:off x="1654680" y="5872348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5" dirty="0">
                <a:latin typeface="Calibri"/>
                <a:cs typeface="Calibri"/>
              </a:rPr>
              <a:t>F2</a:t>
            </a:r>
            <a:r>
              <a:rPr sz="750" spc="-35" dirty="0">
                <a:latin typeface="Calibri"/>
                <a:cs typeface="Calibri"/>
              </a:rPr>
              <a:t>.</a:t>
            </a:r>
            <a:r>
              <a:rPr sz="750" spc="-55" dirty="0">
                <a:latin typeface="Calibri"/>
                <a:cs typeface="Calibri"/>
              </a:rPr>
              <a:t>3</a:t>
            </a:r>
            <a:r>
              <a:rPr sz="750" spc="-110" dirty="0">
                <a:latin typeface="宋体"/>
                <a:cs typeface="宋体"/>
              </a:rPr>
              <a:t>查找</a:t>
            </a:r>
            <a:endParaRPr sz="750">
              <a:latin typeface="宋体"/>
              <a:cs typeface="宋体"/>
            </a:endParaRPr>
          </a:p>
        </p:txBody>
      </p:sp>
      <p:sp>
        <p:nvSpPr>
          <p:cNvPr id="172" name="object 172"/>
          <p:cNvSpPr/>
          <p:nvPr/>
        </p:nvSpPr>
        <p:spPr>
          <a:xfrm>
            <a:off x="2685788" y="4468893"/>
            <a:ext cx="570230" cy="346075"/>
          </a:xfrm>
          <a:custGeom>
            <a:avLst/>
            <a:gdLst/>
            <a:ahLst/>
            <a:cxnLst/>
            <a:rect l="l" t="t" r="r" b="b"/>
            <a:pathLst>
              <a:path w="570229" h="346075">
                <a:moveTo>
                  <a:pt x="0" y="345810"/>
                </a:moveTo>
                <a:lnTo>
                  <a:pt x="570211" y="345810"/>
                </a:lnTo>
                <a:lnTo>
                  <a:pt x="570211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2685788" y="4814703"/>
            <a:ext cx="570865" cy="0"/>
          </a:xfrm>
          <a:custGeom>
            <a:avLst/>
            <a:gdLst/>
            <a:ahLst/>
            <a:cxnLst/>
            <a:rect l="l" t="t" r="r" b="b"/>
            <a:pathLst>
              <a:path w="570864">
                <a:moveTo>
                  <a:pt x="0" y="0"/>
                </a:moveTo>
                <a:lnTo>
                  <a:pt x="570252" y="0"/>
                </a:lnTo>
                <a:lnTo>
                  <a:pt x="570252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2685788" y="4814703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3256041" y="4468874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34582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2673988" y="4455166"/>
            <a:ext cx="570211" cy="345810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2673988" y="4455166"/>
            <a:ext cx="570230" cy="346075"/>
          </a:xfrm>
          <a:custGeom>
            <a:avLst/>
            <a:gdLst/>
            <a:ahLst/>
            <a:cxnLst/>
            <a:rect l="l" t="t" r="r" b="b"/>
            <a:pathLst>
              <a:path w="570230" h="346075">
                <a:moveTo>
                  <a:pt x="0" y="345810"/>
                </a:moveTo>
                <a:lnTo>
                  <a:pt x="570211" y="345810"/>
                </a:lnTo>
                <a:lnTo>
                  <a:pt x="570211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 txBox="1"/>
          <p:nvPr/>
        </p:nvSpPr>
        <p:spPr>
          <a:xfrm>
            <a:off x="2782566" y="4551781"/>
            <a:ext cx="3536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10" dirty="0">
                <a:latin typeface="宋体"/>
                <a:cs typeface="宋体"/>
              </a:rPr>
              <a:t>接受订单</a:t>
            </a:r>
            <a:endParaRPr sz="750">
              <a:latin typeface="宋体"/>
              <a:cs typeface="宋体"/>
            </a:endParaRPr>
          </a:p>
        </p:txBody>
      </p:sp>
      <p:sp>
        <p:nvSpPr>
          <p:cNvPr id="179" name="object 179"/>
          <p:cNvSpPr/>
          <p:nvPr/>
        </p:nvSpPr>
        <p:spPr>
          <a:xfrm>
            <a:off x="2685788" y="4065394"/>
            <a:ext cx="570230" cy="346075"/>
          </a:xfrm>
          <a:custGeom>
            <a:avLst/>
            <a:gdLst/>
            <a:ahLst/>
            <a:cxnLst/>
            <a:rect l="l" t="t" r="r" b="b"/>
            <a:pathLst>
              <a:path w="570229" h="346075">
                <a:moveTo>
                  <a:pt x="0" y="345810"/>
                </a:moveTo>
                <a:lnTo>
                  <a:pt x="570211" y="345810"/>
                </a:lnTo>
                <a:lnTo>
                  <a:pt x="570211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2685788" y="4411204"/>
            <a:ext cx="570865" cy="0"/>
          </a:xfrm>
          <a:custGeom>
            <a:avLst/>
            <a:gdLst/>
            <a:ahLst/>
            <a:cxnLst/>
            <a:rect l="l" t="t" r="r" b="b"/>
            <a:pathLst>
              <a:path w="570864">
                <a:moveTo>
                  <a:pt x="0" y="0"/>
                </a:moveTo>
                <a:lnTo>
                  <a:pt x="570252" y="0"/>
                </a:lnTo>
                <a:lnTo>
                  <a:pt x="570252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2685788" y="441120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3256041" y="4065375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345829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2673988" y="4051667"/>
            <a:ext cx="570211" cy="34581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2673988" y="4051667"/>
            <a:ext cx="570230" cy="346075"/>
          </a:xfrm>
          <a:custGeom>
            <a:avLst/>
            <a:gdLst/>
            <a:ahLst/>
            <a:cxnLst/>
            <a:rect l="l" t="t" r="r" b="b"/>
            <a:pathLst>
              <a:path w="570230" h="346075">
                <a:moveTo>
                  <a:pt x="0" y="345810"/>
                </a:moveTo>
                <a:lnTo>
                  <a:pt x="570211" y="345810"/>
                </a:lnTo>
                <a:lnTo>
                  <a:pt x="570211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 txBox="1"/>
          <p:nvPr/>
        </p:nvSpPr>
        <p:spPr>
          <a:xfrm>
            <a:off x="2864511" y="4148282"/>
            <a:ext cx="18986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10" dirty="0">
                <a:latin typeface="宋体"/>
                <a:cs typeface="宋体"/>
              </a:rPr>
              <a:t>询价</a:t>
            </a:r>
            <a:endParaRPr sz="750">
              <a:latin typeface="宋体"/>
              <a:cs typeface="宋体"/>
            </a:endParaRPr>
          </a:p>
        </p:txBody>
      </p:sp>
      <p:sp>
        <p:nvSpPr>
          <p:cNvPr id="186" name="object 186"/>
          <p:cNvSpPr/>
          <p:nvPr/>
        </p:nvSpPr>
        <p:spPr>
          <a:xfrm>
            <a:off x="2591880" y="3795231"/>
            <a:ext cx="416559" cy="212725"/>
          </a:xfrm>
          <a:custGeom>
            <a:avLst/>
            <a:gdLst/>
            <a:ahLst/>
            <a:cxnLst/>
            <a:rect l="l" t="t" r="r" b="b"/>
            <a:pathLst>
              <a:path w="416560" h="212725">
                <a:moveTo>
                  <a:pt x="0" y="212568"/>
                </a:moveTo>
                <a:lnTo>
                  <a:pt x="416098" y="212568"/>
                </a:lnTo>
                <a:lnTo>
                  <a:pt x="416098" y="0"/>
                </a:lnTo>
                <a:lnTo>
                  <a:pt x="0" y="0"/>
                </a:lnTo>
                <a:lnTo>
                  <a:pt x="0" y="212568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2591880" y="4007799"/>
            <a:ext cx="416559" cy="0"/>
          </a:xfrm>
          <a:custGeom>
            <a:avLst/>
            <a:gdLst/>
            <a:ahLst/>
            <a:cxnLst/>
            <a:rect l="l" t="t" r="r" b="b"/>
            <a:pathLst>
              <a:path w="416560">
                <a:moveTo>
                  <a:pt x="0" y="0"/>
                </a:moveTo>
                <a:lnTo>
                  <a:pt x="416114" y="0"/>
                </a:lnTo>
                <a:lnTo>
                  <a:pt x="416114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2591880" y="400779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3007995" y="3795231"/>
            <a:ext cx="0" cy="212725"/>
          </a:xfrm>
          <a:custGeom>
            <a:avLst/>
            <a:gdLst/>
            <a:ahLst/>
            <a:cxnLst/>
            <a:rect l="l" t="t" r="r" b="b"/>
            <a:pathLst>
              <a:path h="212725">
                <a:moveTo>
                  <a:pt x="0" y="212568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2580080" y="3781504"/>
            <a:ext cx="416098" cy="21256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2580080" y="3781505"/>
            <a:ext cx="416559" cy="212725"/>
          </a:xfrm>
          <a:custGeom>
            <a:avLst/>
            <a:gdLst/>
            <a:ahLst/>
            <a:cxnLst/>
            <a:rect l="l" t="t" r="r" b="b"/>
            <a:pathLst>
              <a:path w="416560" h="212725">
                <a:moveTo>
                  <a:pt x="0" y="212568"/>
                </a:moveTo>
                <a:lnTo>
                  <a:pt x="416098" y="212568"/>
                </a:lnTo>
                <a:lnTo>
                  <a:pt x="416098" y="0"/>
                </a:lnTo>
                <a:lnTo>
                  <a:pt x="0" y="0"/>
                </a:lnTo>
                <a:lnTo>
                  <a:pt x="0" y="212568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 txBox="1"/>
          <p:nvPr/>
        </p:nvSpPr>
        <p:spPr>
          <a:xfrm>
            <a:off x="2583769" y="3811508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5" dirty="0">
                <a:latin typeface="Calibri"/>
                <a:cs typeface="Calibri"/>
              </a:rPr>
              <a:t>F3</a:t>
            </a:r>
            <a:r>
              <a:rPr sz="750" spc="-35" dirty="0">
                <a:latin typeface="Calibri"/>
                <a:cs typeface="Calibri"/>
              </a:rPr>
              <a:t>.</a:t>
            </a:r>
            <a:r>
              <a:rPr sz="750" spc="-55" dirty="0">
                <a:latin typeface="Calibri"/>
                <a:cs typeface="Calibri"/>
              </a:rPr>
              <a:t>2</a:t>
            </a:r>
            <a:r>
              <a:rPr sz="750" spc="-110" dirty="0">
                <a:latin typeface="宋体"/>
                <a:cs typeface="宋体"/>
              </a:rPr>
              <a:t>售中</a:t>
            </a:r>
            <a:endParaRPr sz="750">
              <a:latin typeface="宋体"/>
              <a:cs typeface="宋体"/>
            </a:endParaRPr>
          </a:p>
        </p:txBody>
      </p:sp>
      <p:sp>
        <p:nvSpPr>
          <p:cNvPr id="193" name="object 193"/>
          <p:cNvSpPr/>
          <p:nvPr/>
        </p:nvSpPr>
        <p:spPr>
          <a:xfrm>
            <a:off x="2685788" y="5549686"/>
            <a:ext cx="570230" cy="346075"/>
          </a:xfrm>
          <a:custGeom>
            <a:avLst/>
            <a:gdLst/>
            <a:ahLst/>
            <a:cxnLst/>
            <a:rect l="l" t="t" r="r" b="b"/>
            <a:pathLst>
              <a:path w="570229" h="346075">
                <a:moveTo>
                  <a:pt x="0" y="345810"/>
                </a:moveTo>
                <a:lnTo>
                  <a:pt x="570211" y="345810"/>
                </a:lnTo>
                <a:lnTo>
                  <a:pt x="570211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2685788" y="5895496"/>
            <a:ext cx="570865" cy="0"/>
          </a:xfrm>
          <a:custGeom>
            <a:avLst/>
            <a:gdLst/>
            <a:ahLst/>
            <a:cxnLst/>
            <a:rect l="l" t="t" r="r" b="b"/>
            <a:pathLst>
              <a:path w="570864">
                <a:moveTo>
                  <a:pt x="0" y="0"/>
                </a:moveTo>
                <a:lnTo>
                  <a:pt x="570252" y="0"/>
                </a:lnTo>
                <a:lnTo>
                  <a:pt x="570252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2685788" y="589549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3256041" y="5549686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34581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2673988" y="5535959"/>
            <a:ext cx="570211" cy="34581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2673988" y="5535959"/>
            <a:ext cx="570230" cy="346075"/>
          </a:xfrm>
          <a:custGeom>
            <a:avLst/>
            <a:gdLst/>
            <a:ahLst/>
            <a:cxnLst/>
            <a:rect l="l" t="t" r="r" b="b"/>
            <a:pathLst>
              <a:path w="570230" h="346075">
                <a:moveTo>
                  <a:pt x="0" y="345810"/>
                </a:moveTo>
                <a:lnTo>
                  <a:pt x="570211" y="345810"/>
                </a:lnTo>
                <a:lnTo>
                  <a:pt x="570211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 txBox="1"/>
          <p:nvPr/>
        </p:nvSpPr>
        <p:spPr>
          <a:xfrm>
            <a:off x="2700622" y="5632565"/>
            <a:ext cx="51752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10" dirty="0">
                <a:latin typeface="宋体"/>
                <a:cs typeface="宋体"/>
              </a:rPr>
              <a:t>查看采购记录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00" name="object 200"/>
          <p:cNvSpPr/>
          <p:nvPr/>
        </p:nvSpPr>
        <p:spPr>
          <a:xfrm>
            <a:off x="2685788" y="5146234"/>
            <a:ext cx="570230" cy="346075"/>
          </a:xfrm>
          <a:custGeom>
            <a:avLst/>
            <a:gdLst/>
            <a:ahLst/>
            <a:cxnLst/>
            <a:rect l="l" t="t" r="r" b="b"/>
            <a:pathLst>
              <a:path w="570229" h="346075">
                <a:moveTo>
                  <a:pt x="0" y="345810"/>
                </a:moveTo>
                <a:lnTo>
                  <a:pt x="570211" y="345810"/>
                </a:lnTo>
                <a:lnTo>
                  <a:pt x="570211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2685788" y="5492044"/>
            <a:ext cx="570865" cy="0"/>
          </a:xfrm>
          <a:custGeom>
            <a:avLst/>
            <a:gdLst/>
            <a:ahLst/>
            <a:cxnLst/>
            <a:rect l="l" t="t" r="r" b="b"/>
            <a:pathLst>
              <a:path w="570864">
                <a:moveTo>
                  <a:pt x="0" y="0"/>
                </a:moveTo>
                <a:lnTo>
                  <a:pt x="570252" y="0"/>
                </a:lnTo>
                <a:lnTo>
                  <a:pt x="570252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2685788" y="549204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3256041" y="5146234"/>
            <a:ext cx="0" cy="346075"/>
          </a:xfrm>
          <a:custGeom>
            <a:avLst/>
            <a:gdLst/>
            <a:ahLst/>
            <a:cxnLst/>
            <a:rect l="l" t="t" r="r" b="b"/>
            <a:pathLst>
              <a:path h="346075">
                <a:moveTo>
                  <a:pt x="0" y="34581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2673988" y="5132527"/>
            <a:ext cx="570211" cy="34581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2673988" y="5132527"/>
            <a:ext cx="570230" cy="346075"/>
          </a:xfrm>
          <a:custGeom>
            <a:avLst/>
            <a:gdLst/>
            <a:ahLst/>
            <a:cxnLst/>
            <a:rect l="l" t="t" r="r" b="b"/>
            <a:pathLst>
              <a:path w="570230" h="346075">
                <a:moveTo>
                  <a:pt x="0" y="345810"/>
                </a:moveTo>
                <a:lnTo>
                  <a:pt x="570211" y="345810"/>
                </a:lnTo>
                <a:lnTo>
                  <a:pt x="570211" y="0"/>
                </a:lnTo>
                <a:lnTo>
                  <a:pt x="0" y="0"/>
                </a:lnTo>
                <a:lnTo>
                  <a:pt x="0" y="34581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 txBox="1"/>
          <p:nvPr/>
        </p:nvSpPr>
        <p:spPr>
          <a:xfrm>
            <a:off x="2782566" y="5229142"/>
            <a:ext cx="35369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10" dirty="0">
                <a:latin typeface="宋体"/>
                <a:cs typeface="宋体"/>
              </a:rPr>
              <a:t>统计分析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07" name="object 207"/>
          <p:cNvSpPr/>
          <p:nvPr/>
        </p:nvSpPr>
        <p:spPr>
          <a:xfrm>
            <a:off x="2591880" y="4875995"/>
            <a:ext cx="416559" cy="212725"/>
          </a:xfrm>
          <a:custGeom>
            <a:avLst/>
            <a:gdLst/>
            <a:ahLst/>
            <a:cxnLst/>
            <a:rect l="l" t="t" r="r" b="b"/>
            <a:pathLst>
              <a:path w="416560" h="212725">
                <a:moveTo>
                  <a:pt x="0" y="212568"/>
                </a:moveTo>
                <a:lnTo>
                  <a:pt x="416098" y="212568"/>
                </a:lnTo>
                <a:lnTo>
                  <a:pt x="416098" y="0"/>
                </a:lnTo>
                <a:lnTo>
                  <a:pt x="0" y="0"/>
                </a:lnTo>
                <a:lnTo>
                  <a:pt x="0" y="212568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2591880" y="5088564"/>
            <a:ext cx="416559" cy="0"/>
          </a:xfrm>
          <a:custGeom>
            <a:avLst/>
            <a:gdLst/>
            <a:ahLst/>
            <a:cxnLst/>
            <a:rect l="l" t="t" r="r" b="b"/>
            <a:pathLst>
              <a:path w="416560">
                <a:moveTo>
                  <a:pt x="0" y="0"/>
                </a:moveTo>
                <a:lnTo>
                  <a:pt x="416114" y="0"/>
                </a:lnTo>
                <a:lnTo>
                  <a:pt x="416114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2591880" y="508856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3007995" y="4875995"/>
            <a:ext cx="0" cy="212725"/>
          </a:xfrm>
          <a:custGeom>
            <a:avLst/>
            <a:gdLst/>
            <a:ahLst/>
            <a:cxnLst/>
            <a:rect l="l" t="t" r="r" b="b"/>
            <a:pathLst>
              <a:path h="212725">
                <a:moveTo>
                  <a:pt x="0" y="212568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2580080" y="4862269"/>
            <a:ext cx="416098" cy="212568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2580080" y="4862269"/>
            <a:ext cx="416559" cy="212725"/>
          </a:xfrm>
          <a:custGeom>
            <a:avLst/>
            <a:gdLst/>
            <a:ahLst/>
            <a:cxnLst/>
            <a:rect l="l" t="t" r="r" b="b"/>
            <a:pathLst>
              <a:path w="416560" h="212725">
                <a:moveTo>
                  <a:pt x="0" y="212568"/>
                </a:moveTo>
                <a:lnTo>
                  <a:pt x="416098" y="212568"/>
                </a:lnTo>
                <a:lnTo>
                  <a:pt x="416098" y="0"/>
                </a:lnTo>
                <a:lnTo>
                  <a:pt x="0" y="0"/>
                </a:lnTo>
                <a:lnTo>
                  <a:pt x="0" y="212568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 txBox="1"/>
          <p:nvPr/>
        </p:nvSpPr>
        <p:spPr>
          <a:xfrm>
            <a:off x="2583769" y="4892273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5" dirty="0">
                <a:latin typeface="Calibri"/>
                <a:cs typeface="Calibri"/>
              </a:rPr>
              <a:t>F3</a:t>
            </a:r>
            <a:r>
              <a:rPr sz="750" spc="-35" dirty="0">
                <a:latin typeface="Calibri"/>
                <a:cs typeface="Calibri"/>
              </a:rPr>
              <a:t>.</a:t>
            </a:r>
            <a:r>
              <a:rPr sz="750" spc="-55" dirty="0">
                <a:latin typeface="Calibri"/>
                <a:cs typeface="Calibri"/>
              </a:rPr>
              <a:t>3</a:t>
            </a:r>
            <a:r>
              <a:rPr sz="750" spc="-110" dirty="0">
                <a:latin typeface="宋体"/>
                <a:cs typeface="宋体"/>
              </a:rPr>
              <a:t>售后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14" name="object 214"/>
          <p:cNvSpPr/>
          <p:nvPr/>
        </p:nvSpPr>
        <p:spPr>
          <a:xfrm>
            <a:off x="3592997" y="3024589"/>
            <a:ext cx="625475" cy="270510"/>
          </a:xfrm>
          <a:custGeom>
            <a:avLst/>
            <a:gdLst/>
            <a:ahLst/>
            <a:cxnLst/>
            <a:rect l="l" t="t" r="r" b="b"/>
            <a:pathLst>
              <a:path w="625475" h="270510">
                <a:moveTo>
                  <a:pt x="0" y="270200"/>
                </a:moveTo>
                <a:lnTo>
                  <a:pt x="624917" y="270200"/>
                </a:lnTo>
                <a:lnTo>
                  <a:pt x="624917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3592997" y="3294789"/>
            <a:ext cx="625475" cy="0"/>
          </a:xfrm>
          <a:custGeom>
            <a:avLst/>
            <a:gdLst/>
            <a:ahLst/>
            <a:cxnLst/>
            <a:rect l="l" t="t" r="r" b="b"/>
            <a:pathLst>
              <a:path w="625475">
                <a:moveTo>
                  <a:pt x="0" y="0"/>
                </a:moveTo>
                <a:lnTo>
                  <a:pt x="624909" y="0"/>
                </a:lnTo>
                <a:lnTo>
                  <a:pt x="624909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3592997" y="329478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4217907" y="3024550"/>
            <a:ext cx="0" cy="270510"/>
          </a:xfrm>
          <a:custGeom>
            <a:avLst/>
            <a:gdLst/>
            <a:ahLst/>
            <a:cxnLst/>
            <a:rect l="l" t="t" r="r" b="b"/>
            <a:pathLst>
              <a:path h="270510">
                <a:moveTo>
                  <a:pt x="0" y="270238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3581197" y="3010862"/>
            <a:ext cx="624917" cy="27020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3581197" y="3010862"/>
            <a:ext cx="625475" cy="270510"/>
          </a:xfrm>
          <a:custGeom>
            <a:avLst/>
            <a:gdLst/>
            <a:ahLst/>
            <a:cxnLst/>
            <a:rect l="l" t="t" r="r" b="b"/>
            <a:pathLst>
              <a:path w="625475" h="270510">
                <a:moveTo>
                  <a:pt x="0" y="270200"/>
                </a:moveTo>
                <a:lnTo>
                  <a:pt x="624917" y="270200"/>
                </a:lnTo>
                <a:lnTo>
                  <a:pt x="624917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 txBox="1"/>
          <p:nvPr/>
        </p:nvSpPr>
        <p:spPr>
          <a:xfrm>
            <a:off x="3584886" y="3069615"/>
            <a:ext cx="57658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0" dirty="0">
                <a:latin typeface="Calibri"/>
                <a:cs typeface="Calibri"/>
              </a:rPr>
              <a:t>F4.2</a:t>
            </a:r>
            <a:r>
              <a:rPr sz="750" spc="-110" dirty="0">
                <a:latin typeface="宋体"/>
                <a:cs typeface="宋体"/>
              </a:rPr>
              <a:t>与产品无关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21" name="object 221"/>
          <p:cNvSpPr/>
          <p:nvPr/>
        </p:nvSpPr>
        <p:spPr>
          <a:xfrm>
            <a:off x="3590703" y="3348799"/>
            <a:ext cx="627380" cy="269875"/>
          </a:xfrm>
          <a:custGeom>
            <a:avLst/>
            <a:gdLst/>
            <a:ahLst/>
            <a:cxnLst/>
            <a:rect l="l" t="t" r="r" b="b"/>
            <a:pathLst>
              <a:path w="627379" h="269875">
                <a:moveTo>
                  <a:pt x="0" y="269323"/>
                </a:moveTo>
                <a:lnTo>
                  <a:pt x="627163" y="269323"/>
                </a:lnTo>
                <a:lnTo>
                  <a:pt x="627163" y="0"/>
                </a:lnTo>
                <a:lnTo>
                  <a:pt x="0" y="0"/>
                </a:lnTo>
                <a:lnTo>
                  <a:pt x="0" y="269323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3590703" y="3618122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>
                <a:moveTo>
                  <a:pt x="0" y="0"/>
                </a:moveTo>
                <a:lnTo>
                  <a:pt x="627204" y="0"/>
                </a:lnTo>
                <a:lnTo>
                  <a:pt x="627204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3590703" y="3618122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4217907" y="3348837"/>
            <a:ext cx="0" cy="269875"/>
          </a:xfrm>
          <a:custGeom>
            <a:avLst/>
            <a:gdLst/>
            <a:ahLst/>
            <a:cxnLst/>
            <a:rect l="l" t="t" r="r" b="b"/>
            <a:pathLst>
              <a:path h="269875">
                <a:moveTo>
                  <a:pt x="0" y="269285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3578903" y="3335072"/>
            <a:ext cx="627163" cy="269323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3578903" y="3335072"/>
            <a:ext cx="627380" cy="269875"/>
          </a:xfrm>
          <a:custGeom>
            <a:avLst/>
            <a:gdLst/>
            <a:ahLst/>
            <a:cxnLst/>
            <a:rect l="l" t="t" r="r" b="b"/>
            <a:pathLst>
              <a:path w="627379" h="269875">
                <a:moveTo>
                  <a:pt x="0" y="269323"/>
                </a:moveTo>
                <a:lnTo>
                  <a:pt x="627163" y="269323"/>
                </a:lnTo>
                <a:lnTo>
                  <a:pt x="627163" y="0"/>
                </a:lnTo>
                <a:lnTo>
                  <a:pt x="0" y="0"/>
                </a:lnTo>
                <a:lnTo>
                  <a:pt x="0" y="269323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 txBox="1"/>
          <p:nvPr/>
        </p:nvSpPr>
        <p:spPr>
          <a:xfrm>
            <a:off x="3582591" y="3393425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5" dirty="0">
                <a:latin typeface="Calibri"/>
                <a:cs typeface="Calibri"/>
              </a:rPr>
              <a:t>F4</a:t>
            </a:r>
            <a:r>
              <a:rPr sz="750" spc="-35" dirty="0">
                <a:latin typeface="Calibri"/>
                <a:cs typeface="Calibri"/>
              </a:rPr>
              <a:t>.</a:t>
            </a:r>
            <a:r>
              <a:rPr sz="750" spc="-55" dirty="0">
                <a:latin typeface="Calibri"/>
                <a:cs typeface="Calibri"/>
              </a:rPr>
              <a:t>3</a:t>
            </a:r>
            <a:r>
              <a:rPr sz="750" spc="-110" dirty="0">
                <a:latin typeface="宋体"/>
                <a:cs typeface="宋体"/>
              </a:rPr>
              <a:t>匹配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28" name="object 228"/>
          <p:cNvSpPr/>
          <p:nvPr/>
        </p:nvSpPr>
        <p:spPr>
          <a:xfrm>
            <a:off x="3590703" y="3673943"/>
            <a:ext cx="627380" cy="269875"/>
          </a:xfrm>
          <a:custGeom>
            <a:avLst/>
            <a:gdLst/>
            <a:ahLst/>
            <a:cxnLst/>
            <a:rect l="l" t="t" r="r" b="b"/>
            <a:pathLst>
              <a:path w="627379" h="269875">
                <a:moveTo>
                  <a:pt x="0" y="269323"/>
                </a:moveTo>
                <a:lnTo>
                  <a:pt x="627163" y="269323"/>
                </a:lnTo>
                <a:lnTo>
                  <a:pt x="627163" y="0"/>
                </a:lnTo>
                <a:lnTo>
                  <a:pt x="0" y="0"/>
                </a:lnTo>
                <a:lnTo>
                  <a:pt x="0" y="269323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3590703" y="3943267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>
                <a:moveTo>
                  <a:pt x="0" y="0"/>
                </a:moveTo>
                <a:lnTo>
                  <a:pt x="627204" y="0"/>
                </a:lnTo>
                <a:lnTo>
                  <a:pt x="627204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3590703" y="39432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4217907" y="3673981"/>
            <a:ext cx="0" cy="269875"/>
          </a:xfrm>
          <a:custGeom>
            <a:avLst/>
            <a:gdLst/>
            <a:ahLst/>
            <a:cxnLst/>
            <a:rect l="l" t="t" r="r" b="b"/>
            <a:pathLst>
              <a:path h="269875">
                <a:moveTo>
                  <a:pt x="0" y="269285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3578903" y="3660216"/>
            <a:ext cx="627163" cy="26932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3578903" y="3660216"/>
            <a:ext cx="627380" cy="269875"/>
          </a:xfrm>
          <a:custGeom>
            <a:avLst/>
            <a:gdLst/>
            <a:ahLst/>
            <a:cxnLst/>
            <a:rect l="l" t="t" r="r" b="b"/>
            <a:pathLst>
              <a:path w="627379" h="269875">
                <a:moveTo>
                  <a:pt x="0" y="269323"/>
                </a:moveTo>
                <a:lnTo>
                  <a:pt x="627163" y="269323"/>
                </a:lnTo>
                <a:lnTo>
                  <a:pt x="627163" y="0"/>
                </a:lnTo>
                <a:lnTo>
                  <a:pt x="0" y="0"/>
                </a:lnTo>
                <a:lnTo>
                  <a:pt x="0" y="269323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 txBox="1"/>
          <p:nvPr/>
        </p:nvSpPr>
        <p:spPr>
          <a:xfrm>
            <a:off x="3582591" y="3718569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5" dirty="0">
                <a:latin typeface="Calibri"/>
                <a:cs typeface="Calibri"/>
              </a:rPr>
              <a:t>F4</a:t>
            </a:r>
            <a:r>
              <a:rPr sz="750" spc="-35" dirty="0">
                <a:latin typeface="Calibri"/>
                <a:cs typeface="Calibri"/>
              </a:rPr>
              <a:t>.</a:t>
            </a:r>
            <a:r>
              <a:rPr sz="750" spc="-55" dirty="0">
                <a:latin typeface="Calibri"/>
                <a:cs typeface="Calibri"/>
              </a:rPr>
              <a:t>4</a:t>
            </a:r>
            <a:r>
              <a:rPr sz="750" spc="-110" dirty="0">
                <a:latin typeface="宋体"/>
                <a:cs typeface="宋体"/>
              </a:rPr>
              <a:t>招标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35" name="object 235"/>
          <p:cNvSpPr/>
          <p:nvPr/>
        </p:nvSpPr>
        <p:spPr>
          <a:xfrm>
            <a:off x="4508237" y="2722855"/>
            <a:ext cx="501650" cy="255270"/>
          </a:xfrm>
          <a:custGeom>
            <a:avLst/>
            <a:gdLst/>
            <a:ahLst/>
            <a:cxnLst/>
            <a:rect l="l" t="t" r="r" b="b"/>
            <a:pathLst>
              <a:path w="501650" h="255269">
                <a:moveTo>
                  <a:pt x="0" y="255082"/>
                </a:moveTo>
                <a:lnTo>
                  <a:pt x="501337" y="255082"/>
                </a:lnTo>
                <a:lnTo>
                  <a:pt x="501337" y="0"/>
                </a:lnTo>
                <a:lnTo>
                  <a:pt x="0" y="0"/>
                </a:lnTo>
                <a:lnTo>
                  <a:pt x="0" y="255082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4508237" y="2977937"/>
            <a:ext cx="501650" cy="0"/>
          </a:xfrm>
          <a:custGeom>
            <a:avLst/>
            <a:gdLst/>
            <a:ahLst/>
            <a:cxnLst/>
            <a:rect l="l" t="t" r="r" b="b"/>
            <a:pathLst>
              <a:path w="501650">
                <a:moveTo>
                  <a:pt x="0" y="0"/>
                </a:moveTo>
                <a:lnTo>
                  <a:pt x="501337" y="0"/>
                </a:lnTo>
                <a:lnTo>
                  <a:pt x="501337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4508237" y="297793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5009574" y="2722855"/>
            <a:ext cx="0" cy="255270"/>
          </a:xfrm>
          <a:custGeom>
            <a:avLst/>
            <a:gdLst/>
            <a:ahLst/>
            <a:cxnLst/>
            <a:rect l="l" t="t" r="r" b="b"/>
            <a:pathLst>
              <a:path h="255269">
                <a:moveTo>
                  <a:pt x="0" y="25508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4496437" y="2709129"/>
            <a:ext cx="501337" cy="255082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4496437" y="2709129"/>
            <a:ext cx="501650" cy="255270"/>
          </a:xfrm>
          <a:custGeom>
            <a:avLst/>
            <a:gdLst/>
            <a:ahLst/>
            <a:cxnLst/>
            <a:rect l="l" t="t" r="r" b="b"/>
            <a:pathLst>
              <a:path w="501650" h="255269">
                <a:moveTo>
                  <a:pt x="0" y="255082"/>
                </a:moveTo>
                <a:lnTo>
                  <a:pt x="501337" y="255082"/>
                </a:lnTo>
                <a:lnTo>
                  <a:pt x="501337" y="0"/>
                </a:lnTo>
                <a:lnTo>
                  <a:pt x="0" y="0"/>
                </a:lnTo>
                <a:lnTo>
                  <a:pt x="0" y="255082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 txBox="1"/>
          <p:nvPr/>
        </p:nvSpPr>
        <p:spPr>
          <a:xfrm>
            <a:off x="4500125" y="2760294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0" dirty="0">
                <a:latin typeface="Calibri"/>
                <a:cs typeface="Calibri"/>
              </a:rPr>
              <a:t>F</a:t>
            </a:r>
            <a:r>
              <a:rPr sz="750" spc="-60" dirty="0">
                <a:latin typeface="Calibri"/>
                <a:cs typeface="Calibri"/>
              </a:rPr>
              <a:t>5</a:t>
            </a:r>
            <a:r>
              <a:rPr sz="750" spc="-40" dirty="0">
                <a:latin typeface="Calibri"/>
                <a:cs typeface="Calibri"/>
              </a:rPr>
              <a:t>.1</a:t>
            </a:r>
            <a:r>
              <a:rPr sz="750" spc="-110" dirty="0">
                <a:latin typeface="宋体"/>
                <a:cs typeface="宋体"/>
              </a:rPr>
              <a:t>编辑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42" name="object 242"/>
          <p:cNvSpPr/>
          <p:nvPr/>
        </p:nvSpPr>
        <p:spPr>
          <a:xfrm>
            <a:off x="4415311" y="2383451"/>
            <a:ext cx="627380" cy="270510"/>
          </a:xfrm>
          <a:custGeom>
            <a:avLst/>
            <a:gdLst/>
            <a:ahLst/>
            <a:cxnLst/>
            <a:rect l="l" t="t" r="r" b="b"/>
            <a:pathLst>
              <a:path w="627379" h="270510">
                <a:moveTo>
                  <a:pt x="0" y="270200"/>
                </a:moveTo>
                <a:lnTo>
                  <a:pt x="627163" y="270200"/>
                </a:lnTo>
                <a:lnTo>
                  <a:pt x="627163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4415311" y="2653651"/>
            <a:ext cx="627380" cy="0"/>
          </a:xfrm>
          <a:custGeom>
            <a:avLst/>
            <a:gdLst/>
            <a:ahLst/>
            <a:cxnLst/>
            <a:rect l="l" t="t" r="r" b="b"/>
            <a:pathLst>
              <a:path w="627379">
                <a:moveTo>
                  <a:pt x="0" y="0"/>
                </a:moveTo>
                <a:lnTo>
                  <a:pt x="627204" y="0"/>
                </a:lnTo>
                <a:lnTo>
                  <a:pt x="627204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4415311" y="265365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5042515" y="2383413"/>
            <a:ext cx="0" cy="270510"/>
          </a:xfrm>
          <a:custGeom>
            <a:avLst/>
            <a:gdLst/>
            <a:ahLst/>
            <a:cxnLst/>
            <a:rect l="l" t="t" r="r" b="b"/>
            <a:pathLst>
              <a:path h="270510">
                <a:moveTo>
                  <a:pt x="0" y="270238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4403511" y="2369724"/>
            <a:ext cx="627163" cy="270200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4403511" y="2369724"/>
            <a:ext cx="627380" cy="270510"/>
          </a:xfrm>
          <a:custGeom>
            <a:avLst/>
            <a:gdLst/>
            <a:ahLst/>
            <a:cxnLst/>
            <a:rect l="l" t="t" r="r" b="b"/>
            <a:pathLst>
              <a:path w="627379" h="270510">
                <a:moveTo>
                  <a:pt x="0" y="270200"/>
                </a:moveTo>
                <a:lnTo>
                  <a:pt x="627163" y="270200"/>
                </a:lnTo>
                <a:lnTo>
                  <a:pt x="627163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 txBox="1"/>
          <p:nvPr/>
        </p:nvSpPr>
        <p:spPr>
          <a:xfrm>
            <a:off x="4430145" y="2415798"/>
            <a:ext cx="57404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Calibri"/>
                <a:cs typeface="Calibri"/>
              </a:rPr>
              <a:t>F5</a:t>
            </a:r>
            <a:r>
              <a:rPr sz="900" spc="-80" dirty="0">
                <a:latin typeface="Calibri"/>
                <a:cs typeface="Calibri"/>
              </a:rPr>
              <a:t> </a:t>
            </a:r>
            <a:r>
              <a:rPr sz="900" spc="-130" dirty="0">
                <a:latin typeface="宋体"/>
                <a:cs typeface="宋体"/>
              </a:rPr>
              <a:t>协会</a:t>
            </a:r>
            <a:r>
              <a:rPr sz="900" spc="-55" dirty="0">
                <a:latin typeface="Calibri"/>
                <a:cs typeface="Calibri"/>
              </a:rPr>
              <a:t>/</a:t>
            </a:r>
            <a:r>
              <a:rPr sz="900" spc="-130" dirty="0">
                <a:latin typeface="宋体"/>
                <a:cs typeface="宋体"/>
              </a:rPr>
              <a:t>学会</a:t>
            </a:r>
            <a:endParaRPr sz="900">
              <a:latin typeface="宋体"/>
              <a:cs typeface="宋体"/>
            </a:endParaRPr>
          </a:p>
        </p:txBody>
      </p:sp>
      <p:sp>
        <p:nvSpPr>
          <p:cNvPr id="249" name="object 249"/>
          <p:cNvSpPr/>
          <p:nvPr/>
        </p:nvSpPr>
        <p:spPr>
          <a:xfrm>
            <a:off x="4508237" y="3040279"/>
            <a:ext cx="501650" cy="255270"/>
          </a:xfrm>
          <a:custGeom>
            <a:avLst/>
            <a:gdLst/>
            <a:ahLst/>
            <a:cxnLst/>
            <a:rect l="l" t="t" r="r" b="b"/>
            <a:pathLst>
              <a:path w="501650" h="255270">
                <a:moveTo>
                  <a:pt x="0" y="255082"/>
                </a:moveTo>
                <a:lnTo>
                  <a:pt x="501337" y="255082"/>
                </a:lnTo>
                <a:lnTo>
                  <a:pt x="501337" y="0"/>
                </a:lnTo>
                <a:lnTo>
                  <a:pt x="0" y="0"/>
                </a:lnTo>
                <a:lnTo>
                  <a:pt x="0" y="255082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4508237" y="3295361"/>
            <a:ext cx="501650" cy="0"/>
          </a:xfrm>
          <a:custGeom>
            <a:avLst/>
            <a:gdLst/>
            <a:ahLst/>
            <a:cxnLst/>
            <a:rect l="l" t="t" r="r" b="b"/>
            <a:pathLst>
              <a:path w="501650">
                <a:moveTo>
                  <a:pt x="0" y="0"/>
                </a:moveTo>
                <a:lnTo>
                  <a:pt x="501337" y="0"/>
                </a:lnTo>
                <a:lnTo>
                  <a:pt x="501337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4508237" y="3295361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5009574" y="3040278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08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4496437" y="3026552"/>
            <a:ext cx="501337" cy="255082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4496437" y="3026552"/>
            <a:ext cx="501650" cy="255270"/>
          </a:xfrm>
          <a:custGeom>
            <a:avLst/>
            <a:gdLst/>
            <a:ahLst/>
            <a:cxnLst/>
            <a:rect l="l" t="t" r="r" b="b"/>
            <a:pathLst>
              <a:path w="501650" h="255270">
                <a:moveTo>
                  <a:pt x="0" y="255082"/>
                </a:moveTo>
                <a:lnTo>
                  <a:pt x="501337" y="255082"/>
                </a:lnTo>
                <a:lnTo>
                  <a:pt x="501337" y="0"/>
                </a:lnTo>
                <a:lnTo>
                  <a:pt x="0" y="0"/>
                </a:lnTo>
                <a:lnTo>
                  <a:pt x="0" y="255082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 txBox="1"/>
          <p:nvPr/>
        </p:nvSpPr>
        <p:spPr>
          <a:xfrm>
            <a:off x="4500125" y="3077813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0" dirty="0">
                <a:latin typeface="Calibri"/>
                <a:cs typeface="Calibri"/>
              </a:rPr>
              <a:t>F</a:t>
            </a:r>
            <a:r>
              <a:rPr sz="750" spc="-60" dirty="0">
                <a:latin typeface="Calibri"/>
                <a:cs typeface="Calibri"/>
              </a:rPr>
              <a:t>5</a:t>
            </a:r>
            <a:r>
              <a:rPr sz="750" spc="-40" dirty="0">
                <a:latin typeface="Calibri"/>
                <a:cs typeface="Calibri"/>
              </a:rPr>
              <a:t>.2</a:t>
            </a:r>
            <a:r>
              <a:rPr sz="750" spc="-110" dirty="0">
                <a:latin typeface="宋体"/>
                <a:cs typeface="宋体"/>
              </a:rPr>
              <a:t>浏览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56" name="object 256"/>
          <p:cNvSpPr/>
          <p:nvPr/>
        </p:nvSpPr>
        <p:spPr>
          <a:xfrm>
            <a:off x="4508237" y="3356558"/>
            <a:ext cx="501650" cy="255270"/>
          </a:xfrm>
          <a:custGeom>
            <a:avLst/>
            <a:gdLst/>
            <a:ahLst/>
            <a:cxnLst/>
            <a:rect l="l" t="t" r="r" b="b"/>
            <a:pathLst>
              <a:path w="501650" h="255270">
                <a:moveTo>
                  <a:pt x="0" y="255082"/>
                </a:moveTo>
                <a:lnTo>
                  <a:pt x="501337" y="255082"/>
                </a:lnTo>
                <a:lnTo>
                  <a:pt x="501337" y="0"/>
                </a:lnTo>
                <a:lnTo>
                  <a:pt x="0" y="0"/>
                </a:lnTo>
                <a:lnTo>
                  <a:pt x="0" y="255082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4508237" y="3611640"/>
            <a:ext cx="501650" cy="0"/>
          </a:xfrm>
          <a:custGeom>
            <a:avLst/>
            <a:gdLst/>
            <a:ahLst/>
            <a:cxnLst/>
            <a:rect l="l" t="t" r="r" b="b"/>
            <a:pathLst>
              <a:path w="501650">
                <a:moveTo>
                  <a:pt x="0" y="0"/>
                </a:moveTo>
                <a:lnTo>
                  <a:pt x="501337" y="0"/>
                </a:lnTo>
                <a:lnTo>
                  <a:pt x="501337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4508237" y="36116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5009574" y="3356558"/>
            <a:ext cx="0" cy="255270"/>
          </a:xfrm>
          <a:custGeom>
            <a:avLst/>
            <a:gdLst/>
            <a:ahLst/>
            <a:cxnLst/>
            <a:rect l="l" t="t" r="r" b="b"/>
            <a:pathLst>
              <a:path h="255270">
                <a:moveTo>
                  <a:pt x="0" y="255082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4496437" y="3342831"/>
            <a:ext cx="501337" cy="25508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4496437" y="3342832"/>
            <a:ext cx="501650" cy="255270"/>
          </a:xfrm>
          <a:custGeom>
            <a:avLst/>
            <a:gdLst/>
            <a:ahLst/>
            <a:cxnLst/>
            <a:rect l="l" t="t" r="r" b="b"/>
            <a:pathLst>
              <a:path w="501650" h="255270">
                <a:moveTo>
                  <a:pt x="0" y="255082"/>
                </a:moveTo>
                <a:lnTo>
                  <a:pt x="501337" y="255082"/>
                </a:lnTo>
                <a:lnTo>
                  <a:pt x="501337" y="0"/>
                </a:lnTo>
                <a:lnTo>
                  <a:pt x="0" y="0"/>
                </a:lnTo>
                <a:lnTo>
                  <a:pt x="0" y="255082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 txBox="1"/>
          <p:nvPr/>
        </p:nvSpPr>
        <p:spPr>
          <a:xfrm>
            <a:off x="4500125" y="3394092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0" dirty="0">
                <a:latin typeface="Calibri"/>
                <a:cs typeface="Calibri"/>
              </a:rPr>
              <a:t>F</a:t>
            </a:r>
            <a:r>
              <a:rPr sz="750" spc="-60" dirty="0">
                <a:latin typeface="Calibri"/>
                <a:cs typeface="Calibri"/>
              </a:rPr>
              <a:t>5</a:t>
            </a:r>
            <a:r>
              <a:rPr sz="750" spc="-40" dirty="0">
                <a:latin typeface="Calibri"/>
                <a:cs typeface="Calibri"/>
              </a:rPr>
              <a:t>.3</a:t>
            </a:r>
            <a:r>
              <a:rPr sz="750" spc="-110" dirty="0">
                <a:latin typeface="宋体"/>
                <a:cs typeface="宋体"/>
              </a:rPr>
              <a:t>管理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63" name="object 263"/>
          <p:cNvSpPr/>
          <p:nvPr/>
        </p:nvSpPr>
        <p:spPr>
          <a:xfrm>
            <a:off x="5331042" y="2734065"/>
            <a:ext cx="501650" cy="253365"/>
          </a:xfrm>
          <a:custGeom>
            <a:avLst/>
            <a:gdLst/>
            <a:ahLst/>
            <a:cxnLst/>
            <a:rect l="l" t="t" r="r" b="b"/>
            <a:pathLst>
              <a:path w="501650" h="253364">
                <a:moveTo>
                  <a:pt x="0" y="253309"/>
                </a:moveTo>
                <a:lnTo>
                  <a:pt x="501337" y="253309"/>
                </a:lnTo>
                <a:lnTo>
                  <a:pt x="501337" y="0"/>
                </a:lnTo>
                <a:lnTo>
                  <a:pt x="0" y="0"/>
                </a:lnTo>
                <a:lnTo>
                  <a:pt x="0" y="253309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5331042" y="2987374"/>
            <a:ext cx="501650" cy="0"/>
          </a:xfrm>
          <a:custGeom>
            <a:avLst/>
            <a:gdLst/>
            <a:ahLst/>
            <a:cxnLst/>
            <a:rect l="l" t="t" r="r" b="b"/>
            <a:pathLst>
              <a:path w="501650">
                <a:moveTo>
                  <a:pt x="0" y="0"/>
                </a:moveTo>
                <a:lnTo>
                  <a:pt x="501337" y="0"/>
                </a:lnTo>
                <a:lnTo>
                  <a:pt x="501337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5331042" y="2987374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5832380" y="2734103"/>
            <a:ext cx="0" cy="253365"/>
          </a:xfrm>
          <a:custGeom>
            <a:avLst/>
            <a:gdLst/>
            <a:ahLst/>
            <a:cxnLst/>
            <a:rect l="l" t="t" r="r" b="b"/>
            <a:pathLst>
              <a:path h="253364">
                <a:moveTo>
                  <a:pt x="0" y="25327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5319242" y="2720338"/>
            <a:ext cx="501337" cy="25330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5319242" y="2720339"/>
            <a:ext cx="501650" cy="253365"/>
          </a:xfrm>
          <a:custGeom>
            <a:avLst/>
            <a:gdLst/>
            <a:ahLst/>
            <a:cxnLst/>
            <a:rect l="l" t="t" r="r" b="b"/>
            <a:pathLst>
              <a:path w="501650" h="253364">
                <a:moveTo>
                  <a:pt x="0" y="253309"/>
                </a:moveTo>
                <a:lnTo>
                  <a:pt x="501337" y="253309"/>
                </a:lnTo>
                <a:lnTo>
                  <a:pt x="501337" y="0"/>
                </a:lnTo>
                <a:lnTo>
                  <a:pt x="0" y="0"/>
                </a:lnTo>
                <a:lnTo>
                  <a:pt x="0" y="253309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 txBox="1"/>
          <p:nvPr/>
        </p:nvSpPr>
        <p:spPr>
          <a:xfrm>
            <a:off x="5322931" y="2770684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5" dirty="0">
                <a:latin typeface="Calibri"/>
                <a:cs typeface="Calibri"/>
              </a:rPr>
              <a:t>F6</a:t>
            </a:r>
            <a:r>
              <a:rPr sz="750" spc="-35" dirty="0">
                <a:latin typeface="Calibri"/>
                <a:cs typeface="Calibri"/>
              </a:rPr>
              <a:t>.</a:t>
            </a:r>
            <a:r>
              <a:rPr sz="750" spc="-55" dirty="0">
                <a:latin typeface="Calibri"/>
                <a:cs typeface="Calibri"/>
              </a:rPr>
              <a:t>1</a:t>
            </a:r>
            <a:r>
              <a:rPr sz="750" spc="-110" dirty="0">
                <a:latin typeface="宋体"/>
                <a:cs typeface="宋体"/>
              </a:rPr>
              <a:t>编辑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70" name="object 270"/>
          <p:cNvSpPr/>
          <p:nvPr/>
        </p:nvSpPr>
        <p:spPr>
          <a:xfrm>
            <a:off x="5218451" y="2383832"/>
            <a:ext cx="544195" cy="269875"/>
          </a:xfrm>
          <a:custGeom>
            <a:avLst/>
            <a:gdLst/>
            <a:ahLst/>
            <a:cxnLst/>
            <a:rect l="l" t="t" r="r" b="b"/>
            <a:pathLst>
              <a:path w="544195" h="269875">
                <a:moveTo>
                  <a:pt x="0" y="269247"/>
                </a:moveTo>
                <a:lnTo>
                  <a:pt x="543940" y="269247"/>
                </a:lnTo>
                <a:lnTo>
                  <a:pt x="543940" y="0"/>
                </a:lnTo>
                <a:lnTo>
                  <a:pt x="0" y="0"/>
                </a:lnTo>
                <a:lnTo>
                  <a:pt x="0" y="269247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5218451" y="2653079"/>
            <a:ext cx="544195" cy="0"/>
          </a:xfrm>
          <a:custGeom>
            <a:avLst/>
            <a:gdLst/>
            <a:ahLst/>
            <a:cxnLst/>
            <a:rect l="l" t="t" r="r" b="b"/>
            <a:pathLst>
              <a:path w="544195">
                <a:moveTo>
                  <a:pt x="0" y="0"/>
                </a:moveTo>
                <a:lnTo>
                  <a:pt x="543948" y="0"/>
                </a:lnTo>
                <a:lnTo>
                  <a:pt x="543948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5218451" y="26530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5762399" y="2383794"/>
            <a:ext cx="0" cy="269875"/>
          </a:xfrm>
          <a:custGeom>
            <a:avLst/>
            <a:gdLst/>
            <a:ahLst/>
            <a:cxnLst/>
            <a:rect l="l" t="t" r="r" b="b"/>
            <a:pathLst>
              <a:path h="269875">
                <a:moveTo>
                  <a:pt x="0" y="269285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5206651" y="2370105"/>
            <a:ext cx="543940" cy="269247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5206651" y="2370106"/>
            <a:ext cx="544195" cy="269875"/>
          </a:xfrm>
          <a:custGeom>
            <a:avLst/>
            <a:gdLst/>
            <a:ahLst/>
            <a:cxnLst/>
            <a:rect l="l" t="t" r="r" b="b"/>
            <a:pathLst>
              <a:path w="544195" h="269875">
                <a:moveTo>
                  <a:pt x="0" y="269247"/>
                </a:moveTo>
                <a:lnTo>
                  <a:pt x="543940" y="269247"/>
                </a:lnTo>
                <a:lnTo>
                  <a:pt x="543940" y="0"/>
                </a:lnTo>
                <a:lnTo>
                  <a:pt x="0" y="0"/>
                </a:lnTo>
                <a:lnTo>
                  <a:pt x="0" y="269247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 txBox="1"/>
          <p:nvPr/>
        </p:nvSpPr>
        <p:spPr>
          <a:xfrm>
            <a:off x="5210667" y="2415702"/>
            <a:ext cx="5365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Calibri"/>
                <a:cs typeface="Calibri"/>
              </a:rPr>
              <a:t>F6</a:t>
            </a:r>
            <a:r>
              <a:rPr sz="900" spc="-80" dirty="0">
                <a:latin typeface="Calibri"/>
                <a:cs typeface="Calibri"/>
              </a:rPr>
              <a:t> </a:t>
            </a:r>
            <a:r>
              <a:rPr sz="900" spc="-130" dirty="0">
                <a:latin typeface="宋体"/>
                <a:cs typeface="宋体"/>
              </a:rPr>
              <a:t>医院管理</a:t>
            </a:r>
            <a:endParaRPr sz="900">
              <a:latin typeface="宋体"/>
              <a:cs typeface="宋体"/>
            </a:endParaRPr>
          </a:p>
        </p:txBody>
      </p:sp>
      <p:sp>
        <p:nvSpPr>
          <p:cNvPr id="277" name="object 277"/>
          <p:cNvSpPr/>
          <p:nvPr/>
        </p:nvSpPr>
        <p:spPr>
          <a:xfrm>
            <a:off x="5331042" y="3032996"/>
            <a:ext cx="501650" cy="253365"/>
          </a:xfrm>
          <a:custGeom>
            <a:avLst/>
            <a:gdLst/>
            <a:ahLst/>
            <a:cxnLst/>
            <a:rect l="l" t="t" r="r" b="b"/>
            <a:pathLst>
              <a:path w="501650" h="253364">
                <a:moveTo>
                  <a:pt x="0" y="253309"/>
                </a:moveTo>
                <a:lnTo>
                  <a:pt x="501337" y="253309"/>
                </a:lnTo>
                <a:lnTo>
                  <a:pt x="501337" y="0"/>
                </a:lnTo>
                <a:lnTo>
                  <a:pt x="0" y="0"/>
                </a:lnTo>
                <a:lnTo>
                  <a:pt x="0" y="253309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5331042" y="3286305"/>
            <a:ext cx="501650" cy="0"/>
          </a:xfrm>
          <a:custGeom>
            <a:avLst/>
            <a:gdLst/>
            <a:ahLst/>
            <a:cxnLst/>
            <a:rect l="l" t="t" r="r" b="b"/>
            <a:pathLst>
              <a:path w="501650">
                <a:moveTo>
                  <a:pt x="0" y="0"/>
                </a:moveTo>
                <a:lnTo>
                  <a:pt x="501337" y="0"/>
                </a:lnTo>
                <a:lnTo>
                  <a:pt x="501337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5331042" y="3286305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5832380" y="3033034"/>
            <a:ext cx="0" cy="253365"/>
          </a:xfrm>
          <a:custGeom>
            <a:avLst/>
            <a:gdLst/>
            <a:ahLst/>
            <a:cxnLst/>
            <a:rect l="l" t="t" r="r" b="b"/>
            <a:pathLst>
              <a:path h="253364">
                <a:moveTo>
                  <a:pt x="0" y="25327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5319242" y="3019269"/>
            <a:ext cx="501337" cy="25330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5319242" y="3019269"/>
            <a:ext cx="501650" cy="253365"/>
          </a:xfrm>
          <a:custGeom>
            <a:avLst/>
            <a:gdLst/>
            <a:ahLst/>
            <a:cxnLst/>
            <a:rect l="l" t="t" r="r" b="b"/>
            <a:pathLst>
              <a:path w="501650" h="253364">
                <a:moveTo>
                  <a:pt x="0" y="253309"/>
                </a:moveTo>
                <a:lnTo>
                  <a:pt x="501337" y="253309"/>
                </a:lnTo>
                <a:lnTo>
                  <a:pt x="501337" y="0"/>
                </a:lnTo>
                <a:lnTo>
                  <a:pt x="0" y="0"/>
                </a:lnTo>
                <a:lnTo>
                  <a:pt x="0" y="253309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 txBox="1"/>
          <p:nvPr/>
        </p:nvSpPr>
        <p:spPr>
          <a:xfrm>
            <a:off x="5322931" y="3069615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5" dirty="0">
                <a:latin typeface="Calibri"/>
                <a:cs typeface="Calibri"/>
              </a:rPr>
              <a:t>F6</a:t>
            </a:r>
            <a:r>
              <a:rPr sz="750" spc="-35" dirty="0">
                <a:latin typeface="Calibri"/>
                <a:cs typeface="Calibri"/>
              </a:rPr>
              <a:t>.</a:t>
            </a:r>
            <a:r>
              <a:rPr sz="750" spc="-55" dirty="0">
                <a:latin typeface="Calibri"/>
                <a:cs typeface="Calibri"/>
              </a:rPr>
              <a:t>2</a:t>
            </a:r>
            <a:r>
              <a:rPr sz="750" spc="-110" dirty="0">
                <a:latin typeface="宋体"/>
                <a:cs typeface="宋体"/>
              </a:rPr>
              <a:t>浏览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84" name="object 284"/>
          <p:cNvSpPr/>
          <p:nvPr/>
        </p:nvSpPr>
        <p:spPr>
          <a:xfrm>
            <a:off x="5331042" y="3335358"/>
            <a:ext cx="501650" cy="253365"/>
          </a:xfrm>
          <a:custGeom>
            <a:avLst/>
            <a:gdLst/>
            <a:ahLst/>
            <a:cxnLst/>
            <a:rect l="l" t="t" r="r" b="b"/>
            <a:pathLst>
              <a:path w="501650" h="253364">
                <a:moveTo>
                  <a:pt x="0" y="253309"/>
                </a:moveTo>
                <a:lnTo>
                  <a:pt x="501337" y="253309"/>
                </a:lnTo>
                <a:lnTo>
                  <a:pt x="501337" y="0"/>
                </a:lnTo>
                <a:lnTo>
                  <a:pt x="0" y="0"/>
                </a:lnTo>
                <a:lnTo>
                  <a:pt x="0" y="253309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5331042" y="3588667"/>
            <a:ext cx="501650" cy="0"/>
          </a:xfrm>
          <a:custGeom>
            <a:avLst/>
            <a:gdLst/>
            <a:ahLst/>
            <a:cxnLst/>
            <a:rect l="l" t="t" r="r" b="b"/>
            <a:pathLst>
              <a:path w="501650">
                <a:moveTo>
                  <a:pt x="0" y="0"/>
                </a:moveTo>
                <a:lnTo>
                  <a:pt x="501337" y="0"/>
                </a:lnTo>
                <a:lnTo>
                  <a:pt x="501337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5331042" y="3588667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5832380" y="3335301"/>
            <a:ext cx="0" cy="253365"/>
          </a:xfrm>
          <a:custGeom>
            <a:avLst/>
            <a:gdLst/>
            <a:ahLst/>
            <a:cxnLst/>
            <a:rect l="l" t="t" r="r" b="b"/>
            <a:pathLst>
              <a:path h="253364">
                <a:moveTo>
                  <a:pt x="0" y="253366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5319242" y="3321632"/>
            <a:ext cx="501337" cy="253309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5319242" y="3321632"/>
            <a:ext cx="501650" cy="253365"/>
          </a:xfrm>
          <a:custGeom>
            <a:avLst/>
            <a:gdLst/>
            <a:ahLst/>
            <a:cxnLst/>
            <a:rect l="l" t="t" r="r" b="b"/>
            <a:pathLst>
              <a:path w="501650" h="253364">
                <a:moveTo>
                  <a:pt x="0" y="253309"/>
                </a:moveTo>
                <a:lnTo>
                  <a:pt x="501337" y="253309"/>
                </a:lnTo>
                <a:lnTo>
                  <a:pt x="501337" y="0"/>
                </a:lnTo>
                <a:lnTo>
                  <a:pt x="0" y="0"/>
                </a:lnTo>
                <a:lnTo>
                  <a:pt x="0" y="253309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 txBox="1"/>
          <p:nvPr/>
        </p:nvSpPr>
        <p:spPr>
          <a:xfrm>
            <a:off x="5322931" y="3371977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5" dirty="0">
                <a:latin typeface="Calibri"/>
                <a:cs typeface="Calibri"/>
              </a:rPr>
              <a:t>F6</a:t>
            </a:r>
            <a:r>
              <a:rPr sz="750" spc="-35" dirty="0">
                <a:latin typeface="Calibri"/>
                <a:cs typeface="Calibri"/>
              </a:rPr>
              <a:t>.</a:t>
            </a:r>
            <a:r>
              <a:rPr sz="750" spc="-55" dirty="0">
                <a:latin typeface="Calibri"/>
                <a:cs typeface="Calibri"/>
              </a:rPr>
              <a:t>3</a:t>
            </a:r>
            <a:r>
              <a:rPr sz="750" spc="-110" dirty="0">
                <a:latin typeface="宋体"/>
                <a:cs typeface="宋体"/>
              </a:rPr>
              <a:t>检索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91" name="object 291"/>
          <p:cNvSpPr/>
          <p:nvPr/>
        </p:nvSpPr>
        <p:spPr>
          <a:xfrm>
            <a:off x="5331042" y="3635909"/>
            <a:ext cx="501650" cy="253365"/>
          </a:xfrm>
          <a:custGeom>
            <a:avLst/>
            <a:gdLst/>
            <a:ahLst/>
            <a:cxnLst/>
            <a:rect l="l" t="t" r="r" b="b"/>
            <a:pathLst>
              <a:path w="501650" h="253364">
                <a:moveTo>
                  <a:pt x="0" y="253309"/>
                </a:moveTo>
                <a:lnTo>
                  <a:pt x="501337" y="253309"/>
                </a:lnTo>
                <a:lnTo>
                  <a:pt x="501337" y="0"/>
                </a:lnTo>
                <a:lnTo>
                  <a:pt x="0" y="0"/>
                </a:lnTo>
                <a:lnTo>
                  <a:pt x="0" y="253309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5331042" y="3889219"/>
            <a:ext cx="501650" cy="0"/>
          </a:xfrm>
          <a:custGeom>
            <a:avLst/>
            <a:gdLst/>
            <a:ahLst/>
            <a:cxnLst/>
            <a:rect l="l" t="t" r="r" b="b"/>
            <a:pathLst>
              <a:path w="501650">
                <a:moveTo>
                  <a:pt x="0" y="0"/>
                </a:moveTo>
                <a:lnTo>
                  <a:pt x="501337" y="0"/>
                </a:lnTo>
                <a:lnTo>
                  <a:pt x="501337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5331042" y="388921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5832380" y="3635947"/>
            <a:ext cx="0" cy="253365"/>
          </a:xfrm>
          <a:custGeom>
            <a:avLst/>
            <a:gdLst/>
            <a:ahLst/>
            <a:cxnLst/>
            <a:rect l="l" t="t" r="r" b="b"/>
            <a:pathLst>
              <a:path h="253364">
                <a:moveTo>
                  <a:pt x="0" y="253271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5319242" y="3622183"/>
            <a:ext cx="501337" cy="253309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5319242" y="3622183"/>
            <a:ext cx="501650" cy="253365"/>
          </a:xfrm>
          <a:custGeom>
            <a:avLst/>
            <a:gdLst/>
            <a:ahLst/>
            <a:cxnLst/>
            <a:rect l="l" t="t" r="r" b="b"/>
            <a:pathLst>
              <a:path w="501650" h="253364">
                <a:moveTo>
                  <a:pt x="0" y="253309"/>
                </a:moveTo>
                <a:lnTo>
                  <a:pt x="501337" y="253309"/>
                </a:lnTo>
                <a:lnTo>
                  <a:pt x="501337" y="0"/>
                </a:lnTo>
                <a:lnTo>
                  <a:pt x="0" y="0"/>
                </a:lnTo>
                <a:lnTo>
                  <a:pt x="0" y="253309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 txBox="1"/>
          <p:nvPr/>
        </p:nvSpPr>
        <p:spPr>
          <a:xfrm>
            <a:off x="5322931" y="3672528"/>
            <a:ext cx="33083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55" dirty="0">
                <a:latin typeface="Calibri"/>
                <a:cs typeface="Calibri"/>
              </a:rPr>
              <a:t>F6</a:t>
            </a:r>
            <a:r>
              <a:rPr sz="750" spc="-35" dirty="0">
                <a:latin typeface="Calibri"/>
                <a:cs typeface="Calibri"/>
              </a:rPr>
              <a:t>.</a:t>
            </a:r>
            <a:r>
              <a:rPr sz="750" spc="-55" dirty="0">
                <a:latin typeface="Calibri"/>
                <a:cs typeface="Calibri"/>
              </a:rPr>
              <a:t>4</a:t>
            </a:r>
            <a:r>
              <a:rPr sz="750" spc="-110" dirty="0">
                <a:latin typeface="宋体"/>
                <a:cs typeface="宋体"/>
              </a:rPr>
              <a:t>管理</a:t>
            </a:r>
            <a:endParaRPr sz="750">
              <a:latin typeface="宋体"/>
              <a:cs typeface="宋体"/>
            </a:endParaRPr>
          </a:p>
        </p:txBody>
      </p:sp>
      <p:sp>
        <p:nvSpPr>
          <p:cNvPr id="298" name="object 298"/>
          <p:cNvSpPr/>
          <p:nvPr/>
        </p:nvSpPr>
        <p:spPr>
          <a:xfrm>
            <a:off x="5925141" y="2382879"/>
            <a:ext cx="581025" cy="270510"/>
          </a:xfrm>
          <a:custGeom>
            <a:avLst/>
            <a:gdLst/>
            <a:ahLst/>
            <a:cxnLst/>
            <a:rect l="l" t="t" r="r" b="b"/>
            <a:pathLst>
              <a:path w="581025" h="270510">
                <a:moveTo>
                  <a:pt x="0" y="270200"/>
                </a:moveTo>
                <a:lnTo>
                  <a:pt x="580708" y="270200"/>
                </a:lnTo>
                <a:lnTo>
                  <a:pt x="580708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5925141" y="2653079"/>
            <a:ext cx="581025" cy="0"/>
          </a:xfrm>
          <a:custGeom>
            <a:avLst/>
            <a:gdLst/>
            <a:ahLst/>
            <a:cxnLst/>
            <a:rect l="l" t="t" r="r" b="b"/>
            <a:pathLst>
              <a:path w="581025">
                <a:moveTo>
                  <a:pt x="0" y="0"/>
                </a:moveTo>
                <a:lnTo>
                  <a:pt x="580741" y="0"/>
                </a:lnTo>
                <a:lnTo>
                  <a:pt x="580741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5925141" y="26530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6505882" y="2382841"/>
            <a:ext cx="0" cy="270510"/>
          </a:xfrm>
          <a:custGeom>
            <a:avLst/>
            <a:gdLst/>
            <a:ahLst/>
            <a:cxnLst/>
            <a:rect l="l" t="t" r="r" b="b"/>
            <a:pathLst>
              <a:path h="270510">
                <a:moveTo>
                  <a:pt x="0" y="270238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5913341" y="2369152"/>
            <a:ext cx="580708" cy="270200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5913341" y="2369152"/>
            <a:ext cx="581025" cy="270510"/>
          </a:xfrm>
          <a:custGeom>
            <a:avLst/>
            <a:gdLst/>
            <a:ahLst/>
            <a:cxnLst/>
            <a:rect l="l" t="t" r="r" b="b"/>
            <a:pathLst>
              <a:path w="581025" h="270510">
                <a:moveTo>
                  <a:pt x="0" y="270200"/>
                </a:moveTo>
                <a:lnTo>
                  <a:pt x="580708" y="270200"/>
                </a:lnTo>
                <a:lnTo>
                  <a:pt x="580708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 txBox="1"/>
          <p:nvPr/>
        </p:nvSpPr>
        <p:spPr>
          <a:xfrm>
            <a:off x="5924651" y="2415226"/>
            <a:ext cx="5581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Calibri"/>
                <a:cs typeface="Calibri"/>
              </a:rPr>
              <a:t>F7</a:t>
            </a:r>
            <a:r>
              <a:rPr sz="900" spc="-75" dirty="0">
                <a:latin typeface="Calibri"/>
                <a:cs typeface="Calibri"/>
              </a:rPr>
              <a:t> </a:t>
            </a:r>
            <a:r>
              <a:rPr sz="900" spc="-60" dirty="0">
                <a:latin typeface="Calibri"/>
                <a:cs typeface="Calibri"/>
              </a:rPr>
              <a:t>Email</a:t>
            </a:r>
            <a:r>
              <a:rPr sz="900" spc="-130" dirty="0">
                <a:latin typeface="宋体"/>
                <a:cs typeface="宋体"/>
              </a:rPr>
              <a:t>管理</a:t>
            </a:r>
            <a:endParaRPr sz="900">
              <a:latin typeface="宋体"/>
              <a:cs typeface="宋体"/>
            </a:endParaRPr>
          </a:p>
        </p:txBody>
      </p:sp>
      <p:sp>
        <p:nvSpPr>
          <p:cNvPr id="305" name="object 305"/>
          <p:cNvSpPr/>
          <p:nvPr/>
        </p:nvSpPr>
        <p:spPr>
          <a:xfrm>
            <a:off x="6621998" y="2382879"/>
            <a:ext cx="557530" cy="270510"/>
          </a:xfrm>
          <a:custGeom>
            <a:avLst/>
            <a:gdLst/>
            <a:ahLst/>
            <a:cxnLst/>
            <a:rect l="l" t="t" r="r" b="b"/>
            <a:pathLst>
              <a:path w="557529" h="270510">
                <a:moveTo>
                  <a:pt x="0" y="270200"/>
                </a:moveTo>
                <a:lnTo>
                  <a:pt x="557297" y="270200"/>
                </a:lnTo>
                <a:lnTo>
                  <a:pt x="557297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6621998" y="2653079"/>
            <a:ext cx="557530" cy="0"/>
          </a:xfrm>
          <a:custGeom>
            <a:avLst/>
            <a:gdLst/>
            <a:ahLst/>
            <a:cxnLst/>
            <a:rect l="l" t="t" r="r" b="b"/>
            <a:pathLst>
              <a:path w="557529">
                <a:moveTo>
                  <a:pt x="0" y="0"/>
                </a:moveTo>
                <a:lnTo>
                  <a:pt x="557305" y="0"/>
                </a:lnTo>
                <a:lnTo>
                  <a:pt x="557305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6621998" y="26530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7179303" y="2382841"/>
            <a:ext cx="0" cy="270510"/>
          </a:xfrm>
          <a:custGeom>
            <a:avLst/>
            <a:gdLst/>
            <a:ahLst/>
            <a:cxnLst/>
            <a:rect l="l" t="t" r="r" b="b"/>
            <a:pathLst>
              <a:path h="270510">
                <a:moveTo>
                  <a:pt x="0" y="270238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6610198" y="2369152"/>
            <a:ext cx="557297" cy="270200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6610198" y="2369152"/>
            <a:ext cx="557530" cy="270510"/>
          </a:xfrm>
          <a:custGeom>
            <a:avLst/>
            <a:gdLst/>
            <a:ahLst/>
            <a:cxnLst/>
            <a:rect l="l" t="t" r="r" b="b"/>
            <a:pathLst>
              <a:path w="557529" h="270510">
                <a:moveTo>
                  <a:pt x="0" y="270200"/>
                </a:moveTo>
                <a:lnTo>
                  <a:pt x="557297" y="270200"/>
                </a:lnTo>
                <a:lnTo>
                  <a:pt x="557297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 txBox="1"/>
          <p:nvPr/>
        </p:nvSpPr>
        <p:spPr>
          <a:xfrm>
            <a:off x="6613886" y="2415226"/>
            <a:ext cx="5238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Calibri"/>
                <a:cs typeface="Calibri"/>
              </a:rPr>
              <a:t>F8</a:t>
            </a:r>
            <a:r>
              <a:rPr sz="900" spc="-75" dirty="0">
                <a:latin typeface="Calibri"/>
                <a:cs typeface="Calibri"/>
              </a:rPr>
              <a:t> </a:t>
            </a:r>
            <a:r>
              <a:rPr sz="900" spc="-65" dirty="0">
                <a:latin typeface="Calibri"/>
                <a:cs typeface="Calibri"/>
              </a:rPr>
              <a:t>Chat</a:t>
            </a:r>
            <a:r>
              <a:rPr sz="900" spc="-130" dirty="0">
                <a:latin typeface="宋体"/>
                <a:cs typeface="宋体"/>
              </a:rPr>
              <a:t>管理</a:t>
            </a:r>
            <a:endParaRPr sz="900">
              <a:latin typeface="宋体"/>
              <a:cs typeface="宋体"/>
            </a:endParaRPr>
          </a:p>
        </p:txBody>
      </p:sp>
      <p:sp>
        <p:nvSpPr>
          <p:cNvPr id="312" name="object 312"/>
          <p:cNvSpPr/>
          <p:nvPr/>
        </p:nvSpPr>
        <p:spPr>
          <a:xfrm>
            <a:off x="7307301" y="2382879"/>
            <a:ext cx="650875" cy="270510"/>
          </a:xfrm>
          <a:custGeom>
            <a:avLst/>
            <a:gdLst/>
            <a:ahLst/>
            <a:cxnLst/>
            <a:rect l="l" t="t" r="r" b="b"/>
            <a:pathLst>
              <a:path w="650875" h="270510">
                <a:moveTo>
                  <a:pt x="0" y="270200"/>
                </a:moveTo>
                <a:lnTo>
                  <a:pt x="650394" y="270200"/>
                </a:lnTo>
                <a:lnTo>
                  <a:pt x="650394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7307301" y="2653079"/>
            <a:ext cx="650875" cy="0"/>
          </a:xfrm>
          <a:custGeom>
            <a:avLst/>
            <a:gdLst/>
            <a:ahLst/>
            <a:cxnLst/>
            <a:rect l="l" t="t" r="r" b="b"/>
            <a:pathLst>
              <a:path w="650875">
                <a:moveTo>
                  <a:pt x="0" y="0"/>
                </a:moveTo>
                <a:lnTo>
                  <a:pt x="650394" y="0"/>
                </a:lnTo>
                <a:lnTo>
                  <a:pt x="650394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7307301" y="26530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7957695" y="2382841"/>
            <a:ext cx="0" cy="270510"/>
          </a:xfrm>
          <a:custGeom>
            <a:avLst/>
            <a:gdLst/>
            <a:ahLst/>
            <a:cxnLst/>
            <a:rect l="l" t="t" r="r" b="b"/>
            <a:pathLst>
              <a:path h="270510">
                <a:moveTo>
                  <a:pt x="0" y="270238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7295501" y="2369152"/>
            <a:ext cx="650394" cy="270200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7295501" y="2369152"/>
            <a:ext cx="650875" cy="270510"/>
          </a:xfrm>
          <a:custGeom>
            <a:avLst/>
            <a:gdLst/>
            <a:ahLst/>
            <a:cxnLst/>
            <a:rect l="l" t="t" r="r" b="b"/>
            <a:pathLst>
              <a:path w="650875" h="270510">
                <a:moveTo>
                  <a:pt x="0" y="270200"/>
                </a:moveTo>
                <a:lnTo>
                  <a:pt x="650394" y="270200"/>
                </a:lnTo>
                <a:lnTo>
                  <a:pt x="650394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 txBox="1"/>
          <p:nvPr/>
        </p:nvSpPr>
        <p:spPr>
          <a:xfrm>
            <a:off x="7299190" y="2415226"/>
            <a:ext cx="6343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Calibri"/>
                <a:cs typeface="Calibri"/>
              </a:rPr>
              <a:t>F9</a:t>
            </a:r>
            <a:r>
              <a:rPr sz="900" spc="-80" dirty="0">
                <a:latin typeface="Calibri"/>
                <a:cs typeface="Calibri"/>
              </a:rPr>
              <a:t> </a:t>
            </a:r>
            <a:r>
              <a:rPr sz="900" spc="-130" dirty="0">
                <a:latin typeface="宋体"/>
                <a:cs typeface="宋体"/>
              </a:rPr>
              <a:t>护士排班表</a:t>
            </a:r>
            <a:endParaRPr sz="900">
              <a:latin typeface="宋体"/>
              <a:cs typeface="宋体"/>
            </a:endParaRPr>
          </a:p>
        </p:txBody>
      </p:sp>
      <p:sp>
        <p:nvSpPr>
          <p:cNvPr id="319" name="object 319"/>
          <p:cNvSpPr/>
          <p:nvPr/>
        </p:nvSpPr>
        <p:spPr>
          <a:xfrm>
            <a:off x="8073811" y="2382879"/>
            <a:ext cx="650875" cy="270510"/>
          </a:xfrm>
          <a:custGeom>
            <a:avLst/>
            <a:gdLst/>
            <a:ahLst/>
            <a:cxnLst/>
            <a:rect l="l" t="t" r="r" b="b"/>
            <a:pathLst>
              <a:path w="650875" h="270510">
                <a:moveTo>
                  <a:pt x="0" y="270200"/>
                </a:moveTo>
                <a:lnTo>
                  <a:pt x="650394" y="270200"/>
                </a:lnTo>
                <a:lnTo>
                  <a:pt x="650394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8073811" y="2653079"/>
            <a:ext cx="650875" cy="0"/>
          </a:xfrm>
          <a:custGeom>
            <a:avLst/>
            <a:gdLst/>
            <a:ahLst/>
            <a:cxnLst/>
            <a:rect l="l" t="t" r="r" b="b"/>
            <a:pathLst>
              <a:path w="650875">
                <a:moveTo>
                  <a:pt x="0" y="0"/>
                </a:moveTo>
                <a:lnTo>
                  <a:pt x="650394" y="0"/>
                </a:lnTo>
                <a:lnTo>
                  <a:pt x="650394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8073811" y="26530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8724205" y="2382841"/>
            <a:ext cx="0" cy="270510"/>
          </a:xfrm>
          <a:custGeom>
            <a:avLst/>
            <a:gdLst/>
            <a:ahLst/>
            <a:cxnLst/>
            <a:rect l="l" t="t" r="r" b="b"/>
            <a:pathLst>
              <a:path h="270510">
                <a:moveTo>
                  <a:pt x="0" y="270238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8062011" y="2369152"/>
            <a:ext cx="650394" cy="270200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8062011" y="2369152"/>
            <a:ext cx="650875" cy="270510"/>
          </a:xfrm>
          <a:custGeom>
            <a:avLst/>
            <a:gdLst/>
            <a:ahLst/>
            <a:cxnLst/>
            <a:rect l="l" t="t" r="r" b="b"/>
            <a:pathLst>
              <a:path w="650875" h="270510">
                <a:moveTo>
                  <a:pt x="0" y="270200"/>
                </a:moveTo>
                <a:lnTo>
                  <a:pt x="650394" y="270200"/>
                </a:lnTo>
                <a:lnTo>
                  <a:pt x="650394" y="0"/>
                </a:lnTo>
                <a:lnTo>
                  <a:pt x="0" y="0"/>
                </a:lnTo>
                <a:lnTo>
                  <a:pt x="0" y="270200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 txBox="1"/>
          <p:nvPr/>
        </p:nvSpPr>
        <p:spPr>
          <a:xfrm>
            <a:off x="8065699" y="2415226"/>
            <a:ext cx="58610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Calibri"/>
                <a:cs typeface="Calibri"/>
              </a:rPr>
              <a:t>F10</a:t>
            </a:r>
            <a:r>
              <a:rPr sz="900" spc="-80" dirty="0">
                <a:latin typeface="Calibri"/>
                <a:cs typeface="Calibri"/>
              </a:rPr>
              <a:t> </a:t>
            </a:r>
            <a:r>
              <a:rPr sz="900" spc="-130" dirty="0">
                <a:latin typeface="宋体"/>
                <a:cs typeface="宋体"/>
              </a:rPr>
              <a:t>联机帮助</a:t>
            </a:r>
            <a:endParaRPr sz="900">
              <a:latin typeface="宋体"/>
              <a:cs typeface="宋体"/>
            </a:endParaRPr>
          </a:p>
        </p:txBody>
      </p:sp>
      <p:sp>
        <p:nvSpPr>
          <p:cNvPr id="326" name="object 326"/>
          <p:cNvSpPr/>
          <p:nvPr/>
        </p:nvSpPr>
        <p:spPr>
          <a:xfrm>
            <a:off x="4252733" y="1727614"/>
            <a:ext cx="1242695" cy="311150"/>
          </a:xfrm>
          <a:custGeom>
            <a:avLst/>
            <a:gdLst/>
            <a:ahLst/>
            <a:cxnLst/>
            <a:rect l="l" t="t" r="r" b="b"/>
            <a:pathLst>
              <a:path w="1242695" h="311150">
                <a:moveTo>
                  <a:pt x="0" y="310731"/>
                </a:moveTo>
                <a:lnTo>
                  <a:pt x="1242690" y="310731"/>
                </a:lnTo>
                <a:lnTo>
                  <a:pt x="1242690" y="0"/>
                </a:lnTo>
                <a:lnTo>
                  <a:pt x="0" y="0"/>
                </a:lnTo>
                <a:lnTo>
                  <a:pt x="0" y="310731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4252733" y="2038346"/>
            <a:ext cx="1242695" cy="0"/>
          </a:xfrm>
          <a:custGeom>
            <a:avLst/>
            <a:gdLst/>
            <a:ahLst/>
            <a:cxnLst/>
            <a:rect l="l" t="t" r="r" b="b"/>
            <a:pathLst>
              <a:path w="1242695">
                <a:moveTo>
                  <a:pt x="0" y="0"/>
                </a:moveTo>
                <a:lnTo>
                  <a:pt x="1242690" y="0"/>
                </a:lnTo>
                <a:lnTo>
                  <a:pt x="124269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4252733" y="2038346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5495423" y="1727595"/>
            <a:ext cx="0" cy="311150"/>
          </a:xfrm>
          <a:custGeom>
            <a:avLst/>
            <a:gdLst/>
            <a:ahLst/>
            <a:cxnLst/>
            <a:rect l="l" t="t" r="r" b="b"/>
            <a:pathLst>
              <a:path h="311150">
                <a:moveTo>
                  <a:pt x="0" y="310750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3175">
            <a:solidFill>
              <a:srgbClr val="CDCD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4240933" y="1713888"/>
            <a:ext cx="1242690" cy="310731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4240933" y="1713888"/>
            <a:ext cx="1242695" cy="311150"/>
          </a:xfrm>
          <a:custGeom>
            <a:avLst/>
            <a:gdLst/>
            <a:ahLst/>
            <a:cxnLst/>
            <a:rect l="l" t="t" r="r" b="b"/>
            <a:pathLst>
              <a:path w="1242695" h="311150">
                <a:moveTo>
                  <a:pt x="0" y="310731"/>
                </a:moveTo>
                <a:lnTo>
                  <a:pt x="1242690" y="310731"/>
                </a:lnTo>
                <a:lnTo>
                  <a:pt x="1242690" y="0"/>
                </a:lnTo>
                <a:lnTo>
                  <a:pt x="0" y="0"/>
                </a:lnTo>
                <a:lnTo>
                  <a:pt x="0" y="310731"/>
                </a:lnTo>
                <a:close/>
              </a:path>
            </a:pathLst>
          </a:custGeom>
          <a:ln w="317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 txBox="1"/>
          <p:nvPr/>
        </p:nvSpPr>
        <p:spPr>
          <a:xfrm>
            <a:off x="4456285" y="1780189"/>
            <a:ext cx="81216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130" dirty="0">
                <a:latin typeface="宋体"/>
                <a:cs typeface="宋体"/>
              </a:rPr>
              <a:t>医疗信息商务平台</a:t>
            </a:r>
            <a:endParaRPr sz="900">
              <a:latin typeface="宋体"/>
              <a:cs typeface="宋体"/>
            </a:endParaRPr>
          </a:p>
        </p:txBody>
      </p:sp>
      <p:sp>
        <p:nvSpPr>
          <p:cNvPr id="333" name="object 333"/>
          <p:cNvSpPr/>
          <p:nvPr/>
        </p:nvSpPr>
        <p:spPr>
          <a:xfrm>
            <a:off x="638517" y="2024620"/>
            <a:ext cx="4224020" cy="344805"/>
          </a:xfrm>
          <a:custGeom>
            <a:avLst/>
            <a:gdLst/>
            <a:ahLst/>
            <a:cxnLst/>
            <a:rect l="l" t="t" r="r" b="b"/>
            <a:pathLst>
              <a:path w="4224020" h="344805">
                <a:moveTo>
                  <a:pt x="4223802" y="0"/>
                </a:moveTo>
                <a:lnTo>
                  <a:pt x="4223802" y="141839"/>
                </a:lnTo>
                <a:lnTo>
                  <a:pt x="0" y="141839"/>
                </a:lnTo>
                <a:lnTo>
                  <a:pt x="0" y="344494"/>
                </a:lnTo>
              </a:path>
            </a:pathLst>
          </a:custGeom>
          <a:ln w="9523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1726463" y="2024620"/>
            <a:ext cx="3136265" cy="344805"/>
          </a:xfrm>
          <a:custGeom>
            <a:avLst/>
            <a:gdLst/>
            <a:ahLst/>
            <a:cxnLst/>
            <a:rect l="l" t="t" r="r" b="b"/>
            <a:pathLst>
              <a:path w="3136265" h="344805">
                <a:moveTo>
                  <a:pt x="3135856" y="0"/>
                </a:moveTo>
                <a:lnTo>
                  <a:pt x="3135856" y="141839"/>
                </a:lnTo>
                <a:lnTo>
                  <a:pt x="0" y="141839"/>
                </a:lnTo>
                <a:lnTo>
                  <a:pt x="0" y="344494"/>
                </a:lnTo>
              </a:path>
            </a:pathLst>
          </a:custGeom>
          <a:ln w="1427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2799282" y="2024620"/>
            <a:ext cx="2063114" cy="344805"/>
          </a:xfrm>
          <a:custGeom>
            <a:avLst/>
            <a:gdLst/>
            <a:ahLst/>
            <a:cxnLst/>
            <a:rect l="l" t="t" r="r" b="b"/>
            <a:pathLst>
              <a:path w="2063114" h="344805">
                <a:moveTo>
                  <a:pt x="2063037" y="0"/>
                </a:moveTo>
                <a:lnTo>
                  <a:pt x="2063037" y="141839"/>
                </a:lnTo>
                <a:lnTo>
                  <a:pt x="0" y="141839"/>
                </a:lnTo>
                <a:lnTo>
                  <a:pt x="0" y="344494"/>
                </a:lnTo>
              </a:path>
            </a:pathLst>
          </a:custGeom>
          <a:ln w="14243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3684611" y="2024620"/>
            <a:ext cx="1177925" cy="344805"/>
          </a:xfrm>
          <a:custGeom>
            <a:avLst/>
            <a:gdLst/>
            <a:ahLst/>
            <a:cxnLst/>
            <a:rect l="l" t="t" r="r" b="b"/>
            <a:pathLst>
              <a:path w="1177925" h="344805">
                <a:moveTo>
                  <a:pt x="1177708" y="0"/>
                </a:moveTo>
                <a:lnTo>
                  <a:pt x="1177708" y="141839"/>
                </a:lnTo>
                <a:lnTo>
                  <a:pt x="0" y="141839"/>
                </a:lnTo>
                <a:lnTo>
                  <a:pt x="0" y="344494"/>
                </a:lnTo>
              </a:path>
            </a:pathLst>
          </a:custGeom>
          <a:ln w="1414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4717114" y="2024620"/>
            <a:ext cx="145415" cy="345440"/>
          </a:xfrm>
          <a:custGeom>
            <a:avLst/>
            <a:gdLst/>
            <a:ahLst/>
            <a:cxnLst/>
            <a:rect l="l" t="t" r="r" b="b"/>
            <a:pathLst>
              <a:path w="145414" h="345439">
                <a:moveTo>
                  <a:pt x="145205" y="0"/>
                </a:moveTo>
                <a:lnTo>
                  <a:pt x="145205" y="141839"/>
                </a:lnTo>
                <a:lnTo>
                  <a:pt x="0" y="141839"/>
                </a:lnTo>
                <a:lnTo>
                  <a:pt x="0" y="345066"/>
                </a:lnTo>
              </a:path>
            </a:pathLst>
          </a:custGeom>
          <a:ln w="12593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4862319" y="2024620"/>
            <a:ext cx="616585" cy="346075"/>
          </a:xfrm>
          <a:custGeom>
            <a:avLst/>
            <a:gdLst/>
            <a:ahLst/>
            <a:cxnLst/>
            <a:rect l="l" t="t" r="r" b="b"/>
            <a:pathLst>
              <a:path w="616585" h="346075">
                <a:moveTo>
                  <a:pt x="0" y="0"/>
                </a:moveTo>
                <a:lnTo>
                  <a:pt x="0" y="141839"/>
                </a:lnTo>
                <a:lnTo>
                  <a:pt x="616305" y="141839"/>
                </a:lnTo>
                <a:lnTo>
                  <a:pt x="616305" y="345447"/>
                </a:lnTo>
              </a:path>
            </a:pathLst>
          </a:custGeom>
          <a:ln w="1381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4862319" y="2024620"/>
            <a:ext cx="1341755" cy="344805"/>
          </a:xfrm>
          <a:custGeom>
            <a:avLst/>
            <a:gdLst/>
            <a:ahLst/>
            <a:cxnLst/>
            <a:rect l="l" t="t" r="r" b="b"/>
            <a:pathLst>
              <a:path w="1341754" h="344805">
                <a:moveTo>
                  <a:pt x="0" y="0"/>
                </a:moveTo>
                <a:lnTo>
                  <a:pt x="0" y="141839"/>
                </a:lnTo>
                <a:lnTo>
                  <a:pt x="1341433" y="141839"/>
                </a:lnTo>
                <a:lnTo>
                  <a:pt x="1341433" y="344494"/>
                </a:lnTo>
              </a:path>
            </a:pathLst>
          </a:custGeom>
          <a:ln w="1417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4862319" y="2024620"/>
            <a:ext cx="2026920" cy="344805"/>
          </a:xfrm>
          <a:custGeom>
            <a:avLst/>
            <a:gdLst/>
            <a:ahLst/>
            <a:cxnLst/>
            <a:rect l="l" t="t" r="r" b="b"/>
            <a:pathLst>
              <a:path w="2026920" h="344805">
                <a:moveTo>
                  <a:pt x="0" y="0"/>
                </a:moveTo>
                <a:lnTo>
                  <a:pt x="0" y="141839"/>
                </a:lnTo>
                <a:lnTo>
                  <a:pt x="2026572" y="141839"/>
                </a:lnTo>
                <a:lnTo>
                  <a:pt x="2026572" y="344494"/>
                </a:lnTo>
              </a:path>
            </a:pathLst>
          </a:custGeom>
          <a:ln w="14241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4862319" y="2024620"/>
            <a:ext cx="2758440" cy="344805"/>
          </a:xfrm>
          <a:custGeom>
            <a:avLst/>
            <a:gdLst/>
            <a:ahLst/>
            <a:cxnLst/>
            <a:rect l="l" t="t" r="r" b="b"/>
            <a:pathLst>
              <a:path w="2758440" h="344805">
                <a:moveTo>
                  <a:pt x="0" y="0"/>
                </a:moveTo>
                <a:lnTo>
                  <a:pt x="0" y="141839"/>
                </a:lnTo>
                <a:lnTo>
                  <a:pt x="2758337" y="141839"/>
                </a:lnTo>
                <a:lnTo>
                  <a:pt x="2758337" y="344494"/>
                </a:lnTo>
              </a:path>
            </a:pathLst>
          </a:custGeom>
          <a:ln w="14267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4862319" y="2024620"/>
            <a:ext cx="3524885" cy="344805"/>
          </a:xfrm>
          <a:custGeom>
            <a:avLst/>
            <a:gdLst/>
            <a:ahLst/>
            <a:cxnLst/>
            <a:rect l="l" t="t" r="r" b="b"/>
            <a:pathLst>
              <a:path w="3524884" h="344805">
                <a:moveTo>
                  <a:pt x="0" y="0"/>
                </a:moveTo>
                <a:lnTo>
                  <a:pt x="0" y="141839"/>
                </a:lnTo>
                <a:lnTo>
                  <a:pt x="3524847" y="141839"/>
                </a:lnTo>
                <a:lnTo>
                  <a:pt x="3524847" y="344494"/>
                </a:lnTo>
              </a:path>
            </a:pathLst>
          </a:custGeom>
          <a:ln w="14279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268873" y="2504186"/>
            <a:ext cx="252729" cy="338455"/>
          </a:xfrm>
          <a:custGeom>
            <a:avLst/>
            <a:gdLst/>
            <a:ahLst/>
            <a:cxnLst/>
            <a:rect l="l" t="t" r="r" b="b"/>
            <a:pathLst>
              <a:path w="252729" h="338455">
                <a:moveTo>
                  <a:pt x="174214" y="0"/>
                </a:moveTo>
                <a:lnTo>
                  <a:pt x="0" y="0"/>
                </a:lnTo>
                <a:lnTo>
                  <a:pt x="0" y="338108"/>
                </a:lnTo>
                <a:lnTo>
                  <a:pt x="252389" y="338108"/>
                </a:lnTo>
              </a:path>
            </a:pathLst>
          </a:custGeom>
          <a:ln w="8673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347048" y="2842294"/>
            <a:ext cx="330835" cy="366395"/>
          </a:xfrm>
          <a:custGeom>
            <a:avLst/>
            <a:gdLst/>
            <a:ahLst/>
            <a:cxnLst/>
            <a:rect l="l" t="t" r="r" b="b"/>
            <a:pathLst>
              <a:path w="330834" h="366394">
                <a:moveTo>
                  <a:pt x="174214" y="0"/>
                </a:moveTo>
                <a:lnTo>
                  <a:pt x="0" y="0"/>
                </a:lnTo>
                <a:lnTo>
                  <a:pt x="0" y="366037"/>
                </a:lnTo>
                <a:lnTo>
                  <a:pt x="330556" y="366037"/>
                </a:lnTo>
              </a:path>
            </a:pathLst>
          </a:custGeom>
          <a:ln w="879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347048" y="2842294"/>
            <a:ext cx="330835" cy="804545"/>
          </a:xfrm>
          <a:custGeom>
            <a:avLst/>
            <a:gdLst/>
            <a:ahLst/>
            <a:cxnLst/>
            <a:rect l="l" t="t" r="r" b="b"/>
            <a:pathLst>
              <a:path w="330834" h="804545">
                <a:moveTo>
                  <a:pt x="174214" y="0"/>
                </a:moveTo>
                <a:lnTo>
                  <a:pt x="0" y="0"/>
                </a:lnTo>
                <a:lnTo>
                  <a:pt x="0" y="804520"/>
                </a:lnTo>
                <a:lnTo>
                  <a:pt x="330556" y="804520"/>
                </a:lnTo>
              </a:path>
            </a:pathLst>
          </a:custGeom>
          <a:ln w="8387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347048" y="2842294"/>
            <a:ext cx="330835" cy="1243330"/>
          </a:xfrm>
          <a:custGeom>
            <a:avLst/>
            <a:gdLst/>
            <a:ahLst/>
            <a:cxnLst/>
            <a:rect l="l" t="t" r="r" b="b"/>
            <a:pathLst>
              <a:path w="330834" h="1243329">
                <a:moveTo>
                  <a:pt x="174214" y="0"/>
                </a:moveTo>
                <a:lnTo>
                  <a:pt x="0" y="0"/>
                </a:lnTo>
                <a:lnTo>
                  <a:pt x="0" y="1243002"/>
                </a:lnTo>
                <a:lnTo>
                  <a:pt x="330556" y="1243002"/>
                </a:lnTo>
              </a:path>
            </a:pathLst>
          </a:custGeom>
          <a:ln w="8282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347048" y="2842294"/>
            <a:ext cx="330835" cy="1681480"/>
          </a:xfrm>
          <a:custGeom>
            <a:avLst/>
            <a:gdLst/>
            <a:ahLst/>
            <a:cxnLst/>
            <a:rect l="l" t="t" r="r" b="b"/>
            <a:pathLst>
              <a:path w="330834" h="1681479">
                <a:moveTo>
                  <a:pt x="174214" y="0"/>
                </a:moveTo>
                <a:lnTo>
                  <a:pt x="0" y="0"/>
                </a:lnTo>
                <a:lnTo>
                  <a:pt x="0" y="1681389"/>
                </a:lnTo>
                <a:lnTo>
                  <a:pt x="330556" y="1681389"/>
                </a:lnTo>
              </a:path>
            </a:pathLst>
          </a:custGeom>
          <a:ln w="824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268873" y="2504186"/>
            <a:ext cx="183515" cy="2470150"/>
          </a:xfrm>
          <a:custGeom>
            <a:avLst/>
            <a:gdLst/>
            <a:ahLst/>
            <a:cxnLst/>
            <a:rect l="l" t="t" r="r" b="b"/>
            <a:pathLst>
              <a:path w="183515" h="2470150">
                <a:moveTo>
                  <a:pt x="174214" y="0"/>
                </a:moveTo>
                <a:lnTo>
                  <a:pt x="0" y="0"/>
                </a:lnTo>
                <a:lnTo>
                  <a:pt x="0" y="2469991"/>
                </a:lnTo>
                <a:lnTo>
                  <a:pt x="183146" y="2469991"/>
                </a:lnTo>
              </a:path>
            </a:pathLst>
          </a:custGeom>
          <a:ln w="8201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351555" y="4974177"/>
            <a:ext cx="210185" cy="366395"/>
          </a:xfrm>
          <a:custGeom>
            <a:avLst/>
            <a:gdLst/>
            <a:ahLst/>
            <a:cxnLst/>
            <a:rect l="l" t="t" r="r" b="b"/>
            <a:pathLst>
              <a:path w="210184" h="366395">
                <a:moveTo>
                  <a:pt x="100464" y="0"/>
                </a:moveTo>
                <a:lnTo>
                  <a:pt x="0" y="0"/>
                </a:lnTo>
                <a:lnTo>
                  <a:pt x="0" y="366037"/>
                </a:lnTo>
                <a:lnTo>
                  <a:pt x="209909" y="366037"/>
                </a:lnTo>
              </a:path>
            </a:pathLst>
          </a:custGeom>
          <a:ln w="8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351555" y="4974177"/>
            <a:ext cx="210185" cy="804545"/>
          </a:xfrm>
          <a:custGeom>
            <a:avLst/>
            <a:gdLst/>
            <a:ahLst/>
            <a:cxnLst/>
            <a:rect l="l" t="t" r="r" b="b"/>
            <a:pathLst>
              <a:path w="210184" h="804545">
                <a:moveTo>
                  <a:pt x="100464" y="0"/>
                </a:moveTo>
                <a:lnTo>
                  <a:pt x="0" y="0"/>
                </a:lnTo>
                <a:lnTo>
                  <a:pt x="0" y="804472"/>
                </a:lnTo>
                <a:lnTo>
                  <a:pt x="209909" y="804472"/>
                </a:lnTo>
              </a:path>
            </a:pathLst>
          </a:custGeom>
          <a:ln w="8279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351555" y="4974177"/>
            <a:ext cx="210185" cy="1243330"/>
          </a:xfrm>
          <a:custGeom>
            <a:avLst/>
            <a:gdLst/>
            <a:ahLst/>
            <a:cxnLst/>
            <a:rect l="l" t="t" r="r" b="b"/>
            <a:pathLst>
              <a:path w="210184" h="1243329">
                <a:moveTo>
                  <a:pt x="100464" y="0"/>
                </a:moveTo>
                <a:lnTo>
                  <a:pt x="0" y="0"/>
                </a:lnTo>
                <a:lnTo>
                  <a:pt x="0" y="1242926"/>
                </a:lnTo>
                <a:lnTo>
                  <a:pt x="209909" y="1242926"/>
                </a:lnTo>
              </a:path>
            </a:pathLst>
          </a:custGeom>
          <a:ln w="8231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1444819" y="2810361"/>
            <a:ext cx="320040" cy="337185"/>
          </a:xfrm>
          <a:custGeom>
            <a:avLst/>
            <a:gdLst/>
            <a:ahLst/>
            <a:cxnLst/>
            <a:rect l="l" t="t" r="r" b="b"/>
            <a:pathLst>
              <a:path w="320039" h="337185">
                <a:moveTo>
                  <a:pt x="174214" y="0"/>
                </a:moveTo>
                <a:lnTo>
                  <a:pt x="0" y="0"/>
                </a:lnTo>
                <a:lnTo>
                  <a:pt x="0" y="336773"/>
                </a:lnTo>
                <a:lnTo>
                  <a:pt x="319420" y="336773"/>
                </a:lnTo>
              </a:path>
            </a:pathLst>
          </a:custGeom>
          <a:ln w="8827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1444819" y="2810361"/>
            <a:ext cx="320040" cy="740410"/>
          </a:xfrm>
          <a:custGeom>
            <a:avLst/>
            <a:gdLst/>
            <a:ahLst/>
            <a:cxnLst/>
            <a:rect l="l" t="t" r="r" b="b"/>
            <a:pathLst>
              <a:path w="320039" h="740410">
                <a:moveTo>
                  <a:pt x="174214" y="0"/>
                </a:moveTo>
                <a:lnTo>
                  <a:pt x="0" y="0"/>
                </a:lnTo>
                <a:lnTo>
                  <a:pt x="0" y="740272"/>
                </a:lnTo>
                <a:lnTo>
                  <a:pt x="319420" y="740272"/>
                </a:lnTo>
              </a:path>
            </a:pathLst>
          </a:custGeom>
          <a:ln w="840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1444819" y="2810361"/>
            <a:ext cx="320040" cy="1144270"/>
          </a:xfrm>
          <a:custGeom>
            <a:avLst/>
            <a:gdLst/>
            <a:ahLst/>
            <a:cxnLst/>
            <a:rect l="l" t="t" r="r" b="b"/>
            <a:pathLst>
              <a:path w="320039" h="1144270">
                <a:moveTo>
                  <a:pt x="174214" y="0"/>
                </a:moveTo>
                <a:lnTo>
                  <a:pt x="0" y="0"/>
                </a:lnTo>
                <a:lnTo>
                  <a:pt x="0" y="1143676"/>
                </a:lnTo>
                <a:lnTo>
                  <a:pt x="319420" y="1143676"/>
                </a:lnTo>
              </a:path>
            </a:pathLst>
          </a:custGeom>
          <a:ln w="8291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1476777" y="4331705"/>
            <a:ext cx="272415" cy="366395"/>
          </a:xfrm>
          <a:custGeom>
            <a:avLst/>
            <a:gdLst/>
            <a:ahLst/>
            <a:cxnLst/>
            <a:rect l="l" t="t" r="r" b="b"/>
            <a:pathLst>
              <a:path w="272414" h="366395">
                <a:moveTo>
                  <a:pt x="174214" y="0"/>
                </a:moveTo>
                <a:lnTo>
                  <a:pt x="0" y="0"/>
                </a:lnTo>
                <a:lnTo>
                  <a:pt x="0" y="366037"/>
                </a:lnTo>
                <a:lnTo>
                  <a:pt x="271892" y="366037"/>
                </a:lnTo>
              </a:path>
            </a:pathLst>
          </a:custGeom>
          <a:ln w="867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1476777" y="4331705"/>
            <a:ext cx="272415" cy="804545"/>
          </a:xfrm>
          <a:custGeom>
            <a:avLst/>
            <a:gdLst/>
            <a:ahLst/>
            <a:cxnLst/>
            <a:rect l="l" t="t" r="r" b="b"/>
            <a:pathLst>
              <a:path w="272414" h="804545">
                <a:moveTo>
                  <a:pt x="174214" y="0"/>
                </a:moveTo>
                <a:lnTo>
                  <a:pt x="0" y="0"/>
                </a:lnTo>
                <a:lnTo>
                  <a:pt x="0" y="804520"/>
                </a:lnTo>
                <a:lnTo>
                  <a:pt x="271892" y="804520"/>
                </a:lnTo>
              </a:path>
            </a:pathLst>
          </a:custGeom>
          <a:ln w="8331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1476777" y="4331705"/>
            <a:ext cx="272415" cy="1243330"/>
          </a:xfrm>
          <a:custGeom>
            <a:avLst/>
            <a:gdLst/>
            <a:ahLst/>
            <a:cxnLst/>
            <a:rect l="l" t="t" r="r" b="b"/>
            <a:pathLst>
              <a:path w="272414" h="1243329">
                <a:moveTo>
                  <a:pt x="174214" y="0"/>
                </a:moveTo>
                <a:lnTo>
                  <a:pt x="0" y="0"/>
                </a:lnTo>
                <a:lnTo>
                  <a:pt x="0" y="1242955"/>
                </a:lnTo>
                <a:lnTo>
                  <a:pt x="271892" y="1242955"/>
                </a:lnTo>
              </a:path>
            </a:pathLst>
          </a:custGeom>
          <a:ln w="825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1329277" y="2504186"/>
            <a:ext cx="290195" cy="306705"/>
          </a:xfrm>
          <a:custGeom>
            <a:avLst/>
            <a:gdLst/>
            <a:ahLst/>
            <a:cxnLst/>
            <a:rect l="l" t="t" r="r" b="b"/>
            <a:pathLst>
              <a:path w="290194" h="306705">
                <a:moveTo>
                  <a:pt x="112591" y="0"/>
                </a:moveTo>
                <a:lnTo>
                  <a:pt x="0" y="0"/>
                </a:lnTo>
                <a:lnTo>
                  <a:pt x="0" y="306175"/>
                </a:lnTo>
                <a:lnTo>
                  <a:pt x="289756" y="306175"/>
                </a:lnTo>
              </a:path>
            </a:pathLst>
          </a:custGeom>
          <a:ln w="8826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1329277" y="2504186"/>
            <a:ext cx="321945" cy="1827530"/>
          </a:xfrm>
          <a:custGeom>
            <a:avLst/>
            <a:gdLst/>
            <a:ahLst/>
            <a:cxnLst/>
            <a:rect l="l" t="t" r="r" b="b"/>
            <a:pathLst>
              <a:path w="321944" h="1827529">
                <a:moveTo>
                  <a:pt x="112591" y="0"/>
                </a:moveTo>
                <a:lnTo>
                  <a:pt x="0" y="0"/>
                </a:lnTo>
                <a:lnTo>
                  <a:pt x="0" y="1827518"/>
                </a:lnTo>
                <a:lnTo>
                  <a:pt x="321714" y="1827518"/>
                </a:lnTo>
              </a:path>
            </a:pathLst>
          </a:custGeom>
          <a:ln w="823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1329277" y="2504186"/>
            <a:ext cx="321945" cy="3444875"/>
          </a:xfrm>
          <a:custGeom>
            <a:avLst/>
            <a:gdLst/>
            <a:ahLst/>
            <a:cxnLst/>
            <a:rect l="l" t="t" r="r" b="b"/>
            <a:pathLst>
              <a:path w="321944" h="3444875">
                <a:moveTo>
                  <a:pt x="112591" y="0"/>
                </a:moveTo>
                <a:lnTo>
                  <a:pt x="0" y="0"/>
                </a:lnTo>
                <a:lnTo>
                  <a:pt x="0" y="3444461"/>
                </a:lnTo>
                <a:lnTo>
                  <a:pt x="321714" y="3444461"/>
                </a:lnTo>
              </a:path>
            </a:pathLst>
          </a:custGeom>
          <a:ln w="8206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2405865" y="2504853"/>
            <a:ext cx="174625" cy="299720"/>
          </a:xfrm>
          <a:custGeom>
            <a:avLst/>
            <a:gdLst/>
            <a:ahLst/>
            <a:cxnLst/>
            <a:rect l="l" t="t" r="r" b="b"/>
            <a:pathLst>
              <a:path w="174625" h="299719">
                <a:moveTo>
                  <a:pt x="101611" y="0"/>
                </a:moveTo>
                <a:lnTo>
                  <a:pt x="0" y="0"/>
                </a:lnTo>
                <a:lnTo>
                  <a:pt x="0" y="299693"/>
                </a:lnTo>
                <a:lnTo>
                  <a:pt x="174214" y="299693"/>
                </a:lnTo>
              </a:path>
            </a:pathLst>
          </a:custGeom>
          <a:ln w="8532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2405865" y="2504853"/>
            <a:ext cx="174625" cy="1383030"/>
          </a:xfrm>
          <a:custGeom>
            <a:avLst/>
            <a:gdLst/>
            <a:ahLst/>
            <a:cxnLst/>
            <a:rect l="l" t="t" r="r" b="b"/>
            <a:pathLst>
              <a:path w="174625" h="1383029">
                <a:moveTo>
                  <a:pt x="101611" y="0"/>
                </a:moveTo>
                <a:lnTo>
                  <a:pt x="0" y="0"/>
                </a:lnTo>
                <a:lnTo>
                  <a:pt x="0" y="1382935"/>
                </a:lnTo>
                <a:lnTo>
                  <a:pt x="174214" y="1382935"/>
                </a:lnTo>
              </a:path>
            </a:pathLst>
          </a:custGeom>
          <a:ln w="821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2405865" y="2504853"/>
            <a:ext cx="174625" cy="2463800"/>
          </a:xfrm>
          <a:custGeom>
            <a:avLst/>
            <a:gdLst/>
            <a:ahLst/>
            <a:cxnLst/>
            <a:rect l="l" t="t" r="r" b="b"/>
            <a:pathLst>
              <a:path w="174625" h="2463800">
                <a:moveTo>
                  <a:pt x="101611" y="0"/>
                </a:moveTo>
                <a:lnTo>
                  <a:pt x="0" y="0"/>
                </a:lnTo>
                <a:lnTo>
                  <a:pt x="0" y="2463699"/>
                </a:lnTo>
                <a:lnTo>
                  <a:pt x="174214" y="2463699"/>
                </a:lnTo>
              </a:path>
            </a:pathLst>
          </a:custGeom>
          <a:ln w="8201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2479616" y="2804547"/>
            <a:ext cx="194945" cy="337185"/>
          </a:xfrm>
          <a:custGeom>
            <a:avLst/>
            <a:gdLst/>
            <a:ahLst/>
            <a:cxnLst/>
            <a:rect l="l" t="t" r="r" b="b"/>
            <a:pathLst>
              <a:path w="194944" h="337185">
                <a:moveTo>
                  <a:pt x="100464" y="0"/>
                </a:moveTo>
                <a:lnTo>
                  <a:pt x="0" y="0"/>
                </a:lnTo>
                <a:lnTo>
                  <a:pt x="0" y="336773"/>
                </a:lnTo>
                <a:lnTo>
                  <a:pt x="194372" y="336773"/>
                </a:lnTo>
              </a:path>
            </a:pathLst>
          </a:custGeom>
          <a:ln w="852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2479616" y="2804547"/>
            <a:ext cx="194945" cy="740410"/>
          </a:xfrm>
          <a:custGeom>
            <a:avLst/>
            <a:gdLst/>
            <a:ahLst/>
            <a:cxnLst/>
            <a:rect l="l" t="t" r="r" b="b"/>
            <a:pathLst>
              <a:path w="194944" h="740410">
                <a:moveTo>
                  <a:pt x="100464" y="0"/>
                </a:moveTo>
                <a:lnTo>
                  <a:pt x="0" y="0"/>
                </a:lnTo>
                <a:lnTo>
                  <a:pt x="0" y="740272"/>
                </a:lnTo>
                <a:lnTo>
                  <a:pt x="194372" y="740272"/>
                </a:lnTo>
              </a:path>
            </a:pathLst>
          </a:custGeom>
          <a:ln w="828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2479616" y="3887789"/>
            <a:ext cx="194945" cy="337185"/>
          </a:xfrm>
          <a:custGeom>
            <a:avLst/>
            <a:gdLst/>
            <a:ahLst/>
            <a:cxnLst/>
            <a:rect l="l" t="t" r="r" b="b"/>
            <a:pathLst>
              <a:path w="194944" h="337185">
                <a:moveTo>
                  <a:pt x="100464" y="0"/>
                </a:moveTo>
                <a:lnTo>
                  <a:pt x="0" y="0"/>
                </a:lnTo>
                <a:lnTo>
                  <a:pt x="0" y="336773"/>
                </a:lnTo>
                <a:lnTo>
                  <a:pt x="194372" y="336773"/>
                </a:lnTo>
              </a:path>
            </a:pathLst>
          </a:custGeom>
          <a:ln w="852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2479616" y="3887789"/>
            <a:ext cx="194945" cy="740410"/>
          </a:xfrm>
          <a:custGeom>
            <a:avLst/>
            <a:gdLst/>
            <a:ahLst/>
            <a:cxnLst/>
            <a:rect l="l" t="t" r="r" b="b"/>
            <a:pathLst>
              <a:path w="194944" h="740410">
                <a:moveTo>
                  <a:pt x="100464" y="0"/>
                </a:moveTo>
                <a:lnTo>
                  <a:pt x="0" y="0"/>
                </a:lnTo>
                <a:lnTo>
                  <a:pt x="0" y="740272"/>
                </a:lnTo>
                <a:lnTo>
                  <a:pt x="194372" y="740272"/>
                </a:lnTo>
              </a:path>
            </a:pathLst>
          </a:custGeom>
          <a:ln w="828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2479616" y="4968553"/>
            <a:ext cx="194945" cy="337185"/>
          </a:xfrm>
          <a:custGeom>
            <a:avLst/>
            <a:gdLst/>
            <a:ahLst/>
            <a:cxnLst/>
            <a:rect l="l" t="t" r="r" b="b"/>
            <a:pathLst>
              <a:path w="194944" h="337185">
                <a:moveTo>
                  <a:pt x="100464" y="0"/>
                </a:moveTo>
                <a:lnTo>
                  <a:pt x="0" y="0"/>
                </a:lnTo>
                <a:lnTo>
                  <a:pt x="0" y="336868"/>
                </a:lnTo>
                <a:lnTo>
                  <a:pt x="194372" y="336868"/>
                </a:lnTo>
              </a:path>
            </a:pathLst>
          </a:custGeom>
          <a:ln w="852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2479616" y="4968553"/>
            <a:ext cx="194945" cy="740410"/>
          </a:xfrm>
          <a:custGeom>
            <a:avLst/>
            <a:gdLst/>
            <a:ahLst/>
            <a:cxnLst/>
            <a:rect l="l" t="t" r="r" b="b"/>
            <a:pathLst>
              <a:path w="194944" h="740410">
                <a:moveTo>
                  <a:pt x="100464" y="0"/>
                </a:moveTo>
                <a:lnTo>
                  <a:pt x="0" y="0"/>
                </a:lnTo>
                <a:lnTo>
                  <a:pt x="0" y="740311"/>
                </a:lnTo>
                <a:lnTo>
                  <a:pt x="194372" y="740311"/>
                </a:lnTo>
              </a:path>
            </a:pathLst>
          </a:custGeom>
          <a:ln w="828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3323399" y="2504186"/>
            <a:ext cx="250190" cy="337820"/>
          </a:xfrm>
          <a:custGeom>
            <a:avLst/>
            <a:gdLst/>
            <a:ahLst/>
            <a:cxnLst/>
            <a:rect l="l" t="t" r="r" b="b"/>
            <a:pathLst>
              <a:path w="250189" h="337819">
                <a:moveTo>
                  <a:pt x="71947" y="0"/>
                </a:moveTo>
                <a:lnTo>
                  <a:pt x="0" y="0"/>
                </a:lnTo>
                <a:lnTo>
                  <a:pt x="0" y="337822"/>
                </a:lnTo>
                <a:lnTo>
                  <a:pt x="250013" y="337822"/>
                </a:lnTo>
              </a:path>
            </a:pathLst>
          </a:custGeom>
          <a:ln w="8667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3323399" y="2504186"/>
            <a:ext cx="257810" cy="641985"/>
          </a:xfrm>
          <a:custGeom>
            <a:avLst/>
            <a:gdLst/>
            <a:ahLst/>
            <a:cxnLst/>
            <a:rect l="l" t="t" r="r" b="b"/>
            <a:pathLst>
              <a:path w="257810" h="641985">
                <a:moveTo>
                  <a:pt x="71947" y="0"/>
                </a:moveTo>
                <a:lnTo>
                  <a:pt x="0" y="0"/>
                </a:lnTo>
                <a:lnTo>
                  <a:pt x="0" y="641709"/>
                </a:lnTo>
                <a:lnTo>
                  <a:pt x="257797" y="641709"/>
                </a:lnTo>
              </a:path>
            </a:pathLst>
          </a:custGeom>
          <a:ln w="838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3323399" y="2504186"/>
            <a:ext cx="255904" cy="965835"/>
          </a:xfrm>
          <a:custGeom>
            <a:avLst/>
            <a:gdLst/>
            <a:ahLst/>
            <a:cxnLst/>
            <a:rect l="l" t="t" r="r" b="b"/>
            <a:pathLst>
              <a:path w="255904" h="965835">
                <a:moveTo>
                  <a:pt x="71947" y="0"/>
                </a:moveTo>
                <a:lnTo>
                  <a:pt x="0" y="0"/>
                </a:lnTo>
                <a:lnTo>
                  <a:pt x="0" y="965519"/>
                </a:lnTo>
                <a:lnTo>
                  <a:pt x="255503" y="965519"/>
                </a:lnTo>
              </a:path>
            </a:pathLst>
          </a:custGeom>
          <a:ln w="8282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3323399" y="2504186"/>
            <a:ext cx="255904" cy="1290955"/>
          </a:xfrm>
          <a:custGeom>
            <a:avLst/>
            <a:gdLst/>
            <a:ahLst/>
            <a:cxnLst/>
            <a:rect l="l" t="t" r="r" b="b"/>
            <a:pathLst>
              <a:path w="255904" h="1290954">
                <a:moveTo>
                  <a:pt x="71947" y="0"/>
                </a:moveTo>
                <a:lnTo>
                  <a:pt x="0" y="0"/>
                </a:lnTo>
                <a:lnTo>
                  <a:pt x="0" y="1290663"/>
                </a:lnTo>
                <a:lnTo>
                  <a:pt x="255503" y="1290663"/>
                </a:lnTo>
              </a:path>
            </a:pathLst>
          </a:custGeom>
          <a:ln w="824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4331564" y="2501231"/>
            <a:ext cx="165100" cy="335915"/>
          </a:xfrm>
          <a:custGeom>
            <a:avLst/>
            <a:gdLst/>
            <a:ahLst/>
            <a:cxnLst/>
            <a:rect l="l" t="t" r="r" b="b"/>
            <a:pathLst>
              <a:path w="165100" h="335914">
                <a:moveTo>
                  <a:pt x="71947" y="0"/>
                </a:moveTo>
                <a:lnTo>
                  <a:pt x="0" y="0"/>
                </a:lnTo>
                <a:lnTo>
                  <a:pt x="0" y="335439"/>
                </a:lnTo>
                <a:lnTo>
                  <a:pt x="164872" y="335439"/>
                </a:lnTo>
              </a:path>
            </a:pathLst>
          </a:custGeom>
          <a:ln w="845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4331564" y="2501231"/>
            <a:ext cx="165100" cy="653415"/>
          </a:xfrm>
          <a:custGeom>
            <a:avLst/>
            <a:gdLst/>
            <a:ahLst/>
            <a:cxnLst/>
            <a:rect l="l" t="t" r="r" b="b"/>
            <a:pathLst>
              <a:path w="165100" h="653414">
                <a:moveTo>
                  <a:pt x="71947" y="0"/>
                </a:moveTo>
                <a:lnTo>
                  <a:pt x="0" y="0"/>
                </a:lnTo>
                <a:lnTo>
                  <a:pt x="0" y="652862"/>
                </a:lnTo>
                <a:lnTo>
                  <a:pt x="164872" y="652862"/>
                </a:lnTo>
              </a:path>
            </a:pathLst>
          </a:custGeom>
          <a:ln w="8274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4331564" y="2501231"/>
            <a:ext cx="165100" cy="969644"/>
          </a:xfrm>
          <a:custGeom>
            <a:avLst/>
            <a:gdLst/>
            <a:ahLst/>
            <a:cxnLst/>
            <a:rect l="l" t="t" r="r" b="b"/>
            <a:pathLst>
              <a:path w="165100" h="969645">
                <a:moveTo>
                  <a:pt x="71947" y="0"/>
                </a:moveTo>
                <a:lnTo>
                  <a:pt x="0" y="0"/>
                </a:lnTo>
                <a:lnTo>
                  <a:pt x="0" y="969141"/>
                </a:lnTo>
                <a:lnTo>
                  <a:pt x="164872" y="969141"/>
                </a:lnTo>
              </a:path>
            </a:pathLst>
          </a:custGeom>
          <a:ln w="8232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5121182" y="2503805"/>
            <a:ext cx="198120" cy="343535"/>
          </a:xfrm>
          <a:custGeom>
            <a:avLst/>
            <a:gdLst/>
            <a:ahLst/>
            <a:cxnLst/>
            <a:rect l="l" t="t" r="r" b="b"/>
            <a:pathLst>
              <a:path w="198120" h="343535">
                <a:moveTo>
                  <a:pt x="71947" y="0"/>
                </a:moveTo>
                <a:lnTo>
                  <a:pt x="0" y="0"/>
                </a:lnTo>
                <a:lnTo>
                  <a:pt x="0" y="343255"/>
                </a:lnTo>
                <a:lnTo>
                  <a:pt x="198060" y="343255"/>
                </a:lnTo>
              </a:path>
            </a:pathLst>
          </a:custGeom>
          <a:ln w="8528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5121182" y="2503805"/>
            <a:ext cx="198120" cy="642620"/>
          </a:xfrm>
          <a:custGeom>
            <a:avLst/>
            <a:gdLst/>
            <a:ahLst/>
            <a:cxnLst/>
            <a:rect l="l" t="t" r="r" b="b"/>
            <a:pathLst>
              <a:path w="198120" h="642619">
                <a:moveTo>
                  <a:pt x="71947" y="0"/>
                </a:moveTo>
                <a:lnTo>
                  <a:pt x="0" y="0"/>
                </a:lnTo>
                <a:lnTo>
                  <a:pt x="0" y="642186"/>
                </a:lnTo>
                <a:lnTo>
                  <a:pt x="198060" y="642186"/>
                </a:lnTo>
              </a:path>
            </a:pathLst>
          </a:custGeom>
          <a:ln w="831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5121182" y="2503805"/>
            <a:ext cx="198120" cy="944880"/>
          </a:xfrm>
          <a:custGeom>
            <a:avLst/>
            <a:gdLst/>
            <a:ahLst/>
            <a:cxnLst/>
            <a:rect l="l" t="t" r="r" b="b"/>
            <a:pathLst>
              <a:path w="198120" h="944879">
                <a:moveTo>
                  <a:pt x="71947" y="0"/>
                </a:moveTo>
                <a:lnTo>
                  <a:pt x="0" y="0"/>
                </a:lnTo>
                <a:lnTo>
                  <a:pt x="0" y="944453"/>
                </a:lnTo>
                <a:lnTo>
                  <a:pt x="198060" y="944453"/>
                </a:lnTo>
              </a:path>
            </a:pathLst>
          </a:custGeom>
          <a:ln w="8250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5121182" y="2504663"/>
            <a:ext cx="198120" cy="1244600"/>
          </a:xfrm>
          <a:custGeom>
            <a:avLst/>
            <a:gdLst/>
            <a:ahLst/>
            <a:cxnLst/>
            <a:rect l="l" t="t" r="r" b="b"/>
            <a:pathLst>
              <a:path w="198120" h="1244600">
                <a:moveTo>
                  <a:pt x="85468" y="0"/>
                </a:moveTo>
                <a:lnTo>
                  <a:pt x="0" y="0"/>
                </a:lnTo>
                <a:lnTo>
                  <a:pt x="0" y="1244146"/>
                </a:lnTo>
                <a:lnTo>
                  <a:pt x="198060" y="1244146"/>
                </a:lnTo>
              </a:path>
            </a:pathLst>
          </a:custGeom>
          <a:ln w="8227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395477" y="2314194"/>
            <a:ext cx="8354695" cy="323215"/>
          </a:xfrm>
          <a:custGeom>
            <a:avLst/>
            <a:gdLst/>
            <a:ahLst/>
            <a:cxnLst/>
            <a:rect l="l" t="t" r="r" b="b"/>
            <a:pathLst>
              <a:path w="8354695" h="323214">
                <a:moveTo>
                  <a:pt x="0" y="323088"/>
                </a:moveTo>
                <a:lnTo>
                  <a:pt x="8354568" y="323088"/>
                </a:lnTo>
                <a:lnTo>
                  <a:pt x="8354568" y="0"/>
                </a:lnTo>
                <a:lnTo>
                  <a:pt x="0" y="0"/>
                </a:lnTo>
                <a:lnTo>
                  <a:pt x="0" y="32308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180594" y="2475738"/>
            <a:ext cx="1152525" cy="4122420"/>
          </a:xfrm>
          <a:custGeom>
            <a:avLst/>
            <a:gdLst/>
            <a:ahLst/>
            <a:cxnLst/>
            <a:rect l="l" t="t" r="r" b="b"/>
            <a:pathLst>
              <a:path w="1152525" h="4122420">
                <a:moveTo>
                  <a:pt x="0" y="4122420"/>
                </a:moveTo>
                <a:lnTo>
                  <a:pt x="1152144" y="4122420"/>
                </a:lnTo>
                <a:lnTo>
                  <a:pt x="1152144" y="0"/>
                </a:lnTo>
                <a:lnTo>
                  <a:pt x="0" y="0"/>
                </a:lnTo>
                <a:lnTo>
                  <a:pt x="0" y="4122420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05257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本章小结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46346" y="60814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5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594" y="1774698"/>
            <a:ext cx="8153400" cy="2546985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410209" indent="-32067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0845" algn="l"/>
              </a:tabLst>
            </a:pPr>
            <a:r>
              <a:rPr sz="3200" dirty="0">
                <a:latin typeface="华文新魏"/>
                <a:cs typeface="华文新魏"/>
              </a:rPr>
              <a:t>任务分解相关概念</a:t>
            </a:r>
            <a:endParaRPr sz="3200">
              <a:latin typeface="华文新魏"/>
              <a:cs typeface="华文新魏"/>
            </a:endParaRPr>
          </a:p>
          <a:p>
            <a:pPr marL="410209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0845" algn="l"/>
              </a:tabLst>
            </a:pPr>
            <a:r>
              <a:rPr sz="3200" dirty="0">
                <a:latin typeface="华文新魏"/>
                <a:cs typeface="华文新魏"/>
              </a:rPr>
              <a:t>任务分解方法</a:t>
            </a:r>
            <a:endParaRPr sz="3200">
              <a:latin typeface="华文新魏"/>
              <a:cs typeface="华文新魏"/>
            </a:endParaRPr>
          </a:p>
          <a:p>
            <a:pPr marL="410209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410845" algn="l"/>
              </a:tabLst>
            </a:pPr>
            <a:r>
              <a:rPr sz="3200" spc="-5" dirty="0">
                <a:latin typeface="华文新魏"/>
                <a:cs typeface="华文新魏"/>
              </a:rPr>
              <a:t>WBS</a:t>
            </a:r>
            <a:r>
              <a:rPr sz="3200" spc="5" dirty="0">
                <a:latin typeface="华文新魏"/>
                <a:cs typeface="华文新魏"/>
              </a:rPr>
              <a:t>的意</a:t>
            </a:r>
            <a:r>
              <a:rPr sz="3200" spc="-5" dirty="0">
                <a:latin typeface="华文新魏"/>
                <a:cs typeface="华文新魏"/>
              </a:rPr>
              <a:t>义-</a:t>
            </a:r>
            <a:r>
              <a:rPr sz="3200" dirty="0">
                <a:latin typeface="华文新魏"/>
                <a:cs typeface="华文新魏"/>
              </a:rPr>
              <a:t>范围基准的形成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98F2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421</Words>
  <Application>Microsoft Macintosh PowerPoint</Application>
  <PresentationFormat>全屏显示(4:3)</PresentationFormat>
  <Paragraphs>256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2" baseType="lpstr">
      <vt:lpstr>黑体</vt:lpstr>
      <vt:lpstr>华文仿宋</vt:lpstr>
      <vt:lpstr>华文琥珀</vt:lpstr>
      <vt:lpstr>华文隶书</vt:lpstr>
      <vt:lpstr>华文新魏</vt:lpstr>
      <vt:lpstr>华文中宋</vt:lpstr>
      <vt:lpstr>宋体</vt:lpstr>
      <vt:lpstr>微软雅黑</vt:lpstr>
      <vt:lpstr>Arial Narrow</vt:lpstr>
      <vt:lpstr>Calibri</vt:lpstr>
      <vt:lpstr>Times New Roman</vt:lpstr>
      <vt:lpstr>Tw Cen MT</vt:lpstr>
      <vt:lpstr>Wingdings</vt:lpstr>
      <vt:lpstr>Office Theme</vt:lpstr>
      <vt:lpstr>路线图：范围计划</vt:lpstr>
      <vt:lpstr>PowerPoint 演示文稿</vt:lpstr>
      <vt:lpstr>类比：房屋建筑工程项目的3级分解</vt:lpstr>
      <vt:lpstr>日本某建筑项目任务分解过程</vt:lpstr>
      <vt:lpstr>构建厂里的生产线</vt:lpstr>
      <vt:lpstr>生产线上下来的楼梯</vt:lpstr>
      <vt:lpstr>工厂里贴墙砖</vt:lpstr>
      <vt:lpstr>工厂里出来的墙体就直接带着墙砖</vt:lpstr>
      <vt:lpstr>卫浴间是整体安装</vt:lpstr>
      <vt:lpstr>PowerPoint 演示文稿</vt:lpstr>
      <vt:lpstr>本章要点</vt:lpstr>
      <vt:lpstr>任务分解</vt:lpstr>
      <vt:lpstr>软件需求分解</vt:lpstr>
      <vt:lpstr>WBS</vt:lpstr>
      <vt:lpstr>工作包（ Work packages）</vt:lpstr>
      <vt:lpstr>组织结构图(图表)形式的WBS</vt:lpstr>
      <vt:lpstr>PowerPoint 演示文稿</vt:lpstr>
      <vt:lpstr>WBS字典</vt:lpstr>
      <vt:lpstr>本章要点</vt:lpstr>
      <vt:lpstr>分解方法</vt:lpstr>
      <vt:lpstr>模板参照</vt:lpstr>
      <vt:lpstr>自上而下</vt:lpstr>
      <vt:lpstr>自下而上</vt:lpstr>
      <vt:lpstr>WBS任务分解建议</vt:lpstr>
      <vt:lpstr>本章要点</vt:lpstr>
      <vt:lpstr>敏捷项目的任务分解</vt:lpstr>
      <vt:lpstr>PowerPoint 演示文稿</vt:lpstr>
      <vt:lpstr>敏捷任务分解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敏捷任务分解输出</vt:lpstr>
      <vt:lpstr>本章要点</vt:lpstr>
      <vt:lpstr>PowerPoint 演示文稿</vt:lpstr>
      <vt:lpstr>MED:任务分解结果</vt:lpstr>
      <vt:lpstr>本章小结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软件开发项目管理</dc:title>
  <dc:subject>第五章</dc:subject>
  <dc:creator>Casey han</dc:creator>
  <cp:lastModifiedBy>Microsoft Office 用户</cp:lastModifiedBy>
  <cp:revision>1</cp:revision>
  <dcterms:created xsi:type="dcterms:W3CDTF">2020-06-12T01:17:12Z</dcterms:created>
  <dcterms:modified xsi:type="dcterms:W3CDTF">2024-03-21T02:09:37Z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2020-06-12T00:00:00Z</vt:filetime>
  </property>
</Properties>
</file>