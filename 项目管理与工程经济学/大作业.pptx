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308" r:id="rId3"/>
    <p:sldId id="309" r:id="rId4"/>
    <p:sldId id="310" r:id="rId5"/>
    <p:sldId id="311" r:id="rId6"/>
    <p:sldId id="312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preferSingleView="1">
    <p:restoredLeft sz="15604"/>
    <p:restoredTop sz="94231"/>
  </p:normalViewPr>
  <p:slideViewPr>
    <p:cSldViewPr snapToGrid="0" snapToObjects="1">
      <p:cViewPr varScale="1">
        <p:scale>
          <a:sx n="74" d="100"/>
          <a:sy n="74" d="100"/>
        </p:scale>
        <p:origin x="61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D939C3-A960-3541-8D13-CAD33538D4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560235D-05A7-B940-89A3-0A899D16DA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E87A5D-7639-A54C-B932-F6CB50981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AD25C-65C8-7D41-AF60-F9465E7D93B4}" type="datetimeFigureOut">
              <a:rPr kumimoji="1" lang="zh-CN" altLang="en-US" smtClean="0"/>
              <a:t>24/11/12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3454EC-D2C6-3D42-83C7-1AFB382E8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8F57E3-A82D-3040-85D9-1347C9DEB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282AF-5DCB-E048-B94A-7BA778901E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09327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71669C-E6A2-6242-AE2C-256961169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64C602-5A81-044F-B62E-A7DA9D264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74CCF8-5731-CC4B-A45B-291DB8712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AD25C-65C8-7D41-AF60-F9465E7D93B4}" type="datetimeFigureOut">
              <a:rPr kumimoji="1" lang="zh-CN" altLang="en-US" smtClean="0"/>
              <a:t>24/11/12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1B77EE-4A7A-BE47-9CCC-EB1D1A6DA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42B5C6-FBA9-D641-B8D9-E8A86F776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282AF-5DCB-E048-B94A-7BA778901E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73148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EAAC2C-F54F-9C48-9306-2D6155369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E17200-89CE-5B4B-B0B5-2BA0821FD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508B87-9E16-2247-86AD-9DF6B6870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AD25C-65C8-7D41-AF60-F9465E7D93B4}" type="datetimeFigureOut">
              <a:rPr kumimoji="1" lang="zh-CN" altLang="en-US" smtClean="0"/>
              <a:t>24/11/12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56CAB7-BFA5-874C-90BC-6A2C23374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313DA6-9916-6743-909A-B03D9A311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282AF-5DCB-E048-B94A-7BA778901E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36149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EA89EB-E738-5147-8DAC-994383EEA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4E818C-78FC-A447-B57E-F1EED136F8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0FA81A-6ED9-1A4A-BD04-DA07D84A9C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ADA2EEC-02D1-2140-919E-3C8928CA9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AD25C-65C8-7D41-AF60-F9465E7D93B4}" type="datetimeFigureOut">
              <a:rPr kumimoji="1" lang="zh-CN" altLang="en-US" smtClean="0"/>
              <a:t>24/11/12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639045F-C90D-8748-8B03-7E3831186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7426BAF-A06B-0249-A61D-E568E9248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282AF-5DCB-E048-B94A-7BA778901E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84714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FE89EF-8D26-694A-87F0-77CADAEFA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C0843E-4B8E-A347-BAF7-3B3E7F468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E85C917-6A57-9F4B-B14D-45D1DCDF1A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381866A-E033-9C42-B5E9-684D4C0A93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0DF3CA8-547C-9A43-92F1-151E9298E1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6092FE8-E093-9542-A581-7C1BF85DA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AD25C-65C8-7D41-AF60-F9465E7D93B4}" type="datetimeFigureOut">
              <a:rPr kumimoji="1" lang="zh-CN" altLang="en-US" smtClean="0"/>
              <a:t>24/11/12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F352762-09C9-4F4B-A581-13235E26A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6F5E783-E4ED-874D-A704-EB1EFCD6A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282AF-5DCB-E048-B94A-7BA778901E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7925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918D90-787F-5348-A16A-DAA674FC0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CD9348C-B6F9-E34C-8F16-B84318071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AD25C-65C8-7D41-AF60-F9465E7D93B4}" type="datetimeFigureOut">
              <a:rPr kumimoji="1" lang="zh-CN" altLang="en-US" smtClean="0"/>
              <a:t>24/11/12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63B2975-339C-8F46-B5A4-A0BD47B0D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9F99A6F-C47C-3240-8433-84ECA01D6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282AF-5DCB-E048-B94A-7BA778901E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58855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FB8DFE3-AFCD-E14B-9B1C-52F8AFD0D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AD25C-65C8-7D41-AF60-F9465E7D93B4}" type="datetimeFigureOut">
              <a:rPr kumimoji="1" lang="zh-CN" altLang="en-US" smtClean="0"/>
              <a:t>24/11/12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05CE5D6-3EFF-DE4E-B632-C9451E537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49A291-1BBD-5C49-9D16-4383C68BA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282AF-5DCB-E048-B94A-7BA778901E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95602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DCBE4C-1D04-924A-9719-0C405AC04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3A2331-5171-E34C-9FF2-4F7EE9171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80250D7-D3FF-D643-804F-079CCEDD48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985BD43-1966-2544-8DB6-5A2E66FAC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AD25C-65C8-7D41-AF60-F9465E7D93B4}" type="datetimeFigureOut">
              <a:rPr kumimoji="1" lang="zh-CN" altLang="en-US" smtClean="0"/>
              <a:t>24/11/12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AAF8A99-223F-914F-823C-4F78A2E87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73B5404-6866-B741-8793-7F265A267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282AF-5DCB-E048-B94A-7BA778901E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28562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3E5E65-5E40-CC4F-8CE9-90512675C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58D14ED-5107-4C47-BF21-023A6893E9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A326236-A20F-BE49-A858-F5D861474B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AC63B4D-87D3-FD46-A2F3-EEEBCF1E5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AD25C-65C8-7D41-AF60-F9465E7D93B4}" type="datetimeFigureOut">
              <a:rPr kumimoji="1" lang="zh-CN" altLang="en-US" smtClean="0"/>
              <a:t>24/11/12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2A1CD2-82C1-A044-80D0-E81513CE9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602F2CC-0E96-9244-850D-EF457E5FF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282AF-5DCB-E048-B94A-7BA778901E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74183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FBD934-E9F1-9841-8001-9DBBD2599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E3F2028-B390-9C49-8E82-B2BC4E5C7A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35F0F8-204B-2440-92F9-545843418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AD25C-65C8-7D41-AF60-F9465E7D93B4}" type="datetimeFigureOut">
              <a:rPr kumimoji="1" lang="zh-CN" altLang="en-US" smtClean="0"/>
              <a:t>24/11/12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8B3565-7A40-564E-BD4C-1905B0F15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C7437B-5DF0-9E4C-B430-41F4FFAED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282AF-5DCB-E048-B94A-7BA778901E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63902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4E6DDA3-BEA8-FE4B-A818-69B72245C7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D5A1977-9EBC-1842-9C1B-52A2A0F9C2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71A853-AF10-AD44-88C3-C1A2B6756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AD25C-65C8-7D41-AF60-F9465E7D93B4}" type="datetimeFigureOut">
              <a:rPr kumimoji="1" lang="zh-CN" altLang="en-US" smtClean="0"/>
              <a:t>24/11/12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D5E47F-C679-7545-985A-A3E94F34F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739853-C6CB-E742-9165-02923C109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282AF-5DCB-E048-B94A-7BA778901E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6754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8A0C32F-8235-A24A-8A02-238924253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B6289DE-8A82-CF4E-97B3-107A759A6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9CCBBB-6F3A-2448-B488-91D8DE21E4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DAD25C-65C8-7D41-AF60-F9465E7D93B4}" type="datetimeFigureOut">
              <a:rPr kumimoji="1" lang="zh-CN" altLang="en-US" smtClean="0"/>
              <a:t>24/11/12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9703AE-EA35-E44E-8D86-1ED8C420D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C3B975-8C95-E346-997A-92E853597E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9282AF-5DCB-E048-B94A-7BA778901E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76415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0C46F0-F83A-CE4A-947B-0B49B17C4E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8168" y="2277395"/>
            <a:ext cx="9144000" cy="23876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kumimoji="1" lang="zh-CN" altLang="en-US" dirty="0"/>
              <a:t>项目管理与工程经济学</a:t>
            </a:r>
            <a:br>
              <a:rPr kumimoji="1" lang="en-US" altLang="zh-CN" dirty="0"/>
            </a:br>
            <a:r>
              <a:rPr kumimoji="1" lang="zh-CN" altLang="en-US" dirty="0"/>
              <a:t>大作业</a:t>
            </a:r>
          </a:p>
        </p:txBody>
      </p:sp>
    </p:spTree>
    <p:extLst>
      <p:ext uri="{BB962C8B-B14F-4D97-AF65-F5344CB8AC3E}">
        <p14:creationId xmlns:p14="http://schemas.microsoft.com/office/powerpoint/2010/main" val="3977473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7" name="Rectangle 3">
            <a:extLst>
              <a:ext uri="{FF2B5EF4-FFF2-40B4-BE49-F238E27FC236}">
                <a16:creationId xmlns:a16="http://schemas.microsoft.com/office/drawing/2014/main" id="{65021D41-FB51-7F4F-A3E2-09458ACC99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  <p:pic>
        <p:nvPicPr>
          <p:cNvPr id="195588" name="Picture 4">
            <a:extLst>
              <a:ext uri="{FF2B5EF4-FFF2-40B4-BE49-F238E27FC236}">
                <a16:creationId xmlns:a16="http://schemas.microsoft.com/office/drawing/2014/main" id="{180F52BC-2207-CC48-A957-447205BBFC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388" y="1484313"/>
            <a:ext cx="8843962" cy="469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8905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611" name="Picture 3">
            <a:extLst>
              <a:ext uri="{FF2B5EF4-FFF2-40B4-BE49-F238E27FC236}">
                <a16:creationId xmlns:a16="http://schemas.microsoft.com/office/drawing/2014/main" id="{55E93BA2-C883-0D47-B318-7FA60E826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189" y="765175"/>
            <a:ext cx="7920037" cy="5183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1036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635" name="Picture 3">
            <a:extLst>
              <a:ext uri="{FF2B5EF4-FFF2-40B4-BE49-F238E27FC236}">
                <a16:creationId xmlns:a16="http://schemas.microsoft.com/office/drawing/2014/main" id="{4B930BFE-874B-E74C-AD09-26873B4B64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651" y="692150"/>
            <a:ext cx="7466013" cy="501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5327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659" name="Picture 3">
            <a:extLst>
              <a:ext uri="{FF2B5EF4-FFF2-40B4-BE49-F238E27FC236}">
                <a16:creationId xmlns:a16="http://schemas.microsoft.com/office/drawing/2014/main" id="{E207D6B8-4861-0049-8F74-00B684B911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114" y="1052514"/>
            <a:ext cx="7323137" cy="4905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1662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4D5080-A523-A642-AD61-5BB67531F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作业要求（纸质版交付时间：期末考试）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5A6593-6482-7446-A2F5-11C56C239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kumimoji="1" lang="zh-CN" altLang="en-US" dirty="0"/>
              <a:t>总共包括四部分：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r>
              <a:rPr kumimoji="1" lang="zh-CN" altLang="en-US" dirty="0"/>
              <a:t>生存期模型（参见：</a:t>
            </a:r>
            <a:r>
              <a:rPr kumimoji="1" lang="en-US" altLang="zh-CN" dirty="0"/>
              <a:t>P61-P63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r>
              <a:rPr kumimoji="1" lang="zh-CN" altLang="en-US" dirty="0"/>
              <a:t>需求规格说明书（参见：</a:t>
            </a:r>
            <a:r>
              <a:rPr kumimoji="1" lang="en-US" altLang="zh-CN" dirty="0"/>
              <a:t>P82-P91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r>
              <a:rPr kumimoji="1" lang="zh-CN" altLang="en-US" dirty="0"/>
              <a:t>任务分解结构（应包括：图表和清单，参见：</a:t>
            </a:r>
            <a:r>
              <a:rPr kumimoji="1" lang="en-US" altLang="zh-CN" dirty="0"/>
              <a:t>P105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r>
              <a:rPr kumimoji="1" lang="zh-CN" altLang="en-US" dirty="0"/>
              <a:t>进度计划（使用</a:t>
            </a:r>
            <a:r>
              <a:rPr kumimoji="1" lang="en-US" altLang="zh-CN" dirty="0"/>
              <a:t>MS Project</a:t>
            </a:r>
            <a:r>
              <a:rPr kumimoji="1" lang="zh-CN" altLang="en-US" dirty="0"/>
              <a:t>软件构建项目计划，并打印甘特图、项目历时、工作量和成本，参见：</a:t>
            </a:r>
            <a:r>
              <a:rPr kumimoji="1" lang="en-US" altLang="zh-CN" dirty="0"/>
              <a:t>P182-189</a:t>
            </a:r>
            <a:r>
              <a:rPr kumimoji="1"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4248827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80</Words>
  <Application>Microsoft Macintosh PowerPoint</Application>
  <PresentationFormat>宽屏</PresentationFormat>
  <Paragraphs>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项目管理与工程经济学 大作业</vt:lpstr>
      <vt:lpstr>PowerPoint 演示文稿</vt:lpstr>
      <vt:lpstr>PowerPoint 演示文稿</vt:lpstr>
      <vt:lpstr>PowerPoint 演示文稿</vt:lpstr>
      <vt:lpstr>PowerPoint 演示文稿</vt:lpstr>
      <vt:lpstr>作业要求（纸质版交付时间：期末考试）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项目管理与工程经济学 大作业</dc:title>
  <dc:creator>Microsoft Office 用户</dc:creator>
  <cp:lastModifiedBy>Microsoft Office 用户</cp:lastModifiedBy>
  <cp:revision>2</cp:revision>
  <dcterms:created xsi:type="dcterms:W3CDTF">2024-11-12T04:04:52Z</dcterms:created>
  <dcterms:modified xsi:type="dcterms:W3CDTF">2024-11-12T04:16:44Z</dcterms:modified>
</cp:coreProperties>
</file>